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2"/>
  </p:notesMasterIdLst>
  <p:handoutMasterIdLst>
    <p:handoutMasterId r:id="rId23"/>
  </p:handoutMasterIdLst>
  <p:sldIdLst>
    <p:sldId id="423" r:id="rId5"/>
    <p:sldId id="418" r:id="rId6"/>
    <p:sldId id="419" r:id="rId7"/>
    <p:sldId id="422" r:id="rId8"/>
    <p:sldId id="424" r:id="rId9"/>
    <p:sldId id="429" r:id="rId10"/>
    <p:sldId id="431" r:id="rId11"/>
    <p:sldId id="430" r:id="rId12"/>
    <p:sldId id="428" r:id="rId13"/>
    <p:sldId id="433" r:id="rId14"/>
    <p:sldId id="379" r:id="rId15"/>
    <p:sldId id="398" r:id="rId16"/>
    <p:sldId id="427" r:id="rId17"/>
    <p:sldId id="390" r:id="rId18"/>
    <p:sldId id="434" r:id="rId19"/>
    <p:sldId id="393" r:id="rId20"/>
    <p:sldId id="435" r:id="rId21"/>
  </p:sldIdLst>
  <p:sldSz cx="12188825" cy="6858000"/>
  <p:notesSz cx="6858000" cy="9144000"/>
  <p:custDataLst>
    <p:tags r:id="rId24"/>
  </p:custDataLst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200">
          <p15:clr>
            <a:srgbClr val="A4A3A4"/>
          </p15:clr>
        </p15:guide>
        <p15:guide id="4" orient="horz" pos="1008">
          <p15:clr>
            <a:srgbClr val="A4A3A4"/>
          </p15:clr>
        </p15:guide>
        <p15:guide id="5" orient="horz" pos="3792">
          <p15:clr>
            <a:srgbClr val="A4A3A4"/>
          </p15:clr>
        </p15:guide>
        <p15:guide id="6" orient="horz">
          <p15:clr>
            <a:srgbClr val="A4A3A4"/>
          </p15:clr>
        </p15:guide>
        <p15:guide id="7" orient="horz" pos="3360">
          <p15:clr>
            <a:srgbClr val="A4A3A4"/>
          </p15:clr>
        </p15:guide>
        <p15:guide id="8" orient="horz" pos="3312">
          <p15:clr>
            <a:srgbClr val="A4A3A4"/>
          </p15:clr>
        </p15:guide>
        <p15:guide id="9" orient="horz" pos="240">
          <p15:clr>
            <a:srgbClr val="A4A3A4"/>
          </p15:clr>
        </p15:guide>
        <p15:guide id="10" orient="horz" pos="432">
          <p15:clr>
            <a:srgbClr val="A4A3A4"/>
          </p15:clr>
        </p15:guide>
        <p15:guide id="11" orient="horz" pos="2784">
          <p15:clr>
            <a:srgbClr val="A4A3A4"/>
          </p15:clr>
        </p15:guide>
        <p15:guide id="12" pos="3839">
          <p15:clr>
            <a:srgbClr val="A4A3A4"/>
          </p15:clr>
        </p15:guide>
        <p15:guide id="13" pos="959">
          <p15:clr>
            <a:srgbClr val="A4A3A4"/>
          </p15:clr>
        </p15:guide>
        <p15:guide id="14" pos="6143">
          <p15:clr>
            <a:srgbClr val="A4A3A4"/>
          </p15:clr>
        </p15:guide>
        <p15:guide id="15" pos="1247">
          <p15:clr>
            <a:srgbClr val="A4A3A4"/>
          </p15:clr>
        </p15:guide>
        <p15:guide id="16" pos="7007">
          <p15:clr>
            <a:srgbClr val="A4A3A4"/>
          </p15:clr>
        </p15:guide>
        <p15:guide id="17" pos="5855">
          <p15:clr>
            <a:srgbClr val="A4A3A4"/>
          </p15:clr>
        </p15:guide>
        <p15:guide id="18" pos="671">
          <p15:clr>
            <a:srgbClr val="A4A3A4"/>
          </p15:clr>
        </p15:guide>
        <p15:guide id="19" pos="7151">
          <p15:clr>
            <a:srgbClr val="A4A3A4"/>
          </p15:clr>
        </p15:guide>
        <p15:guide id="20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CEDF"/>
    <a:srgbClr val="F4997C"/>
    <a:srgbClr val="DB4952"/>
    <a:srgbClr val="003A52"/>
    <a:srgbClr val="00577B"/>
    <a:srgbClr val="00567B"/>
    <a:srgbClr val="E56D55"/>
    <a:srgbClr val="DE9F5B"/>
    <a:srgbClr val="F28360"/>
    <a:srgbClr val="BA69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D230F3-CF80-4859-8CE7-A43EE81993B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2109" autoAdjust="0"/>
  </p:normalViewPr>
  <p:slideViewPr>
    <p:cSldViewPr showGuides="1">
      <p:cViewPr>
        <p:scale>
          <a:sx n="130" d="100"/>
          <a:sy n="130" d="100"/>
        </p:scale>
        <p:origin x="774" y="618"/>
      </p:cViewPr>
      <p:guideLst>
        <p:guide orient="horz" pos="2160"/>
        <p:guide orient="horz" pos="4030"/>
        <p:guide orient="horz" pos="1200"/>
        <p:guide orient="horz" pos="1008"/>
        <p:guide orient="horz" pos="3792"/>
        <p:guide orient="horz"/>
        <p:guide orient="horz" pos="3360"/>
        <p:guide orient="horz" pos="3312"/>
        <p:guide orient="horz" pos="240"/>
        <p:guide orient="horz" pos="432"/>
        <p:guide orient="horz" pos="2784"/>
        <p:guide pos="3839"/>
        <p:guide pos="959"/>
        <p:guide pos="6143"/>
        <p:guide pos="1247"/>
        <p:guide pos="7007"/>
        <p:guide pos="5855"/>
        <p:guide pos="671"/>
        <p:guide pos="7151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9" d="100"/>
          <a:sy n="79" d="100"/>
        </p:scale>
        <p:origin x="24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2F80C-FCAE-42F9-884F-ACD6A9A3F6C2}" type="doc">
      <dgm:prSet loTypeId="urn:microsoft.com/office/officeart/2005/8/layout/orgChart1" loCatId="hierarchy" qsTypeId="urn:microsoft.com/office/officeart/2005/8/quickstyle/simple5" qsCatId="simple" csTypeId="urn:microsoft.com/office/officeart/2005/8/colors/accent5_4" csCatId="accent5" phldr="1"/>
      <dgm:spPr/>
      <dgm:t>
        <a:bodyPr/>
        <a:lstStyle/>
        <a:p>
          <a:endParaRPr lang="de-DE"/>
        </a:p>
      </dgm:t>
    </dgm:pt>
    <dgm:pt modelId="{2034D3BA-66C9-429C-BD31-4EBA6DFBCF47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/>
            <a:t>Setup</a:t>
          </a:r>
        </a:p>
      </dgm:t>
    </dgm:pt>
    <dgm:pt modelId="{26FD8154-F501-464F-9123-10ADA02C1BC0}" type="parTrans" cxnId="{296AF81F-62AD-4CA9-9D5D-A47A41748EE9}">
      <dgm:prSet/>
      <dgm:spPr/>
      <dgm:t>
        <a:bodyPr/>
        <a:lstStyle/>
        <a:p>
          <a:endParaRPr lang="de-DE"/>
        </a:p>
      </dgm:t>
    </dgm:pt>
    <dgm:pt modelId="{6227A59B-8CFC-4848-9B02-B10AFC4E1E29}" type="sibTrans" cxnId="{296AF81F-62AD-4CA9-9D5D-A47A41748EE9}">
      <dgm:prSet/>
      <dgm:spPr/>
      <dgm:t>
        <a:bodyPr/>
        <a:lstStyle/>
        <a:p>
          <a:endParaRPr lang="de-DE"/>
        </a:p>
      </dgm:t>
    </dgm:pt>
    <dgm:pt modelId="{64ED6D74-0EA8-4F33-9F70-C26265C4DECB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/>
            <a:t>Loop</a:t>
          </a:r>
        </a:p>
      </dgm:t>
    </dgm:pt>
    <dgm:pt modelId="{77D0E9AD-1903-4EF3-B619-67B2592268E8}" type="parTrans" cxnId="{7A7AD450-1C8D-4B8B-A27F-E3EEDF9BE16D}">
      <dgm:prSet/>
      <dgm:spPr/>
      <dgm:t>
        <a:bodyPr/>
        <a:lstStyle/>
        <a:p>
          <a:endParaRPr lang="de-DE"/>
        </a:p>
      </dgm:t>
    </dgm:pt>
    <dgm:pt modelId="{39F3403E-4675-4BD4-AE6B-37CE31F91EAB}" type="sibTrans" cxnId="{7A7AD450-1C8D-4B8B-A27F-E3EEDF9BE16D}">
      <dgm:prSet/>
      <dgm:spPr/>
      <dgm:t>
        <a:bodyPr/>
        <a:lstStyle/>
        <a:p>
          <a:endParaRPr lang="de-DE"/>
        </a:p>
      </dgm:t>
    </dgm:pt>
    <dgm:pt modelId="{9B6DAC25-CA29-4E1D-AD62-8D0D232F1E18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 err="1"/>
            <a:t>qget</a:t>
          </a:r>
          <a:endParaRPr lang="de-DE" sz="2000" dirty="0"/>
        </a:p>
      </dgm:t>
    </dgm:pt>
    <dgm:pt modelId="{2D74F328-F6AD-473A-BFA8-B4D63E59C040}" type="parTrans" cxnId="{F02E25A8-857A-48A3-B15A-5A1BE6639530}">
      <dgm:prSet/>
      <dgm:spPr/>
      <dgm:t>
        <a:bodyPr/>
        <a:lstStyle/>
        <a:p>
          <a:endParaRPr lang="de-DE"/>
        </a:p>
      </dgm:t>
    </dgm:pt>
    <dgm:pt modelId="{19C5EA10-5C43-4F8F-8231-970393910AB3}" type="sibTrans" cxnId="{F02E25A8-857A-48A3-B15A-5A1BE6639530}">
      <dgm:prSet/>
      <dgm:spPr/>
      <dgm:t>
        <a:bodyPr/>
        <a:lstStyle/>
        <a:p>
          <a:endParaRPr lang="de-DE"/>
        </a:p>
      </dgm:t>
    </dgm:pt>
    <dgm:pt modelId="{0C81F721-2A4A-4BA2-B6D0-201DCFFA1F4B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 err="1"/>
            <a:t>qgetRange</a:t>
          </a:r>
          <a:endParaRPr lang="de-DE" sz="2000" dirty="0"/>
        </a:p>
      </dgm:t>
    </dgm:pt>
    <dgm:pt modelId="{B113BF63-BA5B-44F0-830C-41ECFD769A17}" type="parTrans" cxnId="{01BBF3EA-44FF-4410-B24B-6B1ABB4468C6}">
      <dgm:prSet/>
      <dgm:spPr/>
      <dgm:t>
        <a:bodyPr/>
        <a:lstStyle/>
        <a:p>
          <a:endParaRPr lang="de-DE"/>
        </a:p>
      </dgm:t>
    </dgm:pt>
    <dgm:pt modelId="{98955B0E-D086-43E9-9ED0-B1D0D45115B8}" type="sibTrans" cxnId="{01BBF3EA-44FF-4410-B24B-6B1ABB4468C6}">
      <dgm:prSet/>
      <dgm:spPr/>
      <dgm:t>
        <a:bodyPr/>
        <a:lstStyle/>
        <a:p>
          <a:endParaRPr lang="de-DE"/>
        </a:p>
      </dgm:t>
    </dgm:pt>
    <dgm:pt modelId="{47D417EB-E5C7-4E54-94BE-C83FF1EABFA4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 err="1"/>
            <a:t>qgetAll</a:t>
          </a:r>
          <a:endParaRPr lang="de-DE" sz="2000" dirty="0"/>
        </a:p>
      </dgm:t>
    </dgm:pt>
    <dgm:pt modelId="{11AD0219-9D84-4D70-B2F9-5092B111ABAB}" type="parTrans" cxnId="{796F62D1-08A0-48CD-9742-83D17DDCEB1C}">
      <dgm:prSet/>
      <dgm:spPr/>
      <dgm:t>
        <a:bodyPr/>
        <a:lstStyle/>
        <a:p>
          <a:endParaRPr lang="de-DE"/>
        </a:p>
      </dgm:t>
    </dgm:pt>
    <dgm:pt modelId="{4883C2A5-935B-4734-A161-3172A39D4231}" type="sibTrans" cxnId="{796F62D1-08A0-48CD-9742-83D17DDCEB1C}">
      <dgm:prSet/>
      <dgm:spPr/>
      <dgm:t>
        <a:bodyPr/>
        <a:lstStyle/>
        <a:p>
          <a:endParaRPr lang="de-DE"/>
        </a:p>
      </dgm:t>
    </dgm:pt>
    <dgm:pt modelId="{E1D91D0E-47B6-45FF-8898-9243D2491F93}" type="pres">
      <dgm:prSet presAssocID="{1FC2F80C-FCAE-42F9-884F-ACD6A9A3F6C2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</dgm:pt>
    <dgm:pt modelId="{B8B35649-9036-42EC-BA08-9B8AC86EEE0B}" type="pres">
      <dgm:prSet presAssocID="{2034D3BA-66C9-429C-BD31-4EBA6DFBCF47}" presName="hierRoot1" presStyleCnt="0">
        <dgm:presLayoutVars>
          <dgm:hierBranch val="init"/>
        </dgm:presLayoutVars>
      </dgm:prSet>
      <dgm:spPr/>
    </dgm:pt>
    <dgm:pt modelId="{4083D943-1B8A-47C5-8715-818BC1CF5C29}" type="pres">
      <dgm:prSet presAssocID="{2034D3BA-66C9-429C-BD31-4EBA6DFBCF47}" presName="rootComposite1" presStyleCnt="0"/>
      <dgm:spPr/>
    </dgm:pt>
    <dgm:pt modelId="{0D96F364-A6E1-4FE5-992E-9E06BCE2F1B1}" type="pres">
      <dgm:prSet presAssocID="{2034D3BA-66C9-429C-BD31-4EBA6DFBCF47}" presName="rootText1" presStyleLbl="node0" presStyleIdx="0" presStyleCnt="1" custScaleX="81904" custScaleY="42117" custLinFactNeighborX="8355" custLinFactNeighborY="7626">
        <dgm:presLayoutVars>
          <dgm:chPref val="3"/>
        </dgm:presLayoutVars>
      </dgm:prSet>
      <dgm:spPr/>
    </dgm:pt>
    <dgm:pt modelId="{9F209419-025D-4F0C-9C4A-3CA856B6ABB5}" type="pres">
      <dgm:prSet presAssocID="{2034D3BA-66C9-429C-BD31-4EBA6DFBCF47}" presName="rootConnector1" presStyleLbl="node1" presStyleIdx="0" presStyleCnt="0"/>
      <dgm:spPr/>
    </dgm:pt>
    <dgm:pt modelId="{44A986E1-3DFD-4908-BBE4-24B3936D2C36}" type="pres">
      <dgm:prSet presAssocID="{2034D3BA-66C9-429C-BD31-4EBA6DFBCF47}" presName="hierChild2" presStyleCnt="0"/>
      <dgm:spPr/>
    </dgm:pt>
    <dgm:pt modelId="{11223A5C-367C-4930-92A9-E12F1366893C}" type="pres">
      <dgm:prSet presAssocID="{77D0E9AD-1903-4EF3-B619-67B2592268E8}" presName="Name37" presStyleLbl="parChTrans1D2" presStyleIdx="0" presStyleCnt="1"/>
      <dgm:spPr/>
    </dgm:pt>
    <dgm:pt modelId="{642FE819-CF72-4CE4-BB5F-5B42B9394810}" type="pres">
      <dgm:prSet presAssocID="{64ED6D74-0EA8-4F33-9F70-C26265C4DECB}" presName="hierRoot2" presStyleCnt="0">
        <dgm:presLayoutVars>
          <dgm:hierBranch val="hang"/>
        </dgm:presLayoutVars>
      </dgm:prSet>
      <dgm:spPr/>
    </dgm:pt>
    <dgm:pt modelId="{E0B39604-34E4-4922-9438-0F2ADD7584C8}" type="pres">
      <dgm:prSet presAssocID="{64ED6D74-0EA8-4F33-9F70-C26265C4DECB}" presName="rootComposite" presStyleCnt="0"/>
      <dgm:spPr/>
    </dgm:pt>
    <dgm:pt modelId="{43AD4552-CBD4-481C-BDF1-F598F7D7BC88}" type="pres">
      <dgm:prSet presAssocID="{64ED6D74-0EA8-4F33-9F70-C26265C4DECB}" presName="rootText" presStyleLbl="node2" presStyleIdx="0" presStyleCnt="1" custScaleX="81904" custScaleY="42117" custLinFactNeighborX="8355" custLinFactNeighborY="-17869">
        <dgm:presLayoutVars>
          <dgm:chPref val="3"/>
        </dgm:presLayoutVars>
      </dgm:prSet>
      <dgm:spPr/>
    </dgm:pt>
    <dgm:pt modelId="{75F23CF9-A12E-4991-999A-A531AC18793A}" type="pres">
      <dgm:prSet presAssocID="{64ED6D74-0EA8-4F33-9F70-C26265C4DECB}" presName="rootConnector" presStyleLbl="node2" presStyleIdx="0" presStyleCnt="1"/>
      <dgm:spPr/>
    </dgm:pt>
    <dgm:pt modelId="{34163ECA-D4C2-4FA2-B3E4-D33157BB5BF5}" type="pres">
      <dgm:prSet presAssocID="{64ED6D74-0EA8-4F33-9F70-C26265C4DECB}" presName="hierChild4" presStyleCnt="0"/>
      <dgm:spPr/>
    </dgm:pt>
    <dgm:pt modelId="{DE226FEA-FB64-4279-8574-DE11BEBD93F5}" type="pres">
      <dgm:prSet presAssocID="{2D74F328-F6AD-473A-BFA8-B4D63E59C040}" presName="Name48" presStyleLbl="parChTrans1D3" presStyleIdx="0" presStyleCnt="3"/>
      <dgm:spPr/>
    </dgm:pt>
    <dgm:pt modelId="{04E50188-FFD5-4A93-B361-5CEB7132935D}" type="pres">
      <dgm:prSet presAssocID="{9B6DAC25-CA29-4E1D-AD62-8D0D232F1E18}" presName="hierRoot2" presStyleCnt="0">
        <dgm:presLayoutVars>
          <dgm:hierBranch val="init"/>
        </dgm:presLayoutVars>
      </dgm:prSet>
      <dgm:spPr/>
    </dgm:pt>
    <dgm:pt modelId="{3EFB5E83-7106-45FA-AAC4-50D4BA5A9854}" type="pres">
      <dgm:prSet presAssocID="{9B6DAC25-CA29-4E1D-AD62-8D0D232F1E18}" presName="rootComposite" presStyleCnt="0"/>
      <dgm:spPr/>
    </dgm:pt>
    <dgm:pt modelId="{A83DB353-E3C5-402C-BFA6-C26D79F97485}" type="pres">
      <dgm:prSet presAssocID="{9B6DAC25-CA29-4E1D-AD62-8D0D232F1E18}" presName="rootText" presStyleLbl="node3" presStyleIdx="0" presStyleCnt="3" custScaleX="81904" custScaleY="42117" custLinFactX="-2399" custLinFactNeighborX="-100000" custLinFactNeighborY="-43369">
        <dgm:presLayoutVars>
          <dgm:chPref val="3"/>
        </dgm:presLayoutVars>
      </dgm:prSet>
      <dgm:spPr/>
    </dgm:pt>
    <dgm:pt modelId="{2DF2EC40-8607-46AB-B3C1-DE681FAE920E}" type="pres">
      <dgm:prSet presAssocID="{9B6DAC25-CA29-4E1D-AD62-8D0D232F1E18}" presName="rootConnector" presStyleLbl="node3" presStyleIdx="0" presStyleCnt="3"/>
      <dgm:spPr/>
    </dgm:pt>
    <dgm:pt modelId="{D73F2AF9-51C7-49F2-A0A3-783AAA6CE324}" type="pres">
      <dgm:prSet presAssocID="{9B6DAC25-CA29-4E1D-AD62-8D0D232F1E18}" presName="hierChild4" presStyleCnt="0"/>
      <dgm:spPr/>
    </dgm:pt>
    <dgm:pt modelId="{EAD5E2CC-9E86-4B6A-9C39-E61E777C80F5}" type="pres">
      <dgm:prSet presAssocID="{9B6DAC25-CA29-4E1D-AD62-8D0D232F1E18}" presName="hierChild5" presStyleCnt="0"/>
      <dgm:spPr/>
    </dgm:pt>
    <dgm:pt modelId="{2A0565FC-9F38-45B8-B8D5-9FD45FB94A24}" type="pres">
      <dgm:prSet presAssocID="{B113BF63-BA5B-44F0-830C-41ECFD769A17}" presName="Name48" presStyleLbl="parChTrans1D3" presStyleIdx="1" presStyleCnt="3"/>
      <dgm:spPr/>
    </dgm:pt>
    <dgm:pt modelId="{243CCADD-FD24-46FF-89E0-A2391ED5CA9A}" type="pres">
      <dgm:prSet presAssocID="{0C81F721-2A4A-4BA2-B6D0-201DCFFA1F4B}" presName="hierRoot2" presStyleCnt="0">
        <dgm:presLayoutVars>
          <dgm:hierBranch val="init"/>
        </dgm:presLayoutVars>
      </dgm:prSet>
      <dgm:spPr/>
    </dgm:pt>
    <dgm:pt modelId="{1A24F98F-B7D9-4E10-8A6D-A359DB6D7D2B}" type="pres">
      <dgm:prSet presAssocID="{0C81F721-2A4A-4BA2-B6D0-201DCFFA1F4B}" presName="rootComposite" presStyleCnt="0"/>
      <dgm:spPr/>
    </dgm:pt>
    <dgm:pt modelId="{1595BF25-7772-4814-9910-164A310FB1CF}" type="pres">
      <dgm:prSet presAssocID="{0C81F721-2A4A-4BA2-B6D0-201DCFFA1F4B}" presName="rootText" presStyleLbl="node3" presStyleIdx="1" presStyleCnt="3" custScaleX="81904" custScaleY="42117" custLinFactX="18346" custLinFactNeighborX="100000" custLinFactNeighborY="-43363">
        <dgm:presLayoutVars>
          <dgm:chPref val="3"/>
        </dgm:presLayoutVars>
      </dgm:prSet>
      <dgm:spPr/>
    </dgm:pt>
    <dgm:pt modelId="{D1B69702-5826-41D1-8E22-185098D6C17E}" type="pres">
      <dgm:prSet presAssocID="{0C81F721-2A4A-4BA2-B6D0-201DCFFA1F4B}" presName="rootConnector" presStyleLbl="node3" presStyleIdx="1" presStyleCnt="3"/>
      <dgm:spPr/>
    </dgm:pt>
    <dgm:pt modelId="{8998D217-183C-4414-A048-8EDDAB72D261}" type="pres">
      <dgm:prSet presAssocID="{0C81F721-2A4A-4BA2-B6D0-201DCFFA1F4B}" presName="hierChild4" presStyleCnt="0"/>
      <dgm:spPr/>
    </dgm:pt>
    <dgm:pt modelId="{82E42C2A-FED6-47CD-8435-F3F77B5BA8B7}" type="pres">
      <dgm:prSet presAssocID="{0C81F721-2A4A-4BA2-B6D0-201DCFFA1F4B}" presName="hierChild5" presStyleCnt="0"/>
      <dgm:spPr/>
    </dgm:pt>
    <dgm:pt modelId="{AC69563F-C4DC-4080-A6B0-3C30394A4EF9}" type="pres">
      <dgm:prSet presAssocID="{11AD0219-9D84-4D70-B2F9-5092B111ABAB}" presName="Name48" presStyleLbl="parChTrans1D3" presStyleIdx="2" presStyleCnt="3"/>
      <dgm:spPr/>
    </dgm:pt>
    <dgm:pt modelId="{F431829A-6963-4D69-AD76-FB6E647CC661}" type="pres">
      <dgm:prSet presAssocID="{47D417EB-E5C7-4E54-94BE-C83FF1EABFA4}" presName="hierRoot2" presStyleCnt="0">
        <dgm:presLayoutVars>
          <dgm:hierBranch val="init"/>
        </dgm:presLayoutVars>
      </dgm:prSet>
      <dgm:spPr/>
    </dgm:pt>
    <dgm:pt modelId="{524E5659-E91F-490B-B773-1EBCF4F48835}" type="pres">
      <dgm:prSet presAssocID="{47D417EB-E5C7-4E54-94BE-C83FF1EABFA4}" presName="rootComposite" presStyleCnt="0"/>
      <dgm:spPr/>
    </dgm:pt>
    <dgm:pt modelId="{EA620BE0-9AA8-4687-829B-39C68B39DF71}" type="pres">
      <dgm:prSet presAssocID="{47D417EB-E5C7-4E54-94BE-C83FF1EABFA4}" presName="rootText" presStyleLbl="node3" presStyleIdx="2" presStyleCnt="3" custScaleX="81892" custScaleY="42203" custLinFactNeighborX="15400" custLinFactNeighborY="-76674">
        <dgm:presLayoutVars>
          <dgm:chPref val="3"/>
        </dgm:presLayoutVars>
      </dgm:prSet>
      <dgm:spPr/>
    </dgm:pt>
    <dgm:pt modelId="{801C66AC-07AF-465C-A37F-C352DACF4DE1}" type="pres">
      <dgm:prSet presAssocID="{47D417EB-E5C7-4E54-94BE-C83FF1EABFA4}" presName="rootConnector" presStyleLbl="node3" presStyleIdx="2" presStyleCnt="3"/>
      <dgm:spPr/>
    </dgm:pt>
    <dgm:pt modelId="{4F5C5E50-41BD-4E0D-AE78-9167805B14B0}" type="pres">
      <dgm:prSet presAssocID="{47D417EB-E5C7-4E54-94BE-C83FF1EABFA4}" presName="hierChild4" presStyleCnt="0"/>
      <dgm:spPr/>
    </dgm:pt>
    <dgm:pt modelId="{641B9923-F906-4A27-86EA-3C023E7EFD5E}" type="pres">
      <dgm:prSet presAssocID="{47D417EB-E5C7-4E54-94BE-C83FF1EABFA4}" presName="hierChild5" presStyleCnt="0"/>
      <dgm:spPr/>
    </dgm:pt>
    <dgm:pt modelId="{AC2D4C23-EBF4-4611-B7DD-F314138B3F6A}" type="pres">
      <dgm:prSet presAssocID="{64ED6D74-0EA8-4F33-9F70-C26265C4DECB}" presName="hierChild5" presStyleCnt="0"/>
      <dgm:spPr/>
    </dgm:pt>
    <dgm:pt modelId="{4218F541-3D9C-4758-92D2-7D36A0C78291}" type="pres">
      <dgm:prSet presAssocID="{2034D3BA-66C9-429C-BD31-4EBA6DFBCF47}" presName="hierChild3" presStyleCnt="0"/>
      <dgm:spPr/>
    </dgm:pt>
  </dgm:ptLst>
  <dgm:cxnLst>
    <dgm:cxn modelId="{C5B40D1E-6EDD-4D98-97B5-33F7200A9F18}" type="presOf" srcId="{64ED6D74-0EA8-4F33-9F70-C26265C4DECB}" destId="{75F23CF9-A12E-4991-999A-A531AC18793A}" srcOrd="1" destOrd="0" presId="urn:microsoft.com/office/officeart/2005/8/layout/orgChart1"/>
    <dgm:cxn modelId="{296AF81F-62AD-4CA9-9D5D-A47A41748EE9}" srcId="{1FC2F80C-FCAE-42F9-884F-ACD6A9A3F6C2}" destId="{2034D3BA-66C9-429C-BD31-4EBA6DFBCF47}" srcOrd="0" destOrd="0" parTransId="{26FD8154-F501-464F-9123-10ADA02C1BC0}" sibTransId="{6227A59B-8CFC-4848-9B02-B10AFC4E1E29}"/>
    <dgm:cxn modelId="{3520A029-2A88-4385-A3DC-71F27974EA7D}" type="presOf" srcId="{77D0E9AD-1903-4EF3-B619-67B2592268E8}" destId="{11223A5C-367C-4930-92A9-E12F1366893C}" srcOrd="0" destOrd="0" presId="urn:microsoft.com/office/officeart/2005/8/layout/orgChart1"/>
    <dgm:cxn modelId="{1D8B3932-212A-428F-92EF-31DAE17F89C5}" type="presOf" srcId="{2034D3BA-66C9-429C-BD31-4EBA6DFBCF47}" destId="{0D96F364-A6E1-4FE5-992E-9E06BCE2F1B1}" srcOrd="0" destOrd="0" presId="urn:microsoft.com/office/officeart/2005/8/layout/orgChart1"/>
    <dgm:cxn modelId="{48160648-6D35-4564-8164-8E92BC28C15D}" type="presOf" srcId="{47D417EB-E5C7-4E54-94BE-C83FF1EABFA4}" destId="{801C66AC-07AF-465C-A37F-C352DACF4DE1}" srcOrd="1" destOrd="0" presId="urn:microsoft.com/office/officeart/2005/8/layout/orgChart1"/>
    <dgm:cxn modelId="{F4883E6B-29B8-4DC0-A7DD-A40EDBCB6C39}" type="presOf" srcId="{47D417EB-E5C7-4E54-94BE-C83FF1EABFA4}" destId="{EA620BE0-9AA8-4687-829B-39C68B39DF71}" srcOrd="0" destOrd="0" presId="urn:microsoft.com/office/officeart/2005/8/layout/orgChart1"/>
    <dgm:cxn modelId="{6F2CFB6F-0E88-44E2-B11C-178A8418D9B1}" type="presOf" srcId="{2034D3BA-66C9-429C-BD31-4EBA6DFBCF47}" destId="{9F209419-025D-4F0C-9C4A-3CA856B6ABB5}" srcOrd="1" destOrd="0" presId="urn:microsoft.com/office/officeart/2005/8/layout/orgChart1"/>
    <dgm:cxn modelId="{7A7AD450-1C8D-4B8B-A27F-E3EEDF9BE16D}" srcId="{2034D3BA-66C9-429C-BD31-4EBA6DFBCF47}" destId="{64ED6D74-0EA8-4F33-9F70-C26265C4DECB}" srcOrd="0" destOrd="0" parTransId="{77D0E9AD-1903-4EF3-B619-67B2592268E8}" sibTransId="{39F3403E-4675-4BD4-AE6B-37CE31F91EAB}"/>
    <dgm:cxn modelId="{1859AB90-9736-46EF-90A1-5FE90C102178}" type="presOf" srcId="{0C81F721-2A4A-4BA2-B6D0-201DCFFA1F4B}" destId="{D1B69702-5826-41D1-8E22-185098D6C17E}" srcOrd="1" destOrd="0" presId="urn:microsoft.com/office/officeart/2005/8/layout/orgChart1"/>
    <dgm:cxn modelId="{F02E25A8-857A-48A3-B15A-5A1BE6639530}" srcId="{64ED6D74-0EA8-4F33-9F70-C26265C4DECB}" destId="{9B6DAC25-CA29-4E1D-AD62-8D0D232F1E18}" srcOrd="0" destOrd="0" parTransId="{2D74F328-F6AD-473A-BFA8-B4D63E59C040}" sibTransId="{19C5EA10-5C43-4F8F-8231-970393910AB3}"/>
    <dgm:cxn modelId="{1158A6B3-9CA7-4607-8487-A537F4BC85E7}" type="presOf" srcId="{0C81F721-2A4A-4BA2-B6D0-201DCFFA1F4B}" destId="{1595BF25-7772-4814-9910-164A310FB1CF}" srcOrd="0" destOrd="0" presId="urn:microsoft.com/office/officeart/2005/8/layout/orgChart1"/>
    <dgm:cxn modelId="{751638B7-7162-40B3-8F6B-6E47089EF997}" type="presOf" srcId="{9B6DAC25-CA29-4E1D-AD62-8D0D232F1E18}" destId="{A83DB353-E3C5-402C-BFA6-C26D79F97485}" srcOrd="0" destOrd="0" presId="urn:microsoft.com/office/officeart/2005/8/layout/orgChart1"/>
    <dgm:cxn modelId="{3B828DBE-764F-42D4-B175-B8349B0C61CE}" type="presOf" srcId="{11AD0219-9D84-4D70-B2F9-5092B111ABAB}" destId="{AC69563F-C4DC-4080-A6B0-3C30394A4EF9}" srcOrd="0" destOrd="0" presId="urn:microsoft.com/office/officeart/2005/8/layout/orgChart1"/>
    <dgm:cxn modelId="{225D1DC7-644D-4BCD-9104-0DE603BDD313}" type="presOf" srcId="{1FC2F80C-FCAE-42F9-884F-ACD6A9A3F6C2}" destId="{E1D91D0E-47B6-45FF-8898-9243D2491F93}" srcOrd="0" destOrd="0" presId="urn:microsoft.com/office/officeart/2005/8/layout/orgChart1"/>
    <dgm:cxn modelId="{796F62D1-08A0-48CD-9742-83D17DDCEB1C}" srcId="{64ED6D74-0EA8-4F33-9F70-C26265C4DECB}" destId="{47D417EB-E5C7-4E54-94BE-C83FF1EABFA4}" srcOrd="2" destOrd="0" parTransId="{11AD0219-9D84-4D70-B2F9-5092B111ABAB}" sibTransId="{4883C2A5-935B-4734-A161-3172A39D4231}"/>
    <dgm:cxn modelId="{E292F4D3-A72D-48C5-A86F-21444728672B}" type="presOf" srcId="{9B6DAC25-CA29-4E1D-AD62-8D0D232F1E18}" destId="{2DF2EC40-8607-46AB-B3C1-DE681FAE920E}" srcOrd="1" destOrd="0" presId="urn:microsoft.com/office/officeart/2005/8/layout/orgChart1"/>
    <dgm:cxn modelId="{95B1B9D5-A3B0-44B2-A081-E2D17EB6F8CB}" type="presOf" srcId="{B113BF63-BA5B-44F0-830C-41ECFD769A17}" destId="{2A0565FC-9F38-45B8-B8D5-9FD45FB94A24}" srcOrd="0" destOrd="0" presId="urn:microsoft.com/office/officeart/2005/8/layout/orgChart1"/>
    <dgm:cxn modelId="{01BBF3EA-44FF-4410-B24B-6B1ABB4468C6}" srcId="{64ED6D74-0EA8-4F33-9F70-C26265C4DECB}" destId="{0C81F721-2A4A-4BA2-B6D0-201DCFFA1F4B}" srcOrd="1" destOrd="0" parTransId="{B113BF63-BA5B-44F0-830C-41ECFD769A17}" sibTransId="{98955B0E-D086-43E9-9ED0-B1D0D45115B8}"/>
    <dgm:cxn modelId="{491073ED-67B6-4A88-B57F-88AC12CDA87C}" type="presOf" srcId="{64ED6D74-0EA8-4F33-9F70-C26265C4DECB}" destId="{43AD4552-CBD4-481C-BDF1-F598F7D7BC88}" srcOrd="0" destOrd="0" presId="urn:microsoft.com/office/officeart/2005/8/layout/orgChart1"/>
    <dgm:cxn modelId="{1DD6F6F9-9231-46C7-A08B-D6C9399D6685}" type="presOf" srcId="{2D74F328-F6AD-473A-BFA8-B4D63E59C040}" destId="{DE226FEA-FB64-4279-8574-DE11BEBD93F5}" srcOrd="0" destOrd="0" presId="urn:microsoft.com/office/officeart/2005/8/layout/orgChart1"/>
    <dgm:cxn modelId="{4EEB0FEB-6204-4686-B5C9-F6A23BD6B98A}" type="presParOf" srcId="{E1D91D0E-47B6-45FF-8898-9243D2491F93}" destId="{B8B35649-9036-42EC-BA08-9B8AC86EEE0B}" srcOrd="0" destOrd="0" presId="urn:microsoft.com/office/officeart/2005/8/layout/orgChart1"/>
    <dgm:cxn modelId="{12359E23-D516-42DC-B4A8-9DDA6BA6B43E}" type="presParOf" srcId="{B8B35649-9036-42EC-BA08-9B8AC86EEE0B}" destId="{4083D943-1B8A-47C5-8715-818BC1CF5C29}" srcOrd="0" destOrd="0" presId="urn:microsoft.com/office/officeart/2005/8/layout/orgChart1"/>
    <dgm:cxn modelId="{24D6625E-6211-4D10-ACEB-B825D9D19F68}" type="presParOf" srcId="{4083D943-1B8A-47C5-8715-818BC1CF5C29}" destId="{0D96F364-A6E1-4FE5-992E-9E06BCE2F1B1}" srcOrd="0" destOrd="0" presId="urn:microsoft.com/office/officeart/2005/8/layout/orgChart1"/>
    <dgm:cxn modelId="{151ACBB4-E7C5-4B6B-81BD-8516B2DF8DE9}" type="presParOf" srcId="{4083D943-1B8A-47C5-8715-818BC1CF5C29}" destId="{9F209419-025D-4F0C-9C4A-3CA856B6ABB5}" srcOrd="1" destOrd="0" presId="urn:microsoft.com/office/officeart/2005/8/layout/orgChart1"/>
    <dgm:cxn modelId="{89118B05-D217-4A67-A37F-54738B5BE2A6}" type="presParOf" srcId="{B8B35649-9036-42EC-BA08-9B8AC86EEE0B}" destId="{44A986E1-3DFD-4908-BBE4-24B3936D2C36}" srcOrd="1" destOrd="0" presId="urn:microsoft.com/office/officeart/2005/8/layout/orgChart1"/>
    <dgm:cxn modelId="{41396377-8850-4237-ABC3-A453AD8940B1}" type="presParOf" srcId="{44A986E1-3DFD-4908-BBE4-24B3936D2C36}" destId="{11223A5C-367C-4930-92A9-E12F1366893C}" srcOrd="0" destOrd="0" presId="urn:microsoft.com/office/officeart/2005/8/layout/orgChart1"/>
    <dgm:cxn modelId="{7FE1183A-248D-4DE3-BA75-DBFF317DE03D}" type="presParOf" srcId="{44A986E1-3DFD-4908-BBE4-24B3936D2C36}" destId="{642FE819-CF72-4CE4-BB5F-5B42B9394810}" srcOrd="1" destOrd="0" presId="urn:microsoft.com/office/officeart/2005/8/layout/orgChart1"/>
    <dgm:cxn modelId="{5C8A93FF-212A-402F-B438-24E358AC8213}" type="presParOf" srcId="{642FE819-CF72-4CE4-BB5F-5B42B9394810}" destId="{E0B39604-34E4-4922-9438-0F2ADD7584C8}" srcOrd="0" destOrd="0" presId="urn:microsoft.com/office/officeart/2005/8/layout/orgChart1"/>
    <dgm:cxn modelId="{AB283428-1E8C-4BD9-BCA3-9131A06ED107}" type="presParOf" srcId="{E0B39604-34E4-4922-9438-0F2ADD7584C8}" destId="{43AD4552-CBD4-481C-BDF1-F598F7D7BC88}" srcOrd="0" destOrd="0" presId="urn:microsoft.com/office/officeart/2005/8/layout/orgChart1"/>
    <dgm:cxn modelId="{04874690-2189-481F-A1A9-80487B5732E1}" type="presParOf" srcId="{E0B39604-34E4-4922-9438-0F2ADD7584C8}" destId="{75F23CF9-A12E-4991-999A-A531AC18793A}" srcOrd="1" destOrd="0" presId="urn:microsoft.com/office/officeart/2005/8/layout/orgChart1"/>
    <dgm:cxn modelId="{68A005FA-ED29-4D1D-A5D7-1F2D02856CCD}" type="presParOf" srcId="{642FE819-CF72-4CE4-BB5F-5B42B9394810}" destId="{34163ECA-D4C2-4FA2-B3E4-D33157BB5BF5}" srcOrd="1" destOrd="0" presId="urn:microsoft.com/office/officeart/2005/8/layout/orgChart1"/>
    <dgm:cxn modelId="{30AA2C34-B71A-4D51-BA5B-E2D532E7AF3C}" type="presParOf" srcId="{34163ECA-D4C2-4FA2-B3E4-D33157BB5BF5}" destId="{DE226FEA-FB64-4279-8574-DE11BEBD93F5}" srcOrd="0" destOrd="0" presId="urn:microsoft.com/office/officeart/2005/8/layout/orgChart1"/>
    <dgm:cxn modelId="{EBC79857-116D-4958-9829-95701A36EDAF}" type="presParOf" srcId="{34163ECA-D4C2-4FA2-B3E4-D33157BB5BF5}" destId="{04E50188-FFD5-4A93-B361-5CEB7132935D}" srcOrd="1" destOrd="0" presId="urn:microsoft.com/office/officeart/2005/8/layout/orgChart1"/>
    <dgm:cxn modelId="{6467575A-DC9B-4AEE-8880-7E1C0A31F34A}" type="presParOf" srcId="{04E50188-FFD5-4A93-B361-5CEB7132935D}" destId="{3EFB5E83-7106-45FA-AAC4-50D4BA5A9854}" srcOrd="0" destOrd="0" presId="urn:microsoft.com/office/officeart/2005/8/layout/orgChart1"/>
    <dgm:cxn modelId="{096375F0-D9E6-4755-AFE5-45A6D40E874A}" type="presParOf" srcId="{3EFB5E83-7106-45FA-AAC4-50D4BA5A9854}" destId="{A83DB353-E3C5-402C-BFA6-C26D79F97485}" srcOrd="0" destOrd="0" presId="urn:microsoft.com/office/officeart/2005/8/layout/orgChart1"/>
    <dgm:cxn modelId="{45056B0B-0B51-4F95-A9D4-D4252D8A8C33}" type="presParOf" srcId="{3EFB5E83-7106-45FA-AAC4-50D4BA5A9854}" destId="{2DF2EC40-8607-46AB-B3C1-DE681FAE920E}" srcOrd="1" destOrd="0" presId="urn:microsoft.com/office/officeart/2005/8/layout/orgChart1"/>
    <dgm:cxn modelId="{00567EF4-97BC-4EDE-98F4-D2727472C236}" type="presParOf" srcId="{04E50188-FFD5-4A93-B361-5CEB7132935D}" destId="{D73F2AF9-51C7-49F2-A0A3-783AAA6CE324}" srcOrd="1" destOrd="0" presId="urn:microsoft.com/office/officeart/2005/8/layout/orgChart1"/>
    <dgm:cxn modelId="{D7F42DE3-CE2D-494D-84CD-BD156AD5EB85}" type="presParOf" srcId="{04E50188-FFD5-4A93-B361-5CEB7132935D}" destId="{EAD5E2CC-9E86-4B6A-9C39-E61E777C80F5}" srcOrd="2" destOrd="0" presId="urn:microsoft.com/office/officeart/2005/8/layout/orgChart1"/>
    <dgm:cxn modelId="{20E6A51B-4B94-4459-9438-DE9E6C6F09D6}" type="presParOf" srcId="{34163ECA-D4C2-4FA2-B3E4-D33157BB5BF5}" destId="{2A0565FC-9F38-45B8-B8D5-9FD45FB94A24}" srcOrd="2" destOrd="0" presId="urn:microsoft.com/office/officeart/2005/8/layout/orgChart1"/>
    <dgm:cxn modelId="{111D5F05-F105-45D9-9001-6DCFC61B3293}" type="presParOf" srcId="{34163ECA-D4C2-4FA2-B3E4-D33157BB5BF5}" destId="{243CCADD-FD24-46FF-89E0-A2391ED5CA9A}" srcOrd="3" destOrd="0" presId="urn:microsoft.com/office/officeart/2005/8/layout/orgChart1"/>
    <dgm:cxn modelId="{52244F64-472B-4EBB-8EBD-525BD5CF69FE}" type="presParOf" srcId="{243CCADD-FD24-46FF-89E0-A2391ED5CA9A}" destId="{1A24F98F-B7D9-4E10-8A6D-A359DB6D7D2B}" srcOrd="0" destOrd="0" presId="urn:microsoft.com/office/officeart/2005/8/layout/orgChart1"/>
    <dgm:cxn modelId="{7FE0DFC8-E98D-48D4-BBCF-25671C6E7B38}" type="presParOf" srcId="{1A24F98F-B7D9-4E10-8A6D-A359DB6D7D2B}" destId="{1595BF25-7772-4814-9910-164A310FB1CF}" srcOrd="0" destOrd="0" presId="urn:microsoft.com/office/officeart/2005/8/layout/orgChart1"/>
    <dgm:cxn modelId="{9B83D7FE-275A-4ABC-B68A-65184021F2F4}" type="presParOf" srcId="{1A24F98F-B7D9-4E10-8A6D-A359DB6D7D2B}" destId="{D1B69702-5826-41D1-8E22-185098D6C17E}" srcOrd="1" destOrd="0" presId="urn:microsoft.com/office/officeart/2005/8/layout/orgChart1"/>
    <dgm:cxn modelId="{5EF16F35-6ABB-4DAA-B98F-2A787F2CB47F}" type="presParOf" srcId="{243CCADD-FD24-46FF-89E0-A2391ED5CA9A}" destId="{8998D217-183C-4414-A048-8EDDAB72D261}" srcOrd="1" destOrd="0" presId="urn:microsoft.com/office/officeart/2005/8/layout/orgChart1"/>
    <dgm:cxn modelId="{1AC325F8-BAE2-489B-ADD4-234A0AD0263B}" type="presParOf" srcId="{243CCADD-FD24-46FF-89E0-A2391ED5CA9A}" destId="{82E42C2A-FED6-47CD-8435-F3F77B5BA8B7}" srcOrd="2" destOrd="0" presId="urn:microsoft.com/office/officeart/2005/8/layout/orgChart1"/>
    <dgm:cxn modelId="{AB10B616-CA82-4194-AE77-350D4BC8D09A}" type="presParOf" srcId="{34163ECA-D4C2-4FA2-B3E4-D33157BB5BF5}" destId="{AC69563F-C4DC-4080-A6B0-3C30394A4EF9}" srcOrd="4" destOrd="0" presId="urn:microsoft.com/office/officeart/2005/8/layout/orgChart1"/>
    <dgm:cxn modelId="{7E51AB6E-A16F-4CE2-A499-0EC822187046}" type="presParOf" srcId="{34163ECA-D4C2-4FA2-B3E4-D33157BB5BF5}" destId="{F431829A-6963-4D69-AD76-FB6E647CC661}" srcOrd="5" destOrd="0" presId="urn:microsoft.com/office/officeart/2005/8/layout/orgChart1"/>
    <dgm:cxn modelId="{11E64B03-BCC7-4ADD-A9EF-D267871D5848}" type="presParOf" srcId="{F431829A-6963-4D69-AD76-FB6E647CC661}" destId="{524E5659-E91F-490B-B773-1EBCF4F48835}" srcOrd="0" destOrd="0" presId="urn:microsoft.com/office/officeart/2005/8/layout/orgChart1"/>
    <dgm:cxn modelId="{176805A4-87DC-4C62-B61D-12FA2297C6F8}" type="presParOf" srcId="{524E5659-E91F-490B-B773-1EBCF4F48835}" destId="{EA620BE0-9AA8-4687-829B-39C68B39DF71}" srcOrd="0" destOrd="0" presId="urn:microsoft.com/office/officeart/2005/8/layout/orgChart1"/>
    <dgm:cxn modelId="{DA57900F-86AB-4F6B-A444-57E510F7B823}" type="presParOf" srcId="{524E5659-E91F-490B-B773-1EBCF4F48835}" destId="{801C66AC-07AF-465C-A37F-C352DACF4DE1}" srcOrd="1" destOrd="0" presId="urn:microsoft.com/office/officeart/2005/8/layout/orgChart1"/>
    <dgm:cxn modelId="{8FAE74D0-7EFC-4097-9B73-35960CDB4EA7}" type="presParOf" srcId="{F431829A-6963-4D69-AD76-FB6E647CC661}" destId="{4F5C5E50-41BD-4E0D-AE78-9167805B14B0}" srcOrd="1" destOrd="0" presId="urn:microsoft.com/office/officeart/2005/8/layout/orgChart1"/>
    <dgm:cxn modelId="{9FBAE7D5-426A-4C06-80E6-07F2BD802529}" type="presParOf" srcId="{F431829A-6963-4D69-AD76-FB6E647CC661}" destId="{641B9923-F906-4A27-86EA-3C023E7EFD5E}" srcOrd="2" destOrd="0" presId="urn:microsoft.com/office/officeart/2005/8/layout/orgChart1"/>
    <dgm:cxn modelId="{59F8449D-0E3E-441E-B910-6DF7775F66FF}" type="presParOf" srcId="{642FE819-CF72-4CE4-BB5F-5B42B9394810}" destId="{AC2D4C23-EBF4-4611-B7DD-F314138B3F6A}" srcOrd="2" destOrd="0" presId="urn:microsoft.com/office/officeart/2005/8/layout/orgChart1"/>
    <dgm:cxn modelId="{398CBBE3-FC86-49E1-8BAF-F8F69CF1CD09}" type="presParOf" srcId="{B8B35649-9036-42EC-BA08-9B8AC86EEE0B}" destId="{4218F541-3D9C-4758-92D2-7D36A0C7829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C2F80C-FCAE-42F9-884F-ACD6A9A3F6C2}" type="doc">
      <dgm:prSet loTypeId="urn:microsoft.com/office/officeart/2005/8/layout/orgChart1" loCatId="hierarchy" qsTypeId="urn:microsoft.com/office/officeart/2005/8/quickstyle/simple5" qsCatId="simple" csTypeId="urn:microsoft.com/office/officeart/2005/8/colors/accent5_4" csCatId="accent5" phldr="1"/>
      <dgm:spPr/>
      <dgm:t>
        <a:bodyPr/>
        <a:lstStyle/>
        <a:p>
          <a:endParaRPr lang="de-DE"/>
        </a:p>
      </dgm:t>
    </dgm:pt>
    <dgm:pt modelId="{2034D3BA-66C9-429C-BD31-4EBA6DFBCF47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/>
            <a:t>Main</a:t>
          </a:r>
        </a:p>
      </dgm:t>
    </dgm:pt>
    <dgm:pt modelId="{26FD8154-F501-464F-9123-10ADA02C1BC0}" type="parTrans" cxnId="{296AF81F-62AD-4CA9-9D5D-A47A41748EE9}">
      <dgm:prSet/>
      <dgm:spPr/>
      <dgm:t>
        <a:bodyPr/>
        <a:lstStyle/>
        <a:p>
          <a:endParaRPr lang="de-DE"/>
        </a:p>
      </dgm:t>
    </dgm:pt>
    <dgm:pt modelId="{6227A59B-8CFC-4848-9B02-B10AFC4E1E29}" type="sibTrans" cxnId="{296AF81F-62AD-4CA9-9D5D-A47A41748EE9}">
      <dgm:prSet/>
      <dgm:spPr/>
      <dgm:t>
        <a:bodyPr/>
        <a:lstStyle/>
        <a:p>
          <a:endParaRPr lang="de-DE"/>
        </a:p>
      </dgm:t>
    </dgm:pt>
    <dgm:pt modelId="{9EDE10DD-8EAF-4399-95D7-680B76798717}" type="asst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/>
            <a:t>Storage</a:t>
          </a:r>
        </a:p>
      </dgm:t>
    </dgm:pt>
    <dgm:pt modelId="{6BEC8937-2D25-4398-8A58-6272B6554041}" type="parTrans" cxnId="{6AC98778-0505-4625-99C9-297EBB23F22C}">
      <dgm:prSet/>
      <dgm:spPr/>
      <dgm:t>
        <a:bodyPr/>
        <a:lstStyle/>
        <a:p>
          <a:endParaRPr lang="de-DE"/>
        </a:p>
      </dgm:t>
    </dgm:pt>
    <dgm:pt modelId="{9BDA8AE9-2A6A-48E3-BF5C-6D106474DD0D}" type="sibTrans" cxnId="{6AC98778-0505-4625-99C9-297EBB23F22C}">
      <dgm:prSet/>
      <dgm:spPr/>
      <dgm:t>
        <a:bodyPr/>
        <a:lstStyle/>
        <a:p>
          <a:endParaRPr lang="de-DE"/>
        </a:p>
      </dgm:t>
    </dgm:pt>
    <dgm:pt modelId="{2FEAF2D0-C225-471A-AB94-BCA1B36065C9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/>
            <a:t>Board Visual</a:t>
          </a:r>
        </a:p>
      </dgm:t>
    </dgm:pt>
    <dgm:pt modelId="{F5655831-A6D2-41D7-9E10-00BB43D97D3E}" type="parTrans" cxnId="{05C521F9-0371-471D-9F88-9BADCAEFCACC}">
      <dgm:prSet/>
      <dgm:spPr/>
      <dgm:t>
        <a:bodyPr/>
        <a:lstStyle/>
        <a:p>
          <a:endParaRPr lang="de-DE"/>
        </a:p>
      </dgm:t>
    </dgm:pt>
    <dgm:pt modelId="{85D22D55-8D28-4C74-82CE-53ABC41C3A41}" type="sibTrans" cxnId="{05C521F9-0371-471D-9F88-9BADCAEFCACC}">
      <dgm:prSet/>
      <dgm:spPr/>
      <dgm:t>
        <a:bodyPr/>
        <a:lstStyle/>
        <a:p>
          <a:endParaRPr lang="de-DE"/>
        </a:p>
      </dgm:t>
    </dgm:pt>
    <dgm:pt modelId="{D6E92B36-23B7-425C-A745-E13A9AEB5736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/>
            <a:t>Renderer</a:t>
          </a:r>
        </a:p>
      </dgm:t>
    </dgm:pt>
    <dgm:pt modelId="{10BD5711-C381-4BC8-8C4F-20CF92BD1096}" type="parTrans" cxnId="{A7FE41DF-38A6-4CA8-A19D-66D072C35590}">
      <dgm:prSet/>
      <dgm:spPr/>
      <dgm:t>
        <a:bodyPr/>
        <a:lstStyle/>
        <a:p>
          <a:endParaRPr lang="de-DE"/>
        </a:p>
      </dgm:t>
    </dgm:pt>
    <dgm:pt modelId="{833EFC2D-C518-4F4F-9AD2-D734FBA6DDA5}" type="sibTrans" cxnId="{A7FE41DF-38A6-4CA8-A19D-66D072C35590}">
      <dgm:prSet/>
      <dgm:spPr/>
      <dgm:t>
        <a:bodyPr/>
        <a:lstStyle/>
        <a:p>
          <a:endParaRPr lang="de-DE"/>
        </a:p>
      </dgm:t>
    </dgm:pt>
    <dgm:pt modelId="{9CCCD7D3-511D-44F3-8366-04EF58C0EB6F}" type="asst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/>
            <a:t>Scom2</a:t>
          </a:r>
        </a:p>
      </dgm:t>
    </dgm:pt>
    <dgm:pt modelId="{C97DF2A7-0200-4CE7-8FE7-2643377C64FD}" type="parTrans" cxnId="{4FF0AAD2-D0BB-45B0-884A-515EB4840484}">
      <dgm:prSet/>
      <dgm:spPr/>
      <dgm:t>
        <a:bodyPr/>
        <a:lstStyle/>
        <a:p>
          <a:endParaRPr lang="de-DE"/>
        </a:p>
      </dgm:t>
    </dgm:pt>
    <dgm:pt modelId="{EBBD801D-072C-4FD3-8BD8-A1DBB82E1882}" type="sibTrans" cxnId="{4FF0AAD2-D0BB-45B0-884A-515EB4840484}">
      <dgm:prSet/>
      <dgm:spPr/>
      <dgm:t>
        <a:bodyPr/>
        <a:lstStyle/>
        <a:p>
          <a:endParaRPr lang="de-DE"/>
        </a:p>
      </dgm:t>
    </dgm:pt>
    <dgm:pt modelId="{64ED6D74-0EA8-4F33-9F70-C26265C4DECB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/>
            <a:t>Database</a:t>
          </a:r>
        </a:p>
      </dgm:t>
    </dgm:pt>
    <dgm:pt modelId="{77D0E9AD-1903-4EF3-B619-67B2592268E8}" type="parTrans" cxnId="{7A7AD450-1C8D-4B8B-A27F-E3EEDF9BE16D}">
      <dgm:prSet/>
      <dgm:spPr/>
      <dgm:t>
        <a:bodyPr/>
        <a:lstStyle/>
        <a:p>
          <a:endParaRPr lang="de-DE"/>
        </a:p>
      </dgm:t>
    </dgm:pt>
    <dgm:pt modelId="{39F3403E-4675-4BD4-AE6B-37CE31F91EAB}" type="sibTrans" cxnId="{7A7AD450-1C8D-4B8B-A27F-E3EEDF9BE16D}">
      <dgm:prSet/>
      <dgm:spPr/>
      <dgm:t>
        <a:bodyPr/>
        <a:lstStyle/>
        <a:p>
          <a:endParaRPr lang="de-DE"/>
        </a:p>
      </dgm:t>
    </dgm:pt>
    <dgm:pt modelId="{9B6DAC25-CA29-4E1D-AD62-8D0D232F1E18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 err="1"/>
            <a:t>Physical</a:t>
          </a:r>
          <a:endParaRPr lang="de-DE" sz="2000" dirty="0"/>
        </a:p>
      </dgm:t>
    </dgm:pt>
    <dgm:pt modelId="{2D74F328-F6AD-473A-BFA8-B4D63E59C040}" type="parTrans" cxnId="{F02E25A8-857A-48A3-B15A-5A1BE6639530}">
      <dgm:prSet/>
      <dgm:spPr/>
      <dgm:t>
        <a:bodyPr/>
        <a:lstStyle/>
        <a:p>
          <a:endParaRPr lang="de-DE"/>
        </a:p>
      </dgm:t>
    </dgm:pt>
    <dgm:pt modelId="{19C5EA10-5C43-4F8F-8231-970393910AB3}" type="sibTrans" cxnId="{F02E25A8-857A-48A3-B15A-5A1BE6639530}">
      <dgm:prSet/>
      <dgm:spPr/>
      <dgm:t>
        <a:bodyPr/>
        <a:lstStyle/>
        <a:p>
          <a:endParaRPr lang="de-DE"/>
        </a:p>
      </dgm:t>
    </dgm:pt>
    <dgm:pt modelId="{0C81F721-2A4A-4BA2-B6D0-201DCFFA1F4B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/>
            <a:t>Display</a:t>
          </a:r>
        </a:p>
      </dgm:t>
    </dgm:pt>
    <dgm:pt modelId="{B113BF63-BA5B-44F0-830C-41ECFD769A17}" type="parTrans" cxnId="{01BBF3EA-44FF-4410-B24B-6B1ABB4468C6}">
      <dgm:prSet/>
      <dgm:spPr/>
      <dgm:t>
        <a:bodyPr/>
        <a:lstStyle/>
        <a:p>
          <a:endParaRPr lang="de-DE"/>
        </a:p>
      </dgm:t>
    </dgm:pt>
    <dgm:pt modelId="{98955B0E-D086-43E9-9ED0-B1D0D45115B8}" type="sibTrans" cxnId="{01BBF3EA-44FF-4410-B24B-6B1ABB4468C6}">
      <dgm:prSet/>
      <dgm:spPr/>
      <dgm:t>
        <a:bodyPr/>
        <a:lstStyle/>
        <a:p>
          <a:endParaRPr lang="de-DE"/>
        </a:p>
      </dgm:t>
    </dgm:pt>
    <dgm:pt modelId="{3D9D215A-B7B6-4B5B-AB59-12A2A8179C43}">
      <dgm:prSet phldrT="[Text]" custT="1"/>
      <dgm:spPr>
        <a:solidFill>
          <a:srgbClr val="00577B"/>
        </a:solidFill>
      </dgm:spPr>
      <dgm:t>
        <a:bodyPr/>
        <a:lstStyle/>
        <a:p>
          <a:r>
            <a:rPr lang="de-DE" sz="2000" dirty="0" err="1"/>
            <a:t>ToolsCORE</a:t>
          </a:r>
          <a:endParaRPr lang="de-DE" sz="2000" dirty="0"/>
        </a:p>
      </dgm:t>
    </dgm:pt>
    <dgm:pt modelId="{3577ABF0-3AD6-4943-8B94-72B5FA91D14C}" type="parTrans" cxnId="{466F90CE-2655-4224-906A-398F4230E4F6}">
      <dgm:prSet/>
      <dgm:spPr>
        <a:ln>
          <a:solidFill>
            <a:schemeClr val="accent5">
              <a:tint val="70000"/>
              <a:hueOff val="0"/>
              <a:satOff val="0"/>
              <a:lumOff val="0"/>
            </a:schemeClr>
          </a:solidFill>
        </a:ln>
      </dgm:spPr>
      <dgm:t>
        <a:bodyPr/>
        <a:lstStyle/>
        <a:p>
          <a:endParaRPr lang="de-DE"/>
        </a:p>
      </dgm:t>
    </dgm:pt>
    <dgm:pt modelId="{9A41784A-4DEC-430F-B1EC-0ACC306F0323}" type="sibTrans" cxnId="{466F90CE-2655-4224-906A-398F4230E4F6}">
      <dgm:prSet/>
      <dgm:spPr/>
      <dgm:t>
        <a:bodyPr/>
        <a:lstStyle/>
        <a:p>
          <a:endParaRPr lang="de-DE"/>
        </a:p>
      </dgm:t>
    </dgm:pt>
    <dgm:pt modelId="{E1D91D0E-47B6-45FF-8898-9243D2491F93}" type="pres">
      <dgm:prSet presAssocID="{1FC2F80C-FCAE-42F9-884F-ACD6A9A3F6C2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</dgm:pt>
    <dgm:pt modelId="{B8B35649-9036-42EC-BA08-9B8AC86EEE0B}" type="pres">
      <dgm:prSet presAssocID="{2034D3BA-66C9-429C-BD31-4EBA6DFBCF47}" presName="hierRoot1" presStyleCnt="0">
        <dgm:presLayoutVars>
          <dgm:hierBranch val="init"/>
        </dgm:presLayoutVars>
      </dgm:prSet>
      <dgm:spPr/>
    </dgm:pt>
    <dgm:pt modelId="{4083D943-1B8A-47C5-8715-818BC1CF5C29}" type="pres">
      <dgm:prSet presAssocID="{2034D3BA-66C9-429C-BD31-4EBA6DFBCF47}" presName="rootComposite1" presStyleCnt="0"/>
      <dgm:spPr/>
    </dgm:pt>
    <dgm:pt modelId="{0D96F364-A6E1-4FE5-992E-9E06BCE2F1B1}" type="pres">
      <dgm:prSet presAssocID="{2034D3BA-66C9-429C-BD31-4EBA6DFBCF47}" presName="rootText1" presStyleLbl="node0" presStyleIdx="0" presStyleCnt="1" custScaleX="81904" custScaleY="42117" custLinFactNeighborY="43880">
        <dgm:presLayoutVars>
          <dgm:chPref val="3"/>
        </dgm:presLayoutVars>
      </dgm:prSet>
      <dgm:spPr/>
    </dgm:pt>
    <dgm:pt modelId="{9F209419-025D-4F0C-9C4A-3CA856B6ABB5}" type="pres">
      <dgm:prSet presAssocID="{2034D3BA-66C9-429C-BD31-4EBA6DFBCF47}" presName="rootConnector1" presStyleLbl="node1" presStyleIdx="0" presStyleCnt="0"/>
      <dgm:spPr/>
    </dgm:pt>
    <dgm:pt modelId="{44A986E1-3DFD-4908-BBE4-24B3936D2C36}" type="pres">
      <dgm:prSet presAssocID="{2034D3BA-66C9-429C-BD31-4EBA6DFBCF47}" presName="hierChild2" presStyleCnt="0"/>
      <dgm:spPr/>
    </dgm:pt>
    <dgm:pt modelId="{ED0401A7-45CF-402D-80F5-857BDA9E04CF}" type="pres">
      <dgm:prSet presAssocID="{F5655831-A6D2-41D7-9E10-00BB43D97D3E}" presName="Name37" presStyleLbl="parChTrans1D2" presStyleIdx="0" presStyleCnt="5"/>
      <dgm:spPr/>
    </dgm:pt>
    <dgm:pt modelId="{D4EC2303-8A71-4AD9-8FA5-3C40780DA586}" type="pres">
      <dgm:prSet presAssocID="{2FEAF2D0-C225-471A-AB94-BCA1B36065C9}" presName="hierRoot2" presStyleCnt="0">
        <dgm:presLayoutVars>
          <dgm:hierBranch val="init"/>
        </dgm:presLayoutVars>
      </dgm:prSet>
      <dgm:spPr/>
    </dgm:pt>
    <dgm:pt modelId="{08100471-EA22-4B58-B6CD-94E2A40BBE5A}" type="pres">
      <dgm:prSet presAssocID="{2FEAF2D0-C225-471A-AB94-BCA1B36065C9}" presName="rootComposite" presStyleCnt="0"/>
      <dgm:spPr/>
    </dgm:pt>
    <dgm:pt modelId="{68A62F83-5B7F-4CB8-8BA8-20C2DDE0A2FD}" type="pres">
      <dgm:prSet presAssocID="{2FEAF2D0-C225-471A-AB94-BCA1B36065C9}" presName="rootText" presStyleLbl="node2" presStyleIdx="0" presStyleCnt="3" custScaleX="81904" custScaleY="42117" custLinFactNeighborY="-19882">
        <dgm:presLayoutVars>
          <dgm:chPref val="3"/>
        </dgm:presLayoutVars>
      </dgm:prSet>
      <dgm:spPr/>
    </dgm:pt>
    <dgm:pt modelId="{79310DDA-A245-4809-93AA-863DBAB39D13}" type="pres">
      <dgm:prSet presAssocID="{2FEAF2D0-C225-471A-AB94-BCA1B36065C9}" presName="rootConnector" presStyleLbl="node2" presStyleIdx="0" presStyleCnt="3"/>
      <dgm:spPr/>
    </dgm:pt>
    <dgm:pt modelId="{4E16FC1C-55A5-4BDB-89BA-A6607FBDA782}" type="pres">
      <dgm:prSet presAssocID="{2FEAF2D0-C225-471A-AB94-BCA1B36065C9}" presName="hierChild4" presStyleCnt="0"/>
      <dgm:spPr/>
    </dgm:pt>
    <dgm:pt modelId="{5E63FE34-19EF-4FFE-B4C0-A93D4D0F78A0}" type="pres">
      <dgm:prSet presAssocID="{3577ABF0-3AD6-4943-8B94-72B5FA91D14C}" presName="Name37" presStyleLbl="parChTrans1D3" presStyleIdx="0" presStyleCnt="3"/>
      <dgm:spPr/>
    </dgm:pt>
    <dgm:pt modelId="{7741B752-62F0-454F-8878-C75C1F8A7E96}" type="pres">
      <dgm:prSet presAssocID="{3D9D215A-B7B6-4B5B-AB59-12A2A8179C43}" presName="hierRoot2" presStyleCnt="0">
        <dgm:presLayoutVars>
          <dgm:hierBranch val="init"/>
        </dgm:presLayoutVars>
      </dgm:prSet>
      <dgm:spPr/>
    </dgm:pt>
    <dgm:pt modelId="{976CEBE8-9F7D-4EE3-A414-918205F3F521}" type="pres">
      <dgm:prSet presAssocID="{3D9D215A-B7B6-4B5B-AB59-12A2A8179C43}" presName="rootComposite" presStyleCnt="0"/>
      <dgm:spPr/>
    </dgm:pt>
    <dgm:pt modelId="{837EA61C-C41A-4DC3-9F88-B25FD6B7D125}" type="pres">
      <dgm:prSet presAssocID="{3D9D215A-B7B6-4B5B-AB59-12A2A8179C43}" presName="rootText" presStyleLbl="node3" presStyleIdx="0" presStyleCnt="3" custScaleY="38755" custLinFactNeighborX="-357" custLinFactNeighborY="-37706">
        <dgm:presLayoutVars>
          <dgm:chPref val="3"/>
        </dgm:presLayoutVars>
      </dgm:prSet>
      <dgm:spPr/>
    </dgm:pt>
    <dgm:pt modelId="{46E469E7-FD45-487F-A373-139EE21BEB68}" type="pres">
      <dgm:prSet presAssocID="{3D9D215A-B7B6-4B5B-AB59-12A2A8179C43}" presName="rootConnector" presStyleLbl="node3" presStyleIdx="0" presStyleCnt="3"/>
      <dgm:spPr/>
    </dgm:pt>
    <dgm:pt modelId="{4CF97932-ADF9-4C16-941B-FCD4F34088F6}" type="pres">
      <dgm:prSet presAssocID="{3D9D215A-B7B6-4B5B-AB59-12A2A8179C43}" presName="hierChild4" presStyleCnt="0"/>
      <dgm:spPr/>
    </dgm:pt>
    <dgm:pt modelId="{6B1C6639-4AA0-4238-A92C-FA0E80985078}" type="pres">
      <dgm:prSet presAssocID="{3D9D215A-B7B6-4B5B-AB59-12A2A8179C43}" presName="hierChild5" presStyleCnt="0"/>
      <dgm:spPr/>
    </dgm:pt>
    <dgm:pt modelId="{3B39F1C7-A5FB-4030-ADD1-93F66DCA8D68}" type="pres">
      <dgm:prSet presAssocID="{2FEAF2D0-C225-471A-AB94-BCA1B36065C9}" presName="hierChild5" presStyleCnt="0"/>
      <dgm:spPr/>
    </dgm:pt>
    <dgm:pt modelId="{CC1A8590-6211-40F5-BAF9-8A5A5BD52502}" type="pres">
      <dgm:prSet presAssocID="{10BD5711-C381-4BC8-8C4F-20CF92BD1096}" presName="Name37" presStyleLbl="parChTrans1D2" presStyleIdx="1" presStyleCnt="5"/>
      <dgm:spPr/>
    </dgm:pt>
    <dgm:pt modelId="{0A81D97A-646D-4986-8140-B185A0F88AC9}" type="pres">
      <dgm:prSet presAssocID="{D6E92B36-23B7-425C-A745-E13A9AEB5736}" presName="hierRoot2" presStyleCnt="0">
        <dgm:presLayoutVars>
          <dgm:hierBranch val="init"/>
        </dgm:presLayoutVars>
      </dgm:prSet>
      <dgm:spPr/>
    </dgm:pt>
    <dgm:pt modelId="{28C5C426-CF2A-43D9-9637-E0A13209F9FA}" type="pres">
      <dgm:prSet presAssocID="{D6E92B36-23B7-425C-A745-E13A9AEB5736}" presName="rootComposite" presStyleCnt="0"/>
      <dgm:spPr/>
    </dgm:pt>
    <dgm:pt modelId="{4588F7A2-595A-45B4-A9AE-2182F65EDE35}" type="pres">
      <dgm:prSet presAssocID="{D6E92B36-23B7-425C-A745-E13A9AEB5736}" presName="rootText" presStyleLbl="node2" presStyleIdx="1" presStyleCnt="3" custScaleX="81904" custScaleY="42117" custLinFactNeighborY="-19882">
        <dgm:presLayoutVars>
          <dgm:chPref val="3"/>
        </dgm:presLayoutVars>
      </dgm:prSet>
      <dgm:spPr/>
    </dgm:pt>
    <dgm:pt modelId="{57FC39CB-71C6-411C-9E1E-A2466CDDCD45}" type="pres">
      <dgm:prSet presAssocID="{D6E92B36-23B7-425C-A745-E13A9AEB5736}" presName="rootConnector" presStyleLbl="node2" presStyleIdx="1" presStyleCnt="3"/>
      <dgm:spPr/>
    </dgm:pt>
    <dgm:pt modelId="{27B069DB-018B-4CA8-BCF9-8C0524201708}" type="pres">
      <dgm:prSet presAssocID="{D6E92B36-23B7-425C-A745-E13A9AEB5736}" presName="hierChild4" presStyleCnt="0"/>
      <dgm:spPr/>
    </dgm:pt>
    <dgm:pt modelId="{A2D123B8-7E0C-4F48-A6D4-CBD21FA7412F}" type="pres">
      <dgm:prSet presAssocID="{D6E92B36-23B7-425C-A745-E13A9AEB5736}" presName="hierChild5" presStyleCnt="0"/>
      <dgm:spPr/>
    </dgm:pt>
    <dgm:pt modelId="{11223A5C-367C-4930-92A9-E12F1366893C}" type="pres">
      <dgm:prSet presAssocID="{77D0E9AD-1903-4EF3-B619-67B2592268E8}" presName="Name37" presStyleLbl="parChTrans1D2" presStyleIdx="2" presStyleCnt="5"/>
      <dgm:spPr/>
    </dgm:pt>
    <dgm:pt modelId="{642FE819-CF72-4CE4-BB5F-5B42B9394810}" type="pres">
      <dgm:prSet presAssocID="{64ED6D74-0EA8-4F33-9F70-C26265C4DECB}" presName="hierRoot2" presStyleCnt="0">
        <dgm:presLayoutVars>
          <dgm:hierBranch val="hang"/>
        </dgm:presLayoutVars>
      </dgm:prSet>
      <dgm:spPr/>
    </dgm:pt>
    <dgm:pt modelId="{E0B39604-34E4-4922-9438-0F2ADD7584C8}" type="pres">
      <dgm:prSet presAssocID="{64ED6D74-0EA8-4F33-9F70-C26265C4DECB}" presName="rootComposite" presStyleCnt="0"/>
      <dgm:spPr/>
    </dgm:pt>
    <dgm:pt modelId="{43AD4552-CBD4-481C-BDF1-F598F7D7BC88}" type="pres">
      <dgm:prSet presAssocID="{64ED6D74-0EA8-4F33-9F70-C26265C4DECB}" presName="rootText" presStyleLbl="node2" presStyleIdx="2" presStyleCnt="3" custScaleX="81904" custScaleY="42117" custLinFactNeighborY="-19882">
        <dgm:presLayoutVars>
          <dgm:chPref val="3"/>
        </dgm:presLayoutVars>
      </dgm:prSet>
      <dgm:spPr/>
    </dgm:pt>
    <dgm:pt modelId="{75F23CF9-A12E-4991-999A-A531AC18793A}" type="pres">
      <dgm:prSet presAssocID="{64ED6D74-0EA8-4F33-9F70-C26265C4DECB}" presName="rootConnector" presStyleLbl="node2" presStyleIdx="2" presStyleCnt="3"/>
      <dgm:spPr/>
    </dgm:pt>
    <dgm:pt modelId="{34163ECA-D4C2-4FA2-B3E4-D33157BB5BF5}" type="pres">
      <dgm:prSet presAssocID="{64ED6D74-0EA8-4F33-9F70-C26265C4DECB}" presName="hierChild4" presStyleCnt="0"/>
      <dgm:spPr/>
    </dgm:pt>
    <dgm:pt modelId="{DE226FEA-FB64-4279-8574-DE11BEBD93F5}" type="pres">
      <dgm:prSet presAssocID="{2D74F328-F6AD-473A-BFA8-B4D63E59C040}" presName="Name48" presStyleLbl="parChTrans1D3" presStyleIdx="1" presStyleCnt="3"/>
      <dgm:spPr/>
    </dgm:pt>
    <dgm:pt modelId="{04E50188-FFD5-4A93-B361-5CEB7132935D}" type="pres">
      <dgm:prSet presAssocID="{9B6DAC25-CA29-4E1D-AD62-8D0D232F1E18}" presName="hierRoot2" presStyleCnt="0">
        <dgm:presLayoutVars>
          <dgm:hierBranch val="init"/>
        </dgm:presLayoutVars>
      </dgm:prSet>
      <dgm:spPr/>
    </dgm:pt>
    <dgm:pt modelId="{3EFB5E83-7106-45FA-AAC4-50D4BA5A9854}" type="pres">
      <dgm:prSet presAssocID="{9B6DAC25-CA29-4E1D-AD62-8D0D232F1E18}" presName="rootComposite" presStyleCnt="0"/>
      <dgm:spPr/>
    </dgm:pt>
    <dgm:pt modelId="{A83DB353-E3C5-402C-BFA6-C26D79F97485}" type="pres">
      <dgm:prSet presAssocID="{9B6DAC25-CA29-4E1D-AD62-8D0D232F1E18}" presName="rootText" presStyleLbl="node3" presStyleIdx="1" presStyleCnt="3" custScaleX="81904" custScaleY="42117" custLinFactX="-2399" custLinFactNeighborX="-100000" custLinFactNeighborY="-37901">
        <dgm:presLayoutVars>
          <dgm:chPref val="3"/>
        </dgm:presLayoutVars>
      </dgm:prSet>
      <dgm:spPr/>
    </dgm:pt>
    <dgm:pt modelId="{2DF2EC40-8607-46AB-B3C1-DE681FAE920E}" type="pres">
      <dgm:prSet presAssocID="{9B6DAC25-CA29-4E1D-AD62-8D0D232F1E18}" presName="rootConnector" presStyleLbl="node3" presStyleIdx="1" presStyleCnt="3"/>
      <dgm:spPr/>
    </dgm:pt>
    <dgm:pt modelId="{D73F2AF9-51C7-49F2-A0A3-783AAA6CE324}" type="pres">
      <dgm:prSet presAssocID="{9B6DAC25-CA29-4E1D-AD62-8D0D232F1E18}" presName="hierChild4" presStyleCnt="0"/>
      <dgm:spPr/>
    </dgm:pt>
    <dgm:pt modelId="{EAD5E2CC-9E86-4B6A-9C39-E61E777C80F5}" type="pres">
      <dgm:prSet presAssocID="{9B6DAC25-CA29-4E1D-AD62-8D0D232F1E18}" presName="hierChild5" presStyleCnt="0"/>
      <dgm:spPr/>
    </dgm:pt>
    <dgm:pt modelId="{2A0565FC-9F38-45B8-B8D5-9FD45FB94A24}" type="pres">
      <dgm:prSet presAssocID="{B113BF63-BA5B-44F0-830C-41ECFD769A17}" presName="Name48" presStyleLbl="parChTrans1D3" presStyleIdx="2" presStyleCnt="3"/>
      <dgm:spPr/>
    </dgm:pt>
    <dgm:pt modelId="{243CCADD-FD24-46FF-89E0-A2391ED5CA9A}" type="pres">
      <dgm:prSet presAssocID="{0C81F721-2A4A-4BA2-B6D0-201DCFFA1F4B}" presName="hierRoot2" presStyleCnt="0">
        <dgm:presLayoutVars>
          <dgm:hierBranch val="init"/>
        </dgm:presLayoutVars>
      </dgm:prSet>
      <dgm:spPr/>
    </dgm:pt>
    <dgm:pt modelId="{1A24F98F-B7D9-4E10-8A6D-A359DB6D7D2B}" type="pres">
      <dgm:prSet presAssocID="{0C81F721-2A4A-4BA2-B6D0-201DCFFA1F4B}" presName="rootComposite" presStyleCnt="0"/>
      <dgm:spPr/>
    </dgm:pt>
    <dgm:pt modelId="{1595BF25-7772-4814-9910-164A310FB1CF}" type="pres">
      <dgm:prSet presAssocID="{0C81F721-2A4A-4BA2-B6D0-201DCFFA1F4B}" presName="rootText" presStyleLbl="node3" presStyleIdx="2" presStyleCnt="3" custScaleX="81904" custScaleY="42117" custLinFactX="1435" custLinFactNeighborX="100000" custLinFactNeighborY="-37901">
        <dgm:presLayoutVars>
          <dgm:chPref val="3"/>
        </dgm:presLayoutVars>
      </dgm:prSet>
      <dgm:spPr/>
    </dgm:pt>
    <dgm:pt modelId="{D1B69702-5826-41D1-8E22-185098D6C17E}" type="pres">
      <dgm:prSet presAssocID="{0C81F721-2A4A-4BA2-B6D0-201DCFFA1F4B}" presName="rootConnector" presStyleLbl="node3" presStyleIdx="2" presStyleCnt="3"/>
      <dgm:spPr/>
    </dgm:pt>
    <dgm:pt modelId="{8998D217-183C-4414-A048-8EDDAB72D261}" type="pres">
      <dgm:prSet presAssocID="{0C81F721-2A4A-4BA2-B6D0-201DCFFA1F4B}" presName="hierChild4" presStyleCnt="0"/>
      <dgm:spPr/>
    </dgm:pt>
    <dgm:pt modelId="{82E42C2A-FED6-47CD-8435-F3F77B5BA8B7}" type="pres">
      <dgm:prSet presAssocID="{0C81F721-2A4A-4BA2-B6D0-201DCFFA1F4B}" presName="hierChild5" presStyleCnt="0"/>
      <dgm:spPr/>
    </dgm:pt>
    <dgm:pt modelId="{AC2D4C23-EBF4-4611-B7DD-F314138B3F6A}" type="pres">
      <dgm:prSet presAssocID="{64ED6D74-0EA8-4F33-9F70-C26265C4DECB}" presName="hierChild5" presStyleCnt="0"/>
      <dgm:spPr/>
    </dgm:pt>
    <dgm:pt modelId="{4218F541-3D9C-4758-92D2-7D36A0C78291}" type="pres">
      <dgm:prSet presAssocID="{2034D3BA-66C9-429C-BD31-4EBA6DFBCF47}" presName="hierChild3" presStyleCnt="0"/>
      <dgm:spPr/>
    </dgm:pt>
    <dgm:pt modelId="{7A3A6495-3220-41EA-93C7-5DD4D0B59F37}" type="pres">
      <dgm:prSet presAssocID="{6BEC8937-2D25-4398-8A58-6272B6554041}" presName="Name111" presStyleLbl="parChTrans1D2" presStyleIdx="3" presStyleCnt="5"/>
      <dgm:spPr/>
    </dgm:pt>
    <dgm:pt modelId="{0E933051-0119-43DE-88CA-06E5BCB03E9A}" type="pres">
      <dgm:prSet presAssocID="{9EDE10DD-8EAF-4399-95D7-680B76798717}" presName="hierRoot3" presStyleCnt="0">
        <dgm:presLayoutVars>
          <dgm:hierBranch val="init"/>
        </dgm:presLayoutVars>
      </dgm:prSet>
      <dgm:spPr/>
    </dgm:pt>
    <dgm:pt modelId="{6113AD28-E2BC-4B2C-A12E-8618B713EA1D}" type="pres">
      <dgm:prSet presAssocID="{9EDE10DD-8EAF-4399-95D7-680B76798717}" presName="rootComposite3" presStyleCnt="0"/>
      <dgm:spPr/>
    </dgm:pt>
    <dgm:pt modelId="{1299C69F-D916-4206-97E9-FFE05199C93E}" type="pres">
      <dgm:prSet presAssocID="{9EDE10DD-8EAF-4399-95D7-680B76798717}" presName="rootText3" presStyleLbl="asst1" presStyleIdx="0" presStyleCnt="2" custScaleX="81904" custScaleY="42117" custLinFactNeighborX="-2201">
        <dgm:presLayoutVars>
          <dgm:chPref val="3"/>
        </dgm:presLayoutVars>
      </dgm:prSet>
      <dgm:spPr/>
    </dgm:pt>
    <dgm:pt modelId="{C4E51812-39CC-4B86-8455-8F839FBB41D8}" type="pres">
      <dgm:prSet presAssocID="{9EDE10DD-8EAF-4399-95D7-680B76798717}" presName="rootConnector3" presStyleLbl="asst1" presStyleIdx="0" presStyleCnt="2"/>
      <dgm:spPr/>
    </dgm:pt>
    <dgm:pt modelId="{C92D5F1E-043A-4DF7-B142-67528001495B}" type="pres">
      <dgm:prSet presAssocID="{9EDE10DD-8EAF-4399-95D7-680B76798717}" presName="hierChild6" presStyleCnt="0"/>
      <dgm:spPr/>
    </dgm:pt>
    <dgm:pt modelId="{057DE50F-6468-43E8-9D37-337EC23D918A}" type="pres">
      <dgm:prSet presAssocID="{9EDE10DD-8EAF-4399-95D7-680B76798717}" presName="hierChild7" presStyleCnt="0"/>
      <dgm:spPr/>
    </dgm:pt>
    <dgm:pt modelId="{69AA31C7-EC2C-4E3E-8937-37D0208B7C68}" type="pres">
      <dgm:prSet presAssocID="{C97DF2A7-0200-4CE7-8FE7-2643377C64FD}" presName="Name111" presStyleLbl="parChTrans1D2" presStyleIdx="4" presStyleCnt="5"/>
      <dgm:spPr/>
    </dgm:pt>
    <dgm:pt modelId="{3D9FA41C-D81B-4723-B675-6C3EB62881A7}" type="pres">
      <dgm:prSet presAssocID="{9CCCD7D3-511D-44F3-8366-04EF58C0EB6F}" presName="hierRoot3" presStyleCnt="0">
        <dgm:presLayoutVars>
          <dgm:hierBranch val="init"/>
        </dgm:presLayoutVars>
      </dgm:prSet>
      <dgm:spPr/>
    </dgm:pt>
    <dgm:pt modelId="{2A21D11F-1D20-4D71-9219-88AE82614AC6}" type="pres">
      <dgm:prSet presAssocID="{9CCCD7D3-511D-44F3-8366-04EF58C0EB6F}" presName="rootComposite3" presStyleCnt="0"/>
      <dgm:spPr/>
    </dgm:pt>
    <dgm:pt modelId="{58E4322A-D4F0-49D5-8BE6-4ABDBFF8D077}" type="pres">
      <dgm:prSet presAssocID="{9CCCD7D3-511D-44F3-8366-04EF58C0EB6F}" presName="rootText3" presStyleLbl="asst1" presStyleIdx="1" presStyleCnt="2" custScaleX="81904" custScaleY="42117" custLinFactNeighborX="-7481">
        <dgm:presLayoutVars>
          <dgm:chPref val="3"/>
        </dgm:presLayoutVars>
      </dgm:prSet>
      <dgm:spPr/>
    </dgm:pt>
    <dgm:pt modelId="{B14F18D6-2195-40DE-85A9-51CEA9579B58}" type="pres">
      <dgm:prSet presAssocID="{9CCCD7D3-511D-44F3-8366-04EF58C0EB6F}" presName="rootConnector3" presStyleLbl="asst1" presStyleIdx="1" presStyleCnt="2"/>
      <dgm:spPr/>
    </dgm:pt>
    <dgm:pt modelId="{30E61D4E-7F27-44D3-9620-18130C0C9DA1}" type="pres">
      <dgm:prSet presAssocID="{9CCCD7D3-511D-44F3-8366-04EF58C0EB6F}" presName="hierChild6" presStyleCnt="0"/>
      <dgm:spPr/>
    </dgm:pt>
    <dgm:pt modelId="{38567E37-54FD-4FB7-891D-5ED4B31B21E9}" type="pres">
      <dgm:prSet presAssocID="{9CCCD7D3-511D-44F3-8366-04EF58C0EB6F}" presName="hierChild7" presStyleCnt="0"/>
      <dgm:spPr/>
    </dgm:pt>
  </dgm:ptLst>
  <dgm:cxnLst>
    <dgm:cxn modelId="{4C210503-FEAB-4EB2-A325-B89FC668457B}" type="presOf" srcId="{6BEC8937-2D25-4398-8A58-6272B6554041}" destId="{7A3A6495-3220-41EA-93C7-5DD4D0B59F37}" srcOrd="0" destOrd="0" presId="urn:microsoft.com/office/officeart/2005/8/layout/orgChart1"/>
    <dgm:cxn modelId="{565AD216-5B23-4EC3-A7DA-4737EE321DC9}" type="presOf" srcId="{3D9D215A-B7B6-4B5B-AB59-12A2A8179C43}" destId="{837EA61C-C41A-4DC3-9F88-B25FD6B7D125}" srcOrd="0" destOrd="0" presId="urn:microsoft.com/office/officeart/2005/8/layout/orgChart1"/>
    <dgm:cxn modelId="{2EEE0D18-55DF-4F06-9A4C-2E6C144FDA24}" type="presOf" srcId="{0C81F721-2A4A-4BA2-B6D0-201DCFFA1F4B}" destId="{D1B69702-5826-41D1-8E22-185098D6C17E}" srcOrd="1" destOrd="0" presId="urn:microsoft.com/office/officeart/2005/8/layout/orgChart1"/>
    <dgm:cxn modelId="{7628441D-D924-4E48-82E3-F245F32CC306}" type="presOf" srcId="{D6E92B36-23B7-425C-A745-E13A9AEB5736}" destId="{4588F7A2-595A-45B4-A9AE-2182F65EDE35}" srcOrd="0" destOrd="0" presId="urn:microsoft.com/office/officeart/2005/8/layout/orgChart1"/>
    <dgm:cxn modelId="{296AF81F-62AD-4CA9-9D5D-A47A41748EE9}" srcId="{1FC2F80C-FCAE-42F9-884F-ACD6A9A3F6C2}" destId="{2034D3BA-66C9-429C-BD31-4EBA6DFBCF47}" srcOrd="0" destOrd="0" parTransId="{26FD8154-F501-464F-9123-10ADA02C1BC0}" sibTransId="{6227A59B-8CFC-4848-9B02-B10AFC4E1E29}"/>
    <dgm:cxn modelId="{2655B920-7341-44A0-A23F-E1CA70C7518B}" type="presOf" srcId="{9B6DAC25-CA29-4E1D-AD62-8D0D232F1E18}" destId="{A83DB353-E3C5-402C-BFA6-C26D79F97485}" srcOrd="0" destOrd="0" presId="urn:microsoft.com/office/officeart/2005/8/layout/orgChart1"/>
    <dgm:cxn modelId="{58467422-A249-419C-9A80-B368754CD1D6}" type="presOf" srcId="{9B6DAC25-CA29-4E1D-AD62-8D0D232F1E18}" destId="{2DF2EC40-8607-46AB-B3C1-DE681FAE920E}" srcOrd="1" destOrd="0" presId="urn:microsoft.com/office/officeart/2005/8/layout/orgChart1"/>
    <dgm:cxn modelId="{1D8B3932-212A-428F-92EF-31DAE17F89C5}" type="presOf" srcId="{2034D3BA-66C9-429C-BD31-4EBA6DFBCF47}" destId="{0D96F364-A6E1-4FE5-992E-9E06BCE2F1B1}" srcOrd="0" destOrd="0" presId="urn:microsoft.com/office/officeart/2005/8/layout/orgChart1"/>
    <dgm:cxn modelId="{1A083E5D-912C-46ED-ADCB-3BE71AE829EA}" type="presOf" srcId="{10BD5711-C381-4BC8-8C4F-20CF92BD1096}" destId="{CC1A8590-6211-40F5-BAF9-8A5A5BD52502}" srcOrd="0" destOrd="0" presId="urn:microsoft.com/office/officeart/2005/8/layout/orgChart1"/>
    <dgm:cxn modelId="{ED8D3B41-8AEE-47DD-AE3B-FCECCD9A14EE}" type="presOf" srcId="{9EDE10DD-8EAF-4399-95D7-680B76798717}" destId="{C4E51812-39CC-4B86-8455-8F839FBB41D8}" srcOrd="1" destOrd="0" presId="urn:microsoft.com/office/officeart/2005/8/layout/orgChart1"/>
    <dgm:cxn modelId="{A23D6961-523E-48E9-BF06-AB6F433BCD71}" type="presOf" srcId="{F5655831-A6D2-41D7-9E10-00BB43D97D3E}" destId="{ED0401A7-45CF-402D-80F5-857BDA9E04CF}" srcOrd="0" destOrd="0" presId="urn:microsoft.com/office/officeart/2005/8/layout/orgChart1"/>
    <dgm:cxn modelId="{6F2CFB6F-0E88-44E2-B11C-178A8418D9B1}" type="presOf" srcId="{2034D3BA-66C9-429C-BD31-4EBA6DFBCF47}" destId="{9F209419-025D-4F0C-9C4A-3CA856B6ABB5}" srcOrd="1" destOrd="0" presId="urn:microsoft.com/office/officeart/2005/8/layout/orgChart1"/>
    <dgm:cxn modelId="{7A7AD450-1C8D-4B8B-A27F-E3EEDF9BE16D}" srcId="{2034D3BA-66C9-429C-BD31-4EBA6DFBCF47}" destId="{64ED6D74-0EA8-4F33-9F70-C26265C4DECB}" srcOrd="4" destOrd="0" parTransId="{77D0E9AD-1903-4EF3-B619-67B2592268E8}" sibTransId="{39F3403E-4675-4BD4-AE6B-37CE31F91EAB}"/>
    <dgm:cxn modelId="{4569F352-6B7D-4836-B65A-73C009121704}" type="presOf" srcId="{2FEAF2D0-C225-471A-AB94-BCA1B36065C9}" destId="{68A62F83-5B7F-4CB8-8BA8-20C2DDE0A2FD}" srcOrd="0" destOrd="0" presId="urn:microsoft.com/office/officeart/2005/8/layout/orgChart1"/>
    <dgm:cxn modelId="{30215E73-C268-4A18-8FAB-ADA1A8CBE090}" type="presOf" srcId="{C97DF2A7-0200-4CE7-8FE7-2643377C64FD}" destId="{69AA31C7-EC2C-4E3E-8937-37D0208B7C68}" srcOrd="0" destOrd="0" presId="urn:microsoft.com/office/officeart/2005/8/layout/orgChart1"/>
    <dgm:cxn modelId="{6AC98778-0505-4625-99C9-297EBB23F22C}" srcId="{2034D3BA-66C9-429C-BD31-4EBA6DFBCF47}" destId="{9EDE10DD-8EAF-4399-95D7-680B76798717}" srcOrd="0" destOrd="0" parTransId="{6BEC8937-2D25-4398-8A58-6272B6554041}" sibTransId="{9BDA8AE9-2A6A-48E3-BF5C-6D106474DD0D}"/>
    <dgm:cxn modelId="{D928797C-3CDE-40B6-A1BC-1E98F33C03DC}" type="presOf" srcId="{64ED6D74-0EA8-4F33-9F70-C26265C4DECB}" destId="{75F23CF9-A12E-4991-999A-A531AC18793A}" srcOrd="1" destOrd="0" presId="urn:microsoft.com/office/officeart/2005/8/layout/orgChart1"/>
    <dgm:cxn modelId="{6E0CA87D-3FF5-4266-B938-780BABE4D11D}" type="presOf" srcId="{9EDE10DD-8EAF-4399-95D7-680B76798717}" destId="{1299C69F-D916-4206-97E9-FFE05199C93E}" srcOrd="0" destOrd="0" presId="urn:microsoft.com/office/officeart/2005/8/layout/orgChart1"/>
    <dgm:cxn modelId="{BDB51981-79D3-4A61-A924-1FEEB04C436E}" type="presOf" srcId="{9CCCD7D3-511D-44F3-8366-04EF58C0EB6F}" destId="{B14F18D6-2195-40DE-85A9-51CEA9579B58}" srcOrd="1" destOrd="0" presId="urn:microsoft.com/office/officeart/2005/8/layout/orgChart1"/>
    <dgm:cxn modelId="{7473AD88-9F60-472F-85E6-0C2B962CCD6C}" type="presOf" srcId="{2FEAF2D0-C225-471A-AB94-BCA1B36065C9}" destId="{79310DDA-A245-4809-93AA-863DBAB39D13}" srcOrd="1" destOrd="0" presId="urn:microsoft.com/office/officeart/2005/8/layout/orgChart1"/>
    <dgm:cxn modelId="{CDA494A2-4AB2-46D6-8BEC-66314C9BF145}" type="presOf" srcId="{0C81F721-2A4A-4BA2-B6D0-201DCFFA1F4B}" destId="{1595BF25-7772-4814-9910-164A310FB1CF}" srcOrd="0" destOrd="0" presId="urn:microsoft.com/office/officeart/2005/8/layout/orgChart1"/>
    <dgm:cxn modelId="{9A9F82A3-AB2D-48DE-830C-FD9FF645F3C6}" type="presOf" srcId="{64ED6D74-0EA8-4F33-9F70-C26265C4DECB}" destId="{43AD4552-CBD4-481C-BDF1-F598F7D7BC88}" srcOrd="0" destOrd="0" presId="urn:microsoft.com/office/officeart/2005/8/layout/orgChart1"/>
    <dgm:cxn modelId="{F02E25A8-857A-48A3-B15A-5A1BE6639530}" srcId="{64ED6D74-0EA8-4F33-9F70-C26265C4DECB}" destId="{9B6DAC25-CA29-4E1D-AD62-8D0D232F1E18}" srcOrd="0" destOrd="0" parTransId="{2D74F328-F6AD-473A-BFA8-B4D63E59C040}" sibTransId="{19C5EA10-5C43-4F8F-8231-970393910AB3}"/>
    <dgm:cxn modelId="{57EEC3AC-5721-473A-BEBB-635C0C8F6964}" type="presOf" srcId="{3577ABF0-3AD6-4943-8B94-72B5FA91D14C}" destId="{5E63FE34-19EF-4FFE-B4C0-A93D4D0F78A0}" srcOrd="0" destOrd="0" presId="urn:microsoft.com/office/officeart/2005/8/layout/orgChart1"/>
    <dgm:cxn modelId="{EE46FAB6-7887-4609-A1B6-63A60C934BED}" type="presOf" srcId="{2D74F328-F6AD-473A-BFA8-B4D63E59C040}" destId="{DE226FEA-FB64-4279-8574-DE11BEBD93F5}" srcOrd="0" destOrd="0" presId="urn:microsoft.com/office/officeart/2005/8/layout/orgChart1"/>
    <dgm:cxn modelId="{E96545C0-9427-4A0D-9884-72D0B50AC67C}" type="presOf" srcId="{77D0E9AD-1903-4EF3-B619-67B2592268E8}" destId="{11223A5C-367C-4930-92A9-E12F1366893C}" srcOrd="0" destOrd="0" presId="urn:microsoft.com/office/officeart/2005/8/layout/orgChart1"/>
    <dgm:cxn modelId="{225D1DC7-644D-4BCD-9104-0DE603BDD313}" type="presOf" srcId="{1FC2F80C-FCAE-42F9-884F-ACD6A9A3F6C2}" destId="{E1D91D0E-47B6-45FF-8898-9243D2491F93}" srcOrd="0" destOrd="0" presId="urn:microsoft.com/office/officeart/2005/8/layout/orgChart1"/>
    <dgm:cxn modelId="{466F90CE-2655-4224-906A-398F4230E4F6}" srcId="{2FEAF2D0-C225-471A-AB94-BCA1B36065C9}" destId="{3D9D215A-B7B6-4B5B-AB59-12A2A8179C43}" srcOrd="0" destOrd="0" parTransId="{3577ABF0-3AD6-4943-8B94-72B5FA91D14C}" sibTransId="{9A41784A-4DEC-430F-B1EC-0ACC306F0323}"/>
    <dgm:cxn modelId="{CE0995CF-9D14-4467-9EF3-F467AE7D1792}" type="presOf" srcId="{3D9D215A-B7B6-4B5B-AB59-12A2A8179C43}" destId="{46E469E7-FD45-487F-A373-139EE21BEB68}" srcOrd="1" destOrd="0" presId="urn:microsoft.com/office/officeart/2005/8/layout/orgChart1"/>
    <dgm:cxn modelId="{4FF0AAD2-D0BB-45B0-884A-515EB4840484}" srcId="{2034D3BA-66C9-429C-BD31-4EBA6DFBCF47}" destId="{9CCCD7D3-511D-44F3-8366-04EF58C0EB6F}" srcOrd="1" destOrd="0" parTransId="{C97DF2A7-0200-4CE7-8FE7-2643377C64FD}" sibTransId="{EBBD801D-072C-4FD3-8BD8-A1DBB82E1882}"/>
    <dgm:cxn modelId="{B20D18D6-477F-4270-9686-C1AD880C461A}" type="presOf" srcId="{D6E92B36-23B7-425C-A745-E13A9AEB5736}" destId="{57FC39CB-71C6-411C-9E1E-A2466CDDCD45}" srcOrd="1" destOrd="0" presId="urn:microsoft.com/office/officeart/2005/8/layout/orgChart1"/>
    <dgm:cxn modelId="{A7FE41DF-38A6-4CA8-A19D-66D072C35590}" srcId="{2034D3BA-66C9-429C-BD31-4EBA6DFBCF47}" destId="{D6E92B36-23B7-425C-A745-E13A9AEB5736}" srcOrd="3" destOrd="0" parTransId="{10BD5711-C381-4BC8-8C4F-20CF92BD1096}" sibTransId="{833EFC2D-C518-4F4F-9AD2-D734FBA6DDA5}"/>
    <dgm:cxn modelId="{01BBF3EA-44FF-4410-B24B-6B1ABB4468C6}" srcId="{64ED6D74-0EA8-4F33-9F70-C26265C4DECB}" destId="{0C81F721-2A4A-4BA2-B6D0-201DCFFA1F4B}" srcOrd="1" destOrd="0" parTransId="{B113BF63-BA5B-44F0-830C-41ECFD769A17}" sibTransId="{98955B0E-D086-43E9-9ED0-B1D0D45115B8}"/>
    <dgm:cxn modelId="{C64C85ED-BA9F-4D27-88BF-F377A36E7D54}" type="presOf" srcId="{B113BF63-BA5B-44F0-830C-41ECFD769A17}" destId="{2A0565FC-9F38-45B8-B8D5-9FD45FB94A24}" srcOrd="0" destOrd="0" presId="urn:microsoft.com/office/officeart/2005/8/layout/orgChart1"/>
    <dgm:cxn modelId="{207351F3-702A-4513-8389-72F170CBFD6E}" type="presOf" srcId="{9CCCD7D3-511D-44F3-8366-04EF58C0EB6F}" destId="{58E4322A-D4F0-49D5-8BE6-4ABDBFF8D077}" srcOrd="0" destOrd="0" presId="urn:microsoft.com/office/officeart/2005/8/layout/orgChart1"/>
    <dgm:cxn modelId="{05C521F9-0371-471D-9F88-9BADCAEFCACC}" srcId="{2034D3BA-66C9-429C-BD31-4EBA6DFBCF47}" destId="{2FEAF2D0-C225-471A-AB94-BCA1B36065C9}" srcOrd="2" destOrd="0" parTransId="{F5655831-A6D2-41D7-9E10-00BB43D97D3E}" sibTransId="{85D22D55-8D28-4C74-82CE-53ABC41C3A41}"/>
    <dgm:cxn modelId="{4EEB0FEB-6204-4686-B5C9-F6A23BD6B98A}" type="presParOf" srcId="{E1D91D0E-47B6-45FF-8898-9243D2491F93}" destId="{B8B35649-9036-42EC-BA08-9B8AC86EEE0B}" srcOrd="0" destOrd="0" presId="urn:microsoft.com/office/officeart/2005/8/layout/orgChart1"/>
    <dgm:cxn modelId="{12359E23-D516-42DC-B4A8-9DDA6BA6B43E}" type="presParOf" srcId="{B8B35649-9036-42EC-BA08-9B8AC86EEE0B}" destId="{4083D943-1B8A-47C5-8715-818BC1CF5C29}" srcOrd="0" destOrd="0" presId="urn:microsoft.com/office/officeart/2005/8/layout/orgChart1"/>
    <dgm:cxn modelId="{24D6625E-6211-4D10-ACEB-B825D9D19F68}" type="presParOf" srcId="{4083D943-1B8A-47C5-8715-818BC1CF5C29}" destId="{0D96F364-A6E1-4FE5-992E-9E06BCE2F1B1}" srcOrd="0" destOrd="0" presId="urn:microsoft.com/office/officeart/2005/8/layout/orgChart1"/>
    <dgm:cxn modelId="{151ACBB4-E7C5-4B6B-81BD-8516B2DF8DE9}" type="presParOf" srcId="{4083D943-1B8A-47C5-8715-818BC1CF5C29}" destId="{9F209419-025D-4F0C-9C4A-3CA856B6ABB5}" srcOrd="1" destOrd="0" presId="urn:microsoft.com/office/officeart/2005/8/layout/orgChart1"/>
    <dgm:cxn modelId="{89118B05-D217-4A67-A37F-54738B5BE2A6}" type="presParOf" srcId="{B8B35649-9036-42EC-BA08-9B8AC86EEE0B}" destId="{44A986E1-3DFD-4908-BBE4-24B3936D2C36}" srcOrd="1" destOrd="0" presId="urn:microsoft.com/office/officeart/2005/8/layout/orgChart1"/>
    <dgm:cxn modelId="{470B7F8C-897B-4457-BAA7-6E90932E4E9E}" type="presParOf" srcId="{44A986E1-3DFD-4908-BBE4-24B3936D2C36}" destId="{ED0401A7-45CF-402D-80F5-857BDA9E04CF}" srcOrd="0" destOrd="0" presId="urn:microsoft.com/office/officeart/2005/8/layout/orgChart1"/>
    <dgm:cxn modelId="{D0A9EC6D-5294-4F4E-9D4B-38795E869FB0}" type="presParOf" srcId="{44A986E1-3DFD-4908-BBE4-24B3936D2C36}" destId="{D4EC2303-8A71-4AD9-8FA5-3C40780DA586}" srcOrd="1" destOrd="0" presId="urn:microsoft.com/office/officeart/2005/8/layout/orgChart1"/>
    <dgm:cxn modelId="{DF697926-E17C-4DE0-A5FC-7C13BB130961}" type="presParOf" srcId="{D4EC2303-8A71-4AD9-8FA5-3C40780DA586}" destId="{08100471-EA22-4B58-B6CD-94E2A40BBE5A}" srcOrd="0" destOrd="0" presId="urn:microsoft.com/office/officeart/2005/8/layout/orgChart1"/>
    <dgm:cxn modelId="{CDCCEDFB-64E1-4A03-B5EC-423567A08163}" type="presParOf" srcId="{08100471-EA22-4B58-B6CD-94E2A40BBE5A}" destId="{68A62F83-5B7F-4CB8-8BA8-20C2DDE0A2FD}" srcOrd="0" destOrd="0" presId="urn:microsoft.com/office/officeart/2005/8/layout/orgChart1"/>
    <dgm:cxn modelId="{F4BED733-3EC6-412B-9B95-0077AE97BE6A}" type="presParOf" srcId="{08100471-EA22-4B58-B6CD-94E2A40BBE5A}" destId="{79310DDA-A245-4809-93AA-863DBAB39D13}" srcOrd="1" destOrd="0" presId="urn:microsoft.com/office/officeart/2005/8/layout/orgChart1"/>
    <dgm:cxn modelId="{15F7AB69-2FC7-4FD4-945D-26BF26F77C90}" type="presParOf" srcId="{D4EC2303-8A71-4AD9-8FA5-3C40780DA586}" destId="{4E16FC1C-55A5-4BDB-89BA-A6607FBDA782}" srcOrd="1" destOrd="0" presId="urn:microsoft.com/office/officeart/2005/8/layout/orgChart1"/>
    <dgm:cxn modelId="{1ED54564-828F-4A32-A183-7438E8568AA7}" type="presParOf" srcId="{4E16FC1C-55A5-4BDB-89BA-A6607FBDA782}" destId="{5E63FE34-19EF-4FFE-B4C0-A93D4D0F78A0}" srcOrd="0" destOrd="0" presId="urn:microsoft.com/office/officeart/2005/8/layout/orgChart1"/>
    <dgm:cxn modelId="{2DA96DE3-0084-472A-B0BB-508968E0CAD9}" type="presParOf" srcId="{4E16FC1C-55A5-4BDB-89BA-A6607FBDA782}" destId="{7741B752-62F0-454F-8878-C75C1F8A7E96}" srcOrd="1" destOrd="0" presId="urn:microsoft.com/office/officeart/2005/8/layout/orgChart1"/>
    <dgm:cxn modelId="{E18574FF-7C5F-4A37-9174-D70EFEC5F6AF}" type="presParOf" srcId="{7741B752-62F0-454F-8878-C75C1F8A7E96}" destId="{976CEBE8-9F7D-4EE3-A414-918205F3F521}" srcOrd="0" destOrd="0" presId="urn:microsoft.com/office/officeart/2005/8/layout/orgChart1"/>
    <dgm:cxn modelId="{18738ED8-8B05-463C-A496-6903FDA7EF3D}" type="presParOf" srcId="{976CEBE8-9F7D-4EE3-A414-918205F3F521}" destId="{837EA61C-C41A-4DC3-9F88-B25FD6B7D125}" srcOrd="0" destOrd="0" presId="urn:microsoft.com/office/officeart/2005/8/layout/orgChart1"/>
    <dgm:cxn modelId="{CAC821AB-54FC-4577-9389-CE7576C7561B}" type="presParOf" srcId="{976CEBE8-9F7D-4EE3-A414-918205F3F521}" destId="{46E469E7-FD45-487F-A373-139EE21BEB68}" srcOrd="1" destOrd="0" presId="urn:microsoft.com/office/officeart/2005/8/layout/orgChart1"/>
    <dgm:cxn modelId="{8A394EAF-767A-46FF-8B23-717AB1A2334C}" type="presParOf" srcId="{7741B752-62F0-454F-8878-C75C1F8A7E96}" destId="{4CF97932-ADF9-4C16-941B-FCD4F34088F6}" srcOrd="1" destOrd="0" presId="urn:microsoft.com/office/officeart/2005/8/layout/orgChart1"/>
    <dgm:cxn modelId="{1181EF6A-E04F-4484-AE08-0A22AAD88CD9}" type="presParOf" srcId="{7741B752-62F0-454F-8878-C75C1F8A7E96}" destId="{6B1C6639-4AA0-4238-A92C-FA0E80985078}" srcOrd="2" destOrd="0" presId="urn:microsoft.com/office/officeart/2005/8/layout/orgChart1"/>
    <dgm:cxn modelId="{61B785E8-6F61-4D68-8D41-ABC04A7A94B9}" type="presParOf" srcId="{D4EC2303-8A71-4AD9-8FA5-3C40780DA586}" destId="{3B39F1C7-A5FB-4030-ADD1-93F66DCA8D68}" srcOrd="2" destOrd="0" presId="urn:microsoft.com/office/officeart/2005/8/layout/orgChart1"/>
    <dgm:cxn modelId="{70207CBE-C8F4-4787-9E2B-0FC0C93D868B}" type="presParOf" srcId="{44A986E1-3DFD-4908-BBE4-24B3936D2C36}" destId="{CC1A8590-6211-40F5-BAF9-8A5A5BD52502}" srcOrd="2" destOrd="0" presId="urn:microsoft.com/office/officeart/2005/8/layout/orgChart1"/>
    <dgm:cxn modelId="{03474832-B312-427D-8E96-F8E0FCDAEEA7}" type="presParOf" srcId="{44A986E1-3DFD-4908-BBE4-24B3936D2C36}" destId="{0A81D97A-646D-4986-8140-B185A0F88AC9}" srcOrd="3" destOrd="0" presId="urn:microsoft.com/office/officeart/2005/8/layout/orgChart1"/>
    <dgm:cxn modelId="{85EA31B1-7D82-4E86-8B2D-C89E35A1B07C}" type="presParOf" srcId="{0A81D97A-646D-4986-8140-B185A0F88AC9}" destId="{28C5C426-CF2A-43D9-9637-E0A13209F9FA}" srcOrd="0" destOrd="0" presId="urn:microsoft.com/office/officeart/2005/8/layout/orgChart1"/>
    <dgm:cxn modelId="{4277D316-D07D-45D2-B9BA-F8174961AEAB}" type="presParOf" srcId="{28C5C426-CF2A-43D9-9637-E0A13209F9FA}" destId="{4588F7A2-595A-45B4-A9AE-2182F65EDE35}" srcOrd="0" destOrd="0" presId="urn:microsoft.com/office/officeart/2005/8/layout/orgChart1"/>
    <dgm:cxn modelId="{A7C99AE7-0D91-4D6A-910B-A7249534A532}" type="presParOf" srcId="{28C5C426-CF2A-43D9-9637-E0A13209F9FA}" destId="{57FC39CB-71C6-411C-9E1E-A2466CDDCD45}" srcOrd="1" destOrd="0" presId="urn:microsoft.com/office/officeart/2005/8/layout/orgChart1"/>
    <dgm:cxn modelId="{DFEF98BA-B0C1-465A-A974-FE6FBD44BB28}" type="presParOf" srcId="{0A81D97A-646D-4986-8140-B185A0F88AC9}" destId="{27B069DB-018B-4CA8-BCF9-8C0524201708}" srcOrd="1" destOrd="0" presId="urn:microsoft.com/office/officeart/2005/8/layout/orgChart1"/>
    <dgm:cxn modelId="{69E98731-3BBF-49D7-A74C-815A9A6858CE}" type="presParOf" srcId="{0A81D97A-646D-4986-8140-B185A0F88AC9}" destId="{A2D123B8-7E0C-4F48-A6D4-CBD21FA7412F}" srcOrd="2" destOrd="0" presId="urn:microsoft.com/office/officeart/2005/8/layout/orgChart1"/>
    <dgm:cxn modelId="{61F80A9D-77EA-4F61-87C0-1A43F6A733D5}" type="presParOf" srcId="{44A986E1-3DFD-4908-BBE4-24B3936D2C36}" destId="{11223A5C-367C-4930-92A9-E12F1366893C}" srcOrd="4" destOrd="0" presId="urn:microsoft.com/office/officeart/2005/8/layout/orgChart1"/>
    <dgm:cxn modelId="{79E2FFC9-23E9-4214-98E3-3C16863862FD}" type="presParOf" srcId="{44A986E1-3DFD-4908-BBE4-24B3936D2C36}" destId="{642FE819-CF72-4CE4-BB5F-5B42B9394810}" srcOrd="5" destOrd="0" presId="urn:microsoft.com/office/officeart/2005/8/layout/orgChart1"/>
    <dgm:cxn modelId="{DC3F8AA0-D867-4A70-B331-2AFD20E64035}" type="presParOf" srcId="{642FE819-CF72-4CE4-BB5F-5B42B9394810}" destId="{E0B39604-34E4-4922-9438-0F2ADD7584C8}" srcOrd="0" destOrd="0" presId="urn:microsoft.com/office/officeart/2005/8/layout/orgChart1"/>
    <dgm:cxn modelId="{3DB377FC-D7FC-4F11-98C3-A150C578103F}" type="presParOf" srcId="{E0B39604-34E4-4922-9438-0F2ADD7584C8}" destId="{43AD4552-CBD4-481C-BDF1-F598F7D7BC88}" srcOrd="0" destOrd="0" presId="urn:microsoft.com/office/officeart/2005/8/layout/orgChart1"/>
    <dgm:cxn modelId="{15950236-4F22-4D1B-AE53-E5F9C63DB958}" type="presParOf" srcId="{E0B39604-34E4-4922-9438-0F2ADD7584C8}" destId="{75F23CF9-A12E-4991-999A-A531AC18793A}" srcOrd="1" destOrd="0" presId="urn:microsoft.com/office/officeart/2005/8/layout/orgChart1"/>
    <dgm:cxn modelId="{21C07252-692C-4B17-868A-FD162DCF88C4}" type="presParOf" srcId="{642FE819-CF72-4CE4-BB5F-5B42B9394810}" destId="{34163ECA-D4C2-4FA2-B3E4-D33157BB5BF5}" srcOrd="1" destOrd="0" presId="urn:microsoft.com/office/officeart/2005/8/layout/orgChart1"/>
    <dgm:cxn modelId="{C7E63802-DA63-4C94-B4D9-20A69E522011}" type="presParOf" srcId="{34163ECA-D4C2-4FA2-B3E4-D33157BB5BF5}" destId="{DE226FEA-FB64-4279-8574-DE11BEBD93F5}" srcOrd="0" destOrd="0" presId="urn:microsoft.com/office/officeart/2005/8/layout/orgChart1"/>
    <dgm:cxn modelId="{A3E95D4A-CB9B-44B1-A921-AD414C9A6F26}" type="presParOf" srcId="{34163ECA-D4C2-4FA2-B3E4-D33157BB5BF5}" destId="{04E50188-FFD5-4A93-B361-5CEB7132935D}" srcOrd="1" destOrd="0" presId="urn:microsoft.com/office/officeart/2005/8/layout/orgChart1"/>
    <dgm:cxn modelId="{C18C8CF8-0805-4DDD-B7C5-280504E3AC8E}" type="presParOf" srcId="{04E50188-FFD5-4A93-B361-5CEB7132935D}" destId="{3EFB5E83-7106-45FA-AAC4-50D4BA5A9854}" srcOrd="0" destOrd="0" presId="urn:microsoft.com/office/officeart/2005/8/layout/orgChart1"/>
    <dgm:cxn modelId="{0FF5A8AA-F3CC-43BE-93B9-56120A56F729}" type="presParOf" srcId="{3EFB5E83-7106-45FA-AAC4-50D4BA5A9854}" destId="{A83DB353-E3C5-402C-BFA6-C26D79F97485}" srcOrd="0" destOrd="0" presId="urn:microsoft.com/office/officeart/2005/8/layout/orgChart1"/>
    <dgm:cxn modelId="{A4949D9A-3F07-40AA-A657-A4FA58C06CAD}" type="presParOf" srcId="{3EFB5E83-7106-45FA-AAC4-50D4BA5A9854}" destId="{2DF2EC40-8607-46AB-B3C1-DE681FAE920E}" srcOrd="1" destOrd="0" presId="urn:microsoft.com/office/officeart/2005/8/layout/orgChart1"/>
    <dgm:cxn modelId="{70B64E02-E1A5-4C0E-9E6B-FDD615D36F9C}" type="presParOf" srcId="{04E50188-FFD5-4A93-B361-5CEB7132935D}" destId="{D73F2AF9-51C7-49F2-A0A3-783AAA6CE324}" srcOrd="1" destOrd="0" presId="urn:microsoft.com/office/officeart/2005/8/layout/orgChart1"/>
    <dgm:cxn modelId="{F40E7A0B-45C3-44B0-A215-2E6A91FD131A}" type="presParOf" srcId="{04E50188-FFD5-4A93-B361-5CEB7132935D}" destId="{EAD5E2CC-9E86-4B6A-9C39-E61E777C80F5}" srcOrd="2" destOrd="0" presId="urn:microsoft.com/office/officeart/2005/8/layout/orgChart1"/>
    <dgm:cxn modelId="{57008AF1-1472-4413-BB75-47FFBECE8265}" type="presParOf" srcId="{34163ECA-D4C2-4FA2-B3E4-D33157BB5BF5}" destId="{2A0565FC-9F38-45B8-B8D5-9FD45FB94A24}" srcOrd="2" destOrd="0" presId="urn:microsoft.com/office/officeart/2005/8/layout/orgChart1"/>
    <dgm:cxn modelId="{6515BCB2-CDE0-473A-A5FC-B2EB833A429F}" type="presParOf" srcId="{34163ECA-D4C2-4FA2-B3E4-D33157BB5BF5}" destId="{243CCADD-FD24-46FF-89E0-A2391ED5CA9A}" srcOrd="3" destOrd="0" presId="urn:microsoft.com/office/officeart/2005/8/layout/orgChart1"/>
    <dgm:cxn modelId="{28913164-5A23-4761-B322-3930A9CF2A96}" type="presParOf" srcId="{243CCADD-FD24-46FF-89E0-A2391ED5CA9A}" destId="{1A24F98F-B7D9-4E10-8A6D-A359DB6D7D2B}" srcOrd="0" destOrd="0" presId="urn:microsoft.com/office/officeart/2005/8/layout/orgChart1"/>
    <dgm:cxn modelId="{800326DE-D9AD-401A-8EF4-2F0D6F2A0310}" type="presParOf" srcId="{1A24F98F-B7D9-4E10-8A6D-A359DB6D7D2B}" destId="{1595BF25-7772-4814-9910-164A310FB1CF}" srcOrd="0" destOrd="0" presId="urn:microsoft.com/office/officeart/2005/8/layout/orgChart1"/>
    <dgm:cxn modelId="{0B49C1BA-C8FC-4E27-B6C5-F551C480BD14}" type="presParOf" srcId="{1A24F98F-B7D9-4E10-8A6D-A359DB6D7D2B}" destId="{D1B69702-5826-41D1-8E22-185098D6C17E}" srcOrd="1" destOrd="0" presId="urn:microsoft.com/office/officeart/2005/8/layout/orgChart1"/>
    <dgm:cxn modelId="{EEDD6A08-108D-4CE1-BA94-1C6F9F6F13E1}" type="presParOf" srcId="{243CCADD-FD24-46FF-89E0-A2391ED5CA9A}" destId="{8998D217-183C-4414-A048-8EDDAB72D261}" srcOrd="1" destOrd="0" presId="urn:microsoft.com/office/officeart/2005/8/layout/orgChart1"/>
    <dgm:cxn modelId="{3A116ED9-411D-449E-B1F3-CDA1C84F6C9E}" type="presParOf" srcId="{243CCADD-FD24-46FF-89E0-A2391ED5CA9A}" destId="{82E42C2A-FED6-47CD-8435-F3F77B5BA8B7}" srcOrd="2" destOrd="0" presId="urn:microsoft.com/office/officeart/2005/8/layout/orgChart1"/>
    <dgm:cxn modelId="{DF4FAFA2-F27B-47A9-A4B4-48E829C299DB}" type="presParOf" srcId="{642FE819-CF72-4CE4-BB5F-5B42B9394810}" destId="{AC2D4C23-EBF4-4611-B7DD-F314138B3F6A}" srcOrd="2" destOrd="0" presId="urn:microsoft.com/office/officeart/2005/8/layout/orgChart1"/>
    <dgm:cxn modelId="{398CBBE3-FC86-49E1-8BAF-F8F69CF1CD09}" type="presParOf" srcId="{B8B35649-9036-42EC-BA08-9B8AC86EEE0B}" destId="{4218F541-3D9C-4758-92D2-7D36A0C78291}" srcOrd="2" destOrd="0" presId="urn:microsoft.com/office/officeart/2005/8/layout/orgChart1"/>
    <dgm:cxn modelId="{485B84B0-A340-4D63-B16E-857B2CCF1EA2}" type="presParOf" srcId="{4218F541-3D9C-4758-92D2-7D36A0C78291}" destId="{7A3A6495-3220-41EA-93C7-5DD4D0B59F37}" srcOrd="0" destOrd="0" presId="urn:microsoft.com/office/officeart/2005/8/layout/orgChart1"/>
    <dgm:cxn modelId="{4B65E6F1-3BE3-4F1E-814F-677A9FE9999B}" type="presParOf" srcId="{4218F541-3D9C-4758-92D2-7D36A0C78291}" destId="{0E933051-0119-43DE-88CA-06E5BCB03E9A}" srcOrd="1" destOrd="0" presId="urn:microsoft.com/office/officeart/2005/8/layout/orgChart1"/>
    <dgm:cxn modelId="{6DD2128C-4EA0-4044-89C4-A689A36B3603}" type="presParOf" srcId="{0E933051-0119-43DE-88CA-06E5BCB03E9A}" destId="{6113AD28-E2BC-4B2C-A12E-8618B713EA1D}" srcOrd="0" destOrd="0" presId="urn:microsoft.com/office/officeart/2005/8/layout/orgChart1"/>
    <dgm:cxn modelId="{2B0D7655-C8A9-4F76-9C19-E0FADEFDBF43}" type="presParOf" srcId="{6113AD28-E2BC-4B2C-A12E-8618B713EA1D}" destId="{1299C69F-D916-4206-97E9-FFE05199C93E}" srcOrd="0" destOrd="0" presId="urn:microsoft.com/office/officeart/2005/8/layout/orgChart1"/>
    <dgm:cxn modelId="{D296B509-32DE-4B30-BB29-03EBE8899274}" type="presParOf" srcId="{6113AD28-E2BC-4B2C-A12E-8618B713EA1D}" destId="{C4E51812-39CC-4B86-8455-8F839FBB41D8}" srcOrd="1" destOrd="0" presId="urn:microsoft.com/office/officeart/2005/8/layout/orgChart1"/>
    <dgm:cxn modelId="{E1E41521-61E8-4442-8F97-DEC285EAB808}" type="presParOf" srcId="{0E933051-0119-43DE-88CA-06E5BCB03E9A}" destId="{C92D5F1E-043A-4DF7-B142-67528001495B}" srcOrd="1" destOrd="0" presId="urn:microsoft.com/office/officeart/2005/8/layout/orgChart1"/>
    <dgm:cxn modelId="{2133487E-C89E-4537-82B7-79EEFC16C332}" type="presParOf" srcId="{0E933051-0119-43DE-88CA-06E5BCB03E9A}" destId="{057DE50F-6468-43E8-9D37-337EC23D918A}" srcOrd="2" destOrd="0" presId="urn:microsoft.com/office/officeart/2005/8/layout/orgChart1"/>
    <dgm:cxn modelId="{7FAA6DD9-C897-4353-A51C-2433E1393A36}" type="presParOf" srcId="{4218F541-3D9C-4758-92D2-7D36A0C78291}" destId="{69AA31C7-EC2C-4E3E-8937-37D0208B7C68}" srcOrd="2" destOrd="0" presId="urn:microsoft.com/office/officeart/2005/8/layout/orgChart1"/>
    <dgm:cxn modelId="{128FA5EC-72C8-4CE2-BA2D-7304612D946A}" type="presParOf" srcId="{4218F541-3D9C-4758-92D2-7D36A0C78291}" destId="{3D9FA41C-D81B-4723-B675-6C3EB62881A7}" srcOrd="3" destOrd="0" presId="urn:microsoft.com/office/officeart/2005/8/layout/orgChart1"/>
    <dgm:cxn modelId="{CCA25D12-D147-4DF4-B586-165250C5B703}" type="presParOf" srcId="{3D9FA41C-D81B-4723-B675-6C3EB62881A7}" destId="{2A21D11F-1D20-4D71-9219-88AE82614AC6}" srcOrd="0" destOrd="0" presId="urn:microsoft.com/office/officeart/2005/8/layout/orgChart1"/>
    <dgm:cxn modelId="{8D8F0B02-68D5-4CFF-9F9F-FECC84E41E91}" type="presParOf" srcId="{2A21D11F-1D20-4D71-9219-88AE82614AC6}" destId="{58E4322A-D4F0-49D5-8BE6-4ABDBFF8D077}" srcOrd="0" destOrd="0" presId="urn:microsoft.com/office/officeart/2005/8/layout/orgChart1"/>
    <dgm:cxn modelId="{32B9B9CE-15F8-402A-8188-DE66F3C2BDC9}" type="presParOf" srcId="{2A21D11F-1D20-4D71-9219-88AE82614AC6}" destId="{B14F18D6-2195-40DE-85A9-51CEA9579B58}" srcOrd="1" destOrd="0" presId="urn:microsoft.com/office/officeart/2005/8/layout/orgChart1"/>
    <dgm:cxn modelId="{DE3BC9E0-F0FB-4BFA-889C-1DF05AE92435}" type="presParOf" srcId="{3D9FA41C-D81B-4723-B675-6C3EB62881A7}" destId="{30E61D4E-7F27-44D3-9620-18130C0C9DA1}" srcOrd="1" destOrd="0" presId="urn:microsoft.com/office/officeart/2005/8/layout/orgChart1"/>
    <dgm:cxn modelId="{FE98B4ED-5A96-4DB2-9ECA-1741FC9FD435}" type="presParOf" srcId="{3D9FA41C-D81B-4723-B675-6C3EB62881A7}" destId="{38567E37-54FD-4FB7-891D-5ED4B31B21E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9563F-C4DC-4080-A6B0-3C30394A4EF9}">
      <dsp:nvSpPr>
        <dsp:cNvPr id="0" name=""/>
        <dsp:cNvSpPr/>
      </dsp:nvSpPr>
      <dsp:spPr>
        <a:xfrm>
          <a:off x="4369995" y="1993601"/>
          <a:ext cx="644795" cy="16246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4641"/>
              </a:lnTo>
              <a:lnTo>
                <a:pt x="644795" y="1624641"/>
              </a:lnTo>
            </a:path>
          </a:pathLst>
        </a:custGeom>
        <a:noFill/>
        <a:ln w="12700" cap="flat" cmpd="sng" algn="ctr">
          <a:solidFill>
            <a:schemeClr val="accent5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0565FC-9F38-45B8-B8D5-9FD45FB94A24}">
      <dsp:nvSpPr>
        <dsp:cNvPr id="0" name=""/>
        <dsp:cNvSpPr/>
      </dsp:nvSpPr>
      <dsp:spPr>
        <a:xfrm>
          <a:off x="4369995" y="1993601"/>
          <a:ext cx="646339" cy="690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0265"/>
              </a:lnTo>
              <a:lnTo>
                <a:pt x="646339" y="690265"/>
              </a:lnTo>
            </a:path>
          </a:pathLst>
        </a:custGeom>
        <a:noFill/>
        <a:ln w="12700" cap="flat" cmpd="sng" algn="ctr">
          <a:solidFill>
            <a:schemeClr val="accent5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226FEA-FB64-4279-8574-DE11BEBD93F5}">
      <dsp:nvSpPr>
        <dsp:cNvPr id="0" name=""/>
        <dsp:cNvSpPr/>
      </dsp:nvSpPr>
      <dsp:spPr>
        <a:xfrm>
          <a:off x="3695615" y="1993601"/>
          <a:ext cx="674380" cy="690155"/>
        </a:xfrm>
        <a:custGeom>
          <a:avLst/>
          <a:gdLst/>
          <a:ahLst/>
          <a:cxnLst/>
          <a:rect l="0" t="0" r="0" b="0"/>
          <a:pathLst>
            <a:path>
              <a:moveTo>
                <a:pt x="674380" y="0"/>
              </a:moveTo>
              <a:lnTo>
                <a:pt x="674380" y="690155"/>
              </a:lnTo>
              <a:lnTo>
                <a:pt x="0" y="690155"/>
              </a:lnTo>
            </a:path>
          </a:pathLst>
        </a:custGeom>
        <a:noFill/>
        <a:ln w="12700" cap="flat" cmpd="sng" algn="ctr">
          <a:solidFill>
            <a:schemeClr val="accent5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223A5C-367C-4930-92A9-E12F1366893C}">
      <dsp:nvSpPr>
        <dsp:cNvPr id="0" name=""/>
        <dsp:cNvSpPr/>
      </dsp:nvSpPr>
      <dsp:spPr>
        <a:xfrm>
          <a:off x="4324275" y="916393"/>
          <a:ext cx="91440" cy="30328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3287"/>
              </a:lnTo>
            </a:path>
          </a:pathLst>
        </a:custGeom>
        <a:noFill/>
        <a:ln w="12700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96F364-A6E1-4FE5-992E-9E06BCE2F1B1}">
      <dsp:nvSpPr>
        <dsp:cNvPr id="0" name=""/>
        <dsp:cNvSpPr/>
      </dsp:nvSpPr>
      <dsp:spPr>
        <a:xfrm>
          <a:off x="2864970" y="142472"/>
          <a:ext cx="3010051" cy="773920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Setup</a:t>
          </a:r>
        </a:p>
      </dsp:txBody>
      <dsp:txXfrm>
        <a:off x="2864970" y="142472"/>
        <a:ext cx="3010051" cy="773920"/>
      </dsp:txXfrm>
    </dsp:sp>
    <dsp:sp modelId="{43AD4552-CBD4-481C-BDF1-F598F7D7BC88}">
      <dsp:nvSpPr>
        <dsp:cNvPr id="0" name=""/>
        <dsp:cNvSpPr/>
      </dsp:nvSpPr>
      <dsp:spPr>
        <a:xfrm>
          <a:off x="2864970" y="1219680"/>
          <a:ext cx="3010051" cy="773920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Loop</a:t>
          </a:r>
        </a:p>
      </dsp:txBody>
      <dsp:txXfrm>
        <a:off x="2864970" y="1219680"/>
        <a:ext cx="3010051" cy="773920"/>
      </dsp:txXfrm>
    </dsp:sp>
    <dsp:sp modelId="{A83DB353-E3C5-402C-BFA6-C26D79F97485}">
      <dsp:nvSpPr>
        <dsp:cNvPr id="0" name=""/>
        <dsp:cNvSpPr/>
      </dsp:nvSpPr>
      <dsp:spPr>
        <a:xfrm>
          <a:off x="685563" y="2296796"/>
          <a:ext cx="3010051" cy="773920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qget</a:t>
          </a:r>
          <a:endParaRPr lang="de-DE" sz="2000" kern="1200" dirty="0"/>
        </a:p>
      </dsp:txBody>
      <dsp:txXfrm>
        <a:off x="685563" y="2296796"/>
        <a:ext cx="3010051" cy="773920"/>
      </dsp:txXfrm>
    </dsp:sp>
    <dsp:sp modelId="{1595BF25-7772-4814-9910-164A310FB1CF}">
      <dsp:nvSpPr>
        <dsp:cNvPr id="0" name=""/>
        <dsp:cNvSpPr/>
      </dsp:nvSpPr>
      <dsp:spPr>
        <a:xfrm>
          <a:off x="5016335" y="2296906"/>
          <a:ext cx="3010051" cy="773920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qgetRange</a:t>
          </a:r>
          <a:endParaRPr lang="de-DE" sz="2000" kern="1200" dirty="0"/>
        </a:p>
      </dsp:txBody>
      <dsp:txXfrm>
        <a:off x="5016335" y="2296906"/>
        <a:ext cx="3010051" cy="773920"/>
      </dsp:txXfrm>
    </dsp:sp>
    <dsp:sp modelId="{EA620BE0-9AA8-4687-829B-39C68B39DF71}">
      <dsp:nvSpPr>
        <dsp:cNvPr id="0" name=""/>
        <dsp:cNvSpPr/>
      </dsp:nvSpPr>
      <dsp:spPr>
        <a:xfrm>
          <a:off x="5014791" y="3230491"/>
          <a:ext cx="3009610" cy="775500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qgetAll</a:t>
          </a:r>
          <a:endParaRPr lang="de-DE" sz="2000" kern="1200" dirty="0"/>
        </a:p>
      </dsp:txBody>
      <dsp:txXfrm>
        <a:off x="5014791" y="3230491"/>
        <a:ext cx="3009610" cy="775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AA31C7-EC2C-4E3E-8937-37D0208B7C68}">
      <dsp:nvSpPr>
        <dsp:cNvPr id="0" name=""/>
        <dsp:cNvSpPr/>
      </dsp:nvSpPr>
      <dsp:spPr>
        <a:xfrm>
          <a:off x="3814809" y="1739206"/>
          <a:ext cx="386592" cy="517291"/>
        </a:xfrm>
        <a:custGeom>
          <a:avLst/>
          <a:gdLst/>
          <a:ahLst/>
          <a:cxnLst/>
          <a:rect l="0" t="0" r="0" b="0"/>
          <a:pathLst>
            <a:path>
              <a:moveTo>
                <a:pt x="386592" y="0"/>
              </a:moveTo>
              <a:lnTo>
                <a:pt x="386592" y="517291"/>
              </a:lnTo>
              <a:lnTo>
                <a:pt x="0" y="517291"/>
              </a:lnTo>
            </a:path>
          </a:pathLst>
        </a:custGeom>
        <a:noFill/>
        <a:ln w="12700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3A6495-3220-41EA-93C7-5DD4D0B59F37}">
      <dsp:nvSpPr>
        <dsp:cNvPr id="0" name=""/>
        <dsp:cNvSpPr/>
      </dsp:nvSpPr>
      <dsp:spPr>
        <a:xfrm>
          <a:off x="4201401" y="1739206"/>
          <a:ext cx="372961" cy="517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291"/>
              </a:lnTo>
              <a:lnTo>
                <a:pt x="372961" y="517291"/>
              </a:lnTo>
            </a:path>
          </a:pathLst>
        </a:custGeom>
        <a:noFill/>
        <a:ln w="12700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0565FC-9F38-45B8-B8D5-9FD45FB94A24}">
      <dsp:nvSpPr>
        <dsp:cNvPr id="0" name=""/>
        <dsp:cNvSpPr/>
      </dsp:nvSpPr>
      <dsp:spPr>
        <a:xfrm>
          <a:off x="1988959" y="3484527"/>
          <a:ext cx="194167" cy="4841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176"/>
              </a:lnTo>
              <a:lnTo>
                <a:pt x="194167" y="484176"/>
              </a:lnTo>
            </a:path>
          </a:pathLst>
        </a:custGeom>
        <a:noFill/>
        <a:ln w="12700" cap="flat" cmpd="sng" algn="ctr">
          <a:solidFill>
            <a:schemeClr val="accent5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226FEA-FB64-4279-8574-DE11BEBD93F5}">
      <dsp:nvSpPr>
        <dsp:cNvPr id="0" name=""/>
        <dsp:cNvSpPr/>
      </dsp:nvSpPr>
      <dsp:spPr>
        <a:xfrm>
          <a:off x="1774066" y="3484527"/>
          <a:ext cx="214893" cy="484176"/>
        </a:xfrm>
        <a:custGeom>
          <a:avLst/>
          <a:gdLst/>
          <a:ahLst/>
          <a:cxnLst/>
          <a:rect l="0" t="0" r="0" b="0"/>
          <a:pathLst>
            <a:path>
              <a:moveTo>
                <a:pt x="214893" y="0"/>
              </a:moveTo>
              <a:lnTo>
                <a:pt x="214893" y="484176"/>
              </a:lnTo>
              <a:lnTo>
                <a:pt x="0" y="484176"/>
              </a:lnTo>
            </a:path>
          </a:pathLst>
        </a:custGeom>
        <a:noFill/>
        <a:ln w="12700" cap="flat" cmpd="sng" algn="ctr">
          <a:solidFill>
            <a:schemeClr val="accent5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223A5C-367C-4930-92A9-E12F1366893C}">
      <dsp:nvSpPr>
        <dsp:cNvPr id="0" name=""/>
        <dsp:cNvSpPr/>
      </dsp:nvSpPr>
      <dsp:spPr>
        <a:xfrm>
          <a:off x="1988959" y="1739206"/>
          <a:ext cx="2212442" cy="1292562"/>
        </a:xfrm>
        <a:custGeom>
          <a:avLst/>
          <a:gdLst/>
          <a:ahLst/>
          <a:cxnLst/>
          <a:rect l="0" t="0" r="0" b="0"/>
          <a:pathLst>
            <a:path>
              <a:moveTo>
                <a:pt x="2212442" y="0"/>
              </a:moveTo>
              <a:lnTo>
                <a:pt x="2212442" y="1066811"/>
              </a:lnTo>
              <a:lnTo>
                <a:pt x="0" y="1066811"/>
              </a:lnTo>
              <a:lnTo>
                <a:pt x="0" y="1292562"/>
              </a:lnTo>
            </a:path>
          </a:pathLst>
        </a:custGeom>
        <a:noFill/>
        <a:ln w="12700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1A8590-6211-40F5-BAF9-8A5A5BD52502}">
      <dsp:nvSpPr>
        <dsp:cNvPr id="0" name=""/>
        <dsp:cNvSpPr/>
      </dsp:nvSpPr>
      <dsp:spPr>
        <a:xfrm>
          <a:off x="4155681" y="1739206"/>
          <a:ext cx="91440" cy="12925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92562"/>
              </a:lnTo>
            </a:path>
          </a:pathLst>
        </a:custGeom>
        <a:noFill/>
        <a:ln w="12700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63FE34-19EF-4FFE-B4C0-A93D4D0F78A0}">
      <dsp:nvSpPr>
        <dsp:cNvPr id="0" name=""/>
        <dsp:cNvSpPr/>
      </dsp:nvSpPr>
      <dsp:spPr>
        <a:xfrm>
          <a:off x="5709467" y="3484527"/>
          <a:ext cx="256465" cy="468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8201"/>
              </a:lnTo>
              <a:lnTo>
                <a:pt x="256465" y="468201"/>
              </a:lnTo>
            </a:path>
          </a:pathLst>
        </a:custGeom>
        <a:noFill/>
        <a:ln w="12700" cap="flat" cmpd="sng" algn="ctr">
          <a:solidFill>
            <a:schemeClr val="accent5">
              <a:tint val="70000"/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0401A7-45CF-402D-80F5-857BDA9E04CF}">
      <dsp:nvSpPr>
        <dsp:cNvPr id="0" name=""/>
        <dsp:cNvSpPr/>
      </dsp:nvSpPr>
      <dsp:spPr>
        <a:xfrm>
          <a:off x="4201401" y="1739206"/>
          <a:ext cx="2212442" cy="1292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6811"/>
              </a:lnTo>
              <a:lnTo>
                <a:pt x="2212442" y="1066811"/>
              </a:lnTo>
              <a:lnTo>
                <a:pt x="2212442" y="1292562"/>
              </a:lnTo>
            </a:path>
          </a:pathLst>
        </a:custGeom>
        <a:noFill/>
        <a:ln w="12700" cap="flat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96F364-A6E1-4FE5-992E-9E06BCE2F1B1}">
      <dsp:nvSpPr>
        <dsp:cNvPr id="0" name=""/>
        <dsp:cNvSpPr/>
      </dsp:nvSpPr>
      <dsp:spPr>
        <a:xfrm>
          <a:off x="3320931" y="1286447"/>
          <a:ext cx="1760941" cy="452759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Main</a:t>
          </a:r>
        </a:p>
      </dsp:txBody>
      <dsp:txXfrm>
        <a:off x="3320931" y="1286447"/>
        <a:ext cx="1760941" cy="452759"/>
      </dsp:txXfrm>
    </dsp:sp>
    <dsp:sp modelId="{68A62F83-5B7F-4CB8-8BA8-20C2DDE0A2FD}">
      <dsp:nvSpPr>
        <dsp:cNvPr id="0" name=""/>
        <dsp:cNvSpPr/>
      </dsp:nvSpPr>
      <dsp:spPr>
        <a:xfrm>
          <a:off x="5533373" y="3031768"/>
          <a:ext cx="1760941" cy="452759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Board Visual</a:t>
          </a:r>
        </a:p>
      </dsp:txBody>
      <dsp:txXfrm>
        <a:off x="5533373" y="3031768"/>
        <a:ext cx="1760941" cy="452759"/>
      </dsp:txXfrm>
    </dsp:sp>
    <dsp:sp modelId="{837EA61C-C41A-4DC3-9F88-B25FD6B7D125}">
      <dsp:nvSpPr>
        <dsp:cNvPr id="0" name=""/>
        <dsp:cNvSpPr/>
      </dsp:nvSpPr>
      <dsp:spPr>
        <a:xfrm>
          <a:off x="5965933" y="3744420"/>
          <a:ext cx="2150006" cy="416617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ToolsCORE</a:t>
          </a:r>
          <a:endParaRPr lang="de-DE" sz="2000" kern="1200" dirty="0"/>
        </a:p>
      </dsp:txBody>
      <dsp:txXfrm>
        <a:off x="5965933" y="3744420"/>
        <a:ext cx="2150006" cy="416617"/>
      </dsp:txXfrm>
    </dsp:sp>
    <dsp:sp modelId="{4588F7A2-595A-45B4-A9AE-2182F65EDE35}">
      <dsp:nvSpPr>
        <dsp:cNvPr id="0" name=""/>
        <dsp:cNvSpPr/>
      </dsp:nvSpPr>
      <dsp:spPr>
        <a:xfrm>
          <a:off x="3320931" y="3031768"/>
          <a:ext cx="1760941" cy="452759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Renderer</a:t>
          </a:r>
        </a:p>
      </dsp:txBody>
      <dsp:txXfrm>
        <a:off x="3320931" y="3031768"/>
        <a:ext cx="1760941" cy="452759"/>
      </dsp:txXfrm>
    </dsp:sp>
    <dsp:sp modelId="{43AD4552-CBD4-481C-BDF1-F598F7D7BC88}">
      <dsp:nvSpPr>
        <dsp:cNvPr id="0" name=""/>
        <dsp:cNvSpPr/>
      </dsp:nvSpPr>
      <dsp:spPr>
        <a:xfrm>
          <a:off x="1108488" y="3031768"/>
          <a:ext cx="1760941" cy="452759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Database</a:t>
          </a:r>
        </a:p>
      </dsp:txBody>
      <dsp:txXfrm>
        <a:off x="1108488" y="3031768"/>
        <a:ext cx="1760941" cy="452759"/>
      </dsp:txXfrm>
    </dsp:sp>
    <dsp:sp modelId="{A83DB353-E3C5-402C-BFA6-C26D79F97485}">
      <dsp:nvSpPr>
        <dsp:cNvPr id="0" name=""/>
        <dsp:cNvSpPr/>
      </dsp:nvSpPr>
      <dsp:spPr>
        <a:xfrm>
          <a:off x="13125" y="3742324"/>
          <a:ext cx="1760941" cy="452759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Physical</a:t>
          </a:r>
          <a:endParaRPr lang="de-DE" sz="2000" kern="1200" dirty="0"/>
        </a:p>
      </dsp:txBody>
      <dsp:txXfrm>
        <a:off x="13125" y="3742324"/>
        <a:ext cx="1760941" cy="452759"/>
      </dsp:txXfrm>
    </dsp:sp>
    <dsp:sp modelId="{1595BF25-7772-4814-9910-164A310FB1CF}">
      <dsp:nvSpPr>
        <dsp:cNvPr id="0" name=""/>
        <dsp:cNvSpPr/>
      </dsp:nvSpPr>
      <dsp:spPr>
        <a:xfrm>
          <a:off x="2183126" y="3742324"/>
          <a:ext cx="1760941" cy="452759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Display</a:t>
          </a:r>
        </a:p>
      </dsp:txBody>
      <dsp:txXfrm>
        <a:off x="2183126" y="3742324"/>
        <a:ext cx="1760941" cy="452759"/>
      </dsp:txXfrm>
    </dsp:sp>
    <dsp:sp modelId="{1299C69F-D916-4206-97E9-FFE05199C93E}">
      <dsp:nvSpPr>
        <dsp:cNvPr id="0" name=""/>
        <dsp:cNvSpPr/>
      </dsp:nvSpPr>
      <dsp:spPr>
        <a:xfrm>
          <a:off x="4574363" y="2030118"/>
          <a:ext cx="1760941" cy="452759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Storage</a:t>
          </a:r>
        </a:p>
      </dsp:txBody>
      <dsp:txXfrm>
        <a:off x="4574363" y="2030118"/>
        <a:ext cx="1760941" cy="452759"/>
      </dsp:txXfrm>
    </dsp:sp>
    <dsp:sp modelId="{58E4322A-D4F0-49D5-8BE6-4ABDBFF8D077}">
      <dsp:nvSpPr>
        <dsp:cNvPr id="0" name=""/>
        <dsp:cNvSpPr/>
      </dsp:nvSpPr>
      <dsp:spPr>
        <a:xfrm>
          <a:off x="2053868" y="2030118"/>
          <a:ext cx="1760941" cy="452759"/>
        </a:xfrm>
        <a:prstGeom prst="rect">
          <a:avLst/>
        </a:prstGeom>
        <a:solidFill>
          <a:srgbClr val="00577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Scom2</a:t>
          </a:r>
        </a:p>
      </dsp:txBody>
      <dsp:txXfrm>
        <a:off x="2053868" y="2030118"/>
        <a:ext cx="1760941" cy="4527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9088EAF-6ECA-4616-85EF-35AA19C641F3}" type="datetimeFigureOut">
              <a:rPr lang="en-US"/>
              <a:t>3/25/2025</a:t>
            </a:fld>
            <a:endParaRPr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9F912AB-2776-42F2-A957-313FC7EFEDB9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BD2D7A-D230-4F91-BD59-0A39C2703BA8}" type="datetimeFigureOut">
              <a:rPr lang="en-US"/>
              <a:t>3/25/2025</a:t>
            </a:fld>
            <a:endParaRPr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Textmasterformat durch Klicken bearbeiten</a:t>
            </a:r>
          </a:p>
          <a:p>
            <a:pPr lvl="1" rtl="0"/>
            <a:r>
              <a:t>Zweite Ebene</a:t>
            </a:r>
          </a:p>
          <a:p>
            <a:pPr lvl="2" rtl="0"/>
            <a:r>
              <a:t>Dritte Ebene</a:t>
            </a:r>
          </a:p>
          <a:p>
            <a:pPr lvl="3" rtl="0"/>
            <a:r>
              <a:t>Vierte Ebene</a:t>
            </a:r>
          </a:p>
          <a:p>
            <a:pPr lvl="4" rtl="0"/>
            <a:r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3199CD-3E1B-4AE6-990F-76F925F5EA9F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4198-704B-5E55-0E94-00D34B62E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D4A83C-7B61-FF35-152B-95C8ECB60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872C6E-9E67-B92B-1043-59C847525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35C4B4-A1D5-FA1A-4CFE-BA0DE10E3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397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163A3-7722-2BB7-2314-63037891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E2593D9-5C27-9F84-2C69-FB2E0ABFD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6136A11-1822-74DE-6B07-DF09B9748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01B80D-C9B4-8727-369F-3CF2DF9BD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3199CD-3E1B-4AE6-990F-76F925F5EA9F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8864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46A7D-6CC3-BA22-7781-06D507DA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88087D9-570F-8292-D694-FE83F20F9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E3F093D-05CD-2279-C6E0-10A2DC9B4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D112FE-52EC-44D0-BAF2-B2ACCB7FC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129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61ED-C6EE-878D-ED33-BFC4398B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381811-5FC3-2C8C-B71C-9FFB133A6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624DD2D-EF5A-4342-463B-9FB71C863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147646-CCE1-F9F6-589E-D782748C6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8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1989E-7CED-CED6-A2B7-DA2CC7FB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7BCFCD9-19C4-2419-402B-96A4B8584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0C59F8-DA12-2CCF-D9DA-77F543281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2D0A3E-C0C5-8362-A33C-650D4975B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67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97AE-0EBF-C421-0F2C-0BA53B892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655EA3-ABEA-CD72-4CAB-C7FECFD38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456F3F4-705B-7E03-E306-4069E2580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B6539D-9769-7544-27DE-2D341A373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51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7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3199CD-3E1B-4AE6-990F-76F925F5EA9F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5294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2821C-E0CE-E282-5AC6-29BDD8990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8F4ECD-338B-E9DA-F981-2001B7A2A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8F9E20D-9527-F1E9-FF61-66771CF1C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BACA0A-91CF-1853-B330-324568808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3199CD-3E1B-4AE6-990F-76F925F5EA9F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5579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90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8F8B1-E28F-8239-2BAC-A5792D84A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612465-2DD9-0614-8145-FA5B4C1BE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D4D7DFD-4829-74F4-88CF-D04A6EA34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B9F61A-8E36-4A45-0E9A-BC7EF1CC5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26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99CD-3E1B-4AE6-990F-76F925F5EA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846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e 30">
            <a:extLst>
              <a:ext uri="{FF2B5EF4-FFF2-40B4-BE49-F238E27FC236}">
                <a16:creationId xmlns:a16="http://schemas.microsoft.com/office/drawing/2014/main" id="{579F1F0E-8DF0-62EB-B3C8-C6E1AEA0259F}"/>
              </a:ext>
            </a:extLst>
          </p:cNvPr>
          <p:cNvGrpSpPr/>
          <p:nvPr userDrawn="1"/>
        </p:nvGrpSpPr>
        <p:grpSpPr>
          <a:xfrm>
            <a:off x="455612" y="830375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32" name="Parallelogramm 31">
              <a:extLst>
                <a:ext uri="{FF2B5EF4-FFF2-40B4-BE49-F238E27FC236}">
                  <a16:creationId xmlns:a16="http://schemas.microsoft.com/office/drawing/2014/main" id="{24CC1C1D-653F-14A0-54A0-6492ABCC273D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33" name="Parallelogramm 32">
              <a:extLst>
                <a:ext uri="{FF2B5EF4-FFF2-40B4-BE49-F238E27FC236}">
                  <a16:creationId xmlns:a16="http://schemas.microsoft.com/office/drawing/2014/main" id="{92049B2C-54AB-505F-2572-7CD19C3D968A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34" name="Parallelogramm 33">
              <a:extLst>
                <a:ext uri="{FF2B5EF4-FFF2-40B4-BE49-F238E27FC236}">
                  <a16:creationId xmlns:a16="http://schemas.microsoft.com/office/drawing/2014/main" id="{E23FD261-2FDC-1CD9-A732-906B64F405AB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35" name="Parallelogramm 34">
              <a:extLst>
                <a:ext uri="{FF2B5EF4-FFF2-40B4-BE49-F238E27FC236}">
                  <a16:creationId xmlns:a16="http://schemas.microsoft.com/office/drawing/2014/main" id="{B90AE363-FA57-0E86-3B4F-5E0A0806185D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36" name="Parallelogramm 35">
              <a:extLst>
                <a:ext uri="{FF2B5EF4-FFF2-40B4-BE49-F238E27FC236}">
                  <a16:creationId xmlns:a16="http://schemas.microsoft.com/office/drawing/2014/main" id="{4137775E-DBE1-BA92-6BCD-E9944273E622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37" name="Parallelogramm 36">
              <a:extLst>
                <a:ext uri="{FF2B5EF4-FFF2-40B4-BE49-F238E27FC236}">
                  <a16:creationId xmlns:a16="http://schemas.microsoft.com/office/drawing/2014/main" id="{969524EC-636E-4802-109E-EE71B9D4EB96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38" name="Parallelogramm 37">
              <a:extLst>
                <a:ext uri="{FF2B5EF4-FFF2-40B4-BE49-F238E27FC236}">
                  <a16:creationId xmlns:a16="http://schemas.microsoft.com/office/drawing/2014/main" id="{A03E2BFD-896B-BEC0-29BD-917248BCC6E8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39" name="Parallelogramm 38">
              <a:extLst>
                <a:ext uri="{FF2B5EF4-FFF2-40B4-BE49-F238E27FC236}">
                  <a16:creationId xmlns:a16="http://schemas.microsoft.com/office/drawing/2014/main" id="{849527DE-31CB-858E-9758-616F93A85AE1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40" name="Parallelogramm 39">
              <a:extLst>
                <a:ext uri="{FF2B5EF4-FFF2-40B4-BE49-F238E27FC236}">
                  <a16:creationId xmlns:a16="http://schemas.microsoft.com/office/drawing/2014/main" id="{87C850F0-0452-2D8B-D0FC-FBB759016D0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41" name="Parallelogramm 40">
              <a:extLst>
                <a:ext uri="{FF2B5EF4-FFF2-40B4-BE49-F238E27FC236}">
                  <a16:creationId xmlns:a16="http://schemas.microsoft.com/office/drawing/2014/main" id="{11721AD6-6F30-0F58-A50E-32AF0FFCB1F9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42" name="Parallelogramm 41">
              <a:extLst>
                <a:ext uri="{FF2B5EF4-FFF2-40B4-BE49-F238E27FC236}">
                  <a16:creationId xmlns:a16="http://schemas.microsoft.com/office/drawing/2014/main" id="{31E989A6-CA34-B2A2-552B-4FF5F76F9F40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43" name="Parallelogramm 42">
              <a:extLst>
                <a:ext uri="{FF2B5EF4-FFF2-40B4-BE49-F238E27FC236}">
                  <a16:creationId xmlns:a16="http://schemas.microsoft.com/office/drawing/2014/main" id="{6E8597AB-CD80-E7F0-F72F-40DFF3012FC5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44" name="Parallelogramm 43">
              <a:extLst>
                <a:ext uri="{FF2B5EF4-FFF2-40B4-BE49-F238E27FC236}">
                  <a16:creationId xmlns:a16="http://schemas.microsoft.com/office/drawing/2014/main" id="{B5A2B040-E43D-ED66-F37F-E956857A55FA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45" name="Parallelogramm 44">
              <a:extLst>
                <a:ext uri="{FF2B5EF4-FFF2-40B4-BE49-F238E27FC236}">
                  <a16:creationId xmlns:a16="http://schemas.microsoft.com/office/drawing/2014/main" id="{19B8B1CB-3502-9821-3B34-67B4601C88A7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46" name="Parallelogramm 45">
              <a:extLst>
                <a:ext uri="{FF2B5EF4-FFF2-40B4-BE49-F238E27FC236}">
                  <a16:creationId xmlns:a16="http://schemas.microsoft.com/office/drawing/2014/main" id="{335C657D-422D-A995-B64D-619B6A571325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3821D693-8EFB-0671-CF70-84C0E591B0C4}"/>
              </a:ext>
            </a:extLst>
          </p:cNvPr>
          <p:cNvCxnSpPr/>
          <p:nvPr userDrawn="1"/>
        </p:nvCxnSpPr>
        <p:spPr>
          <a:xfrm rot="10800000">
            <a:off x="455612" y="144779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7F43CFFE-3C15-DA64-2463-80330D89A4B9}"/>
              </a:ext>
            </a:extLst>
          </p:cNvPr>
          <p:cNvCxnSpPr/>
          <p:nvPr userDrawn="1"/>
        </p:nvCxnSpPr>
        <p:spPr>
          <a:xfrm rot="10800000">
            <a:off x="455612" y="119126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7DBBBDCC-257F-24EC-27A6-227D4593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904" y="1984248"/>
            <a:ext cx="8001000" cy="2359152"/>
          </a:xfrm>
        </p:spPr>
        <p:txBody>
          <a:bodyPr rtlCol="0">
            <a:normAutofit/>
          </a:bodyPr>
          <a:lstStyle>
            <a:lvl1pPr algn="l">
              <a:defRPr sz="4400" spc="-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803904" y="4379976"/>
            <a:ext cx="8001000" cy="1033272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 cap="all" spc="2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/>
              <a:t>Master-Untertitelformat bearbeiten</a:t>
            </a:r>
            <a:endParaRPr dirty="0"/>
          </a:p>
        </p:txBody>
      </p:sp>
      <p:grpSp>
        <p:nvGrpSpPr>
          <p:cNvPr id="5" name="Gruppe 4">
            <a:extLst>
              <a:ext uri="{FF2B5EF4-FFF2-40B4-BE49-F238E27FC236}">
                <a16:creationId xmlns:a16="http://schemas.microsoft.com/office/drawing/2014/main" id="{9F4D3A5D-9665-1463-8327-4E15CDD4E786}"/>
              </a:ext>
            </a:extLst>
          </p:cNvPr>
          <p:cNvGrpSpPr/>
          <p:nvPr userDrawn="1"/>
        </p:nvGrpSpPr>
        <p:grpSpPr>
          <a:xfrm>
            <a:off x="982255" y="2281053"/>
            <a:ext cx="2286082" cy="2295894"/>
            <a:chOff x="982255" y="2281053"/>
            <a:chExt cx="2286082" cy="2295894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B5C18144-9323-970D-DF65-B42D339F5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2255" y="2281053"/>
              <a:ext cx="2286082" cy="2295894"/>
            </a:xfrm>
            <a:prstGeom prst="rect">
              <a:avLst/>
            </a:prstGeom>
          </p:spPr>
        </p:pic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692D720A-50F8-524A-E72A-32B073A15EA3}"/>
                </a:ext>
              </a:extLst>
            </p:cNvPr>
            <p:cNvSpPr/>
            <p:nvPr/>
          </p:nvSpPr>
          <p:spPr>
            <a:xfrm>
              <a:off x="1793080" y="3120710"/>
              <a:ext cx="691763" cy="69176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9542C9E-426B-E68F-C132-EDEAD07A758E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uppe 49">
            <a:extLst>
              <a:ext uri="{FF2B5EF4-FFF2-40B4-BE49-F238E27FC236}">
                <a16:creationId xmlns:a16="http://schemas.microsoft.com/office/drawing/2014/main" id="{FA1E96BB-4B51-AF19-15EA-803FCE1BCA9E}"/>
              </a:ext>
            </a:extLst>
          </p:cNvPr>
          <p:cNvGrpSpPr/>
          <p:nvPr userDrawn="1"/>
        </p:nvGrpSpPr>
        <p:grpSpPr>
          <a:xfrm>
            <a:off x="455611" y="5661786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51" name="Parallelogramm 50">
              <a:extLst>
                <a:ext uri="{FF2B5EF4-FFF2-40B4-BE49-F238E27FC236}">
                  <a16:creationId xmlns:a16="http://schemas.microsoft.com/office/drawing/2014/main" id="{44788C66-17F7-D9FE-31CB-95EE947F964B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52" name="Parallelogramm 51">
              <a:extLst>
                <a:ext uri="{FF2B5EF4-FFF2-40B4-BE49-F238E27FC236}">
                  <a16:creationId xmlns:a16="http://schemas.microsoft.com/office/drawing/2014/main" id="{31B611EC-0253-A614-C481-A1FCD9B63143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53" name="Parallelogramm 52">
              <a:extLst>
                <a:ext uri="{FF2B5EF4-FFF2-40B4-BE49-F238E27FC236}">
                  <a16:creationId xmlns:a16="http://schemas.microsoft.com/office/drawing/2014/main" id="{03E97C15-99B2-C628-FF01-1760B604D9C8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54" name="Parallelogramm 53">
              <a:extLst>
                <a:ext uri="{FF2B5EF4-FFF2-40B4-BE49-F238E27FC236}">
                  <a16:creationId xmlns:a16="http://schemas.microsoft.com/office/drawing/2014/main" id="{2AEDCD07-A50E-9AD7-7C5F-E6A58BDF0E00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55" name="Parallelogramm 54">
              <a:extLst>
                <a:ext uri="{FF2B5EF4-FFF2-40B4-BE49-F238E27FC236}">
                  <a16:creationId xmlns:a16="http://schemas.microsoft.com/office/drawing/2014/main" id="{2E1F0CA3-2F0D-C8C9-A26C-A94E8F9D5A6B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56" name="Parallelogramm 55">
              <a:extLst>
                <a:ext uri="{FF2B5EF4-FFF2-40B4-BE49-F238E27FC236}">
                  <a16:creationId xmlns:a16="http://schemas.microsoft.com/office/drawing/2014/main" id="{D2E8B704-7C74-5ABD-8551-0F18687DB3AD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57" name="Parallelogramm 56">
              <a:extLst>
                <a:ext uri="{FF2B5EF4-FFF2-40B4-BE49-F238E27FC236}">
                  <a16:creationId xmlns:a16="http://schemas.microsoft.com/office/drawing/2014/main" id="{4DD0D25B-B68E-52C8-F485-82EFD6F534D3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58" name="Parallelogramm 57">
              <a:extLst>
                <a:ext uri="{FF2B5EF4-FFF2-40B4-BE49-F238E27FC236}">
                  <a16:creationId xmlns:a16="http://schemas.microsoft.com/office/drawing/2014/main" id="{C0F9169B-78AC-E723-9732-25A301F5157B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59" name="Parallelogramm 58">
              <a:extLst>
                <a:ext uri="{FF2B5EF4-FFF2-40B4-BE49-F238E27FC236}">
                  <a16:creationId xmlns:a16="http://schemas.microsoft.com/office/drawing/2014/main" id="{D44E897D-3BAE-3070-F317-7B773773638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60" name="Parallelogramm 59">
              <a:extLst>
                <a:ext uri="{FF2B5EF4-FFF2-40B4-BE49-F238E27FC236}">
                  <a16:creationId xmlns:a16="http://schemas.microsoft.com/office/drawing/2014/main" id="{D12434D8-E614-02C4-35C5-5A8210624C5D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61" name="Parallelogramm 60">
              <a:extLst>
                <a:ext uri="{FF2B5EF4-FFF2-40B4-BE49-F238E27FC236}">
                  <a16:creationId xmlns:a16="http://schemas.microsoft.com/office/drawing/2014/main" id="{25D0EC30-F0CD-7028-07C6-31A0A46F5687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62" name="Parallelogramm 61">
              <a:extLst>
                <a:ext uri="{FF2B5EF4-FFF2-40B4-BE49-F238E27FC236}">
                  <a16:creationId xmlns:a16="http://schemas.microsoft.com/office/drawing/2014/main" id="{15C53FD7-0571-AFB4-76B8-C165647B0CF8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63" name="Parallelogramm 62">
              <a:extLst>
                <a:ext uri="{FF2B5EF4-FFF2-40B4-BE49-F238E27FC236}">
                  <a16:creationId xmlns:a16="http://schemas.microsoft.com/office/drawing/2014/main" id="{F8C6A87F-6FA6-0F77-131A-0AE2A7E5FEBB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64" name="Parallelogramm 63">
              <a:extLst>
                <a:ext uri="{FF2B5EF4-FFF2-40B4-BE49-F238E27FC236}">
                  <a16:creationId xmlns:a16="http://schemas.microsoft.com/office/drawing/2014/main" id="{4696A920-0DEB-EB7A-DD1B-6ECABD381673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65" name="Parallelogramm 64">
              <a:extLst>
                <a:ext uri="{FF2B5EF4-FFF2-40B4-BE49-F238E27FC236}">
                  <a16:creationId xmlns:a16="http://schemas.microsoft.com/office/drawing/2014/main" id="{FFD56427-82E5-DFD7-1956-AEFF3610C52D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grpSp>
        <p:nvGrpSpPr>
          <p:cNvPr id="66" name="Gruppe 65">
            <a:extLst>
              <a:ext uri="{FF2B5EF4-FFF2-40B4-BE49-F238E27FC236}">
                <a16:creationId xmlns:a16="http://schemas.microsoft.com/office/drawing/2014/main" id="{965F467F-C705-E684-A579-DB2879650B17}"/>
              </a:ext>
            </a:extLst>
          </p:cNvPr>
          <p:cNvGrpSpPr/>
          <p:nvPr userDrawn="1"/>
        </p:nvGrpSpPr>
        <p:grpSpPr>
          <a:xfrm>
            <a:off x="455617" y="5410200"/>
            <a:ext cx="11353792" cy="616755"/>
            <a:chOff x="760415" y="7127111"/>
            <a:chExt cx="10286999" cy="1148707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2F18B3D9-7217-BFE4-FE9A-DEDDDB26C748}"/>
                </a:ext>
              </a:extLst>
            </p:cNvPr>
            <p:cNvCxnSpPr/>
            <p:nvPr/>
          </p:nvCxnSpPr>
          <p:spPr>
            <a:xfrm>
              <a:off x="760416" y="8275818"/>
              <a:ext cx="10286997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E675D9E7-2DF6-6560-CC21-E81551E9AB0A}"/>
                </a:ext>
              </a:extLst>
            </p:cNvPr>
            <p:cNvCxnSpPr/>
            <p:nvPr/>
          </p:nvCxnSpPr>
          <p:spPr>
            <a:xfrm>
              <a:off x="760415" y="7127111"/>
              <a:ext cx="10286999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8DDEDD67-EA3D-363D-8A40-D49E5F1B4C1C}"/>
              </a:ext>
            </a:extLst>
          </p:cNvPr>
          <p:cNvCxnSpPr/>
          <p:nvPr userDrawn="1"/>
        </p:nvCxnSpPr>
        <p:spPr>
          <a:xfrm>
            <a:off x="455617" y="5666723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80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e 5">
            <a:extLst>
              <a:ext uri="{FF2B5EF4-FFF2-40B4-BE49-F238E27FC236}">
                <a16:creationId xmlns:a16="http://schemas.microsoft.com/office/drawing/2014/main" id="{8E7153E3-4FAF-5038-3E06-59C31F3C1FB3}"/>
              </a:ext>
            </a:extLst>
          </p:cNvPr>
          <p:cNvGrpSpPr/>
          <p:nvPr userDrawn="1"/>
        </p:nvGrpSpPr>
        <p:grpSpPr>
          <a:xfrm>
            <a:off x="456096" y="825273"/>
            <a:ext cx="5812452" cy="1469999"/>
            <a:chOff x="457033" y="830370"/>
            <a:chExt cx="5812452" cy="2065186"/>
          </a:xfrm>
        </p:grpSpPr>
        <p:grpSp>
          <p:nvGrpSpPr>
            <p:cNvPr id="7" name="Gruppe 6">
              <a:extLst>
                <a:ext uri="{FF2B5EF4-FFF2-40B4-BE49-F238E27FC236}">
                  <a16:creationId xmlns:a16="http://schemas.microsoft.com/office/drawing/2014/main" id="{47E83417-C739-7E6A-1A1E-66C3A939437F}"/>
                </a:ext>
              </a:extLst>
            </p:cNvPr>
            <p:cNvGrpSpPr/>
            <p:nvPr/>
          </p:nvGrpSpPr>
          <p:grpSpPr>
            <a:xfrm>
              <a:off x="457033" y="830370"/>
              <a:ext cx="5812452" cy="2065186"/>
              <a:chOff x="8710542" y="4028386"/>
              <a:chExt cx="5280721" cy="1876260"/>
            </a:xfrm>
          </p:grpSpPr>
          <p:sp>
            <p:nvSpPr>
              <p:cNvPr id="11" name="Parallelogramm 10">
                <a:extLst>
                  <a:ext uri="{FF2B5EF4-FFF2-40B4-BE49-F238E27FC236}">
                    <a16:creationId xmlns:a16="http://schemas.microsoft.com/office/drawing/2014/main" id="{9506D605-7BD2-DBFC-DB13-E043D25FFA58}"/>
                  </a:ext>
                </a:extLst>
              </p:cNvPr>
              <p:cNvSpPr/>
              <p:nvPr/>
            </p:nvSpPr>
            <p:spPr>
              <a:xfrm>
                <a:off x="8710542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  <p:grpSp>
            <p:nvGrpSpPr>
              <p:cNvPr id="12" name="Gruppe 11">
                <a:extLst>
                  <a:ext uri="{FF2B5EF4-FFF2-40B4-BE49-F238E27FC236}">
                    <a16:creationId xmlns:a16="http://schemas.microsoft.com/office/drawing/2014/main" id="{1257EFF3-5056-A157-A797-3494AFA4704F}"/>
                  </a:ext>
                </a:extLst>
              </p:cNvPr>
              <p:cNvGrpSpPr/>
              <p:nvPr/>
            </p:nvGrpSpPr>
            <p:grpSpPr>
              <a:xfrm>
                <a:off x="8720638" y="4038595"/>
                <a:ext cx="753919" cy="1414370"/>
                <a:chOff x="8720635" y="4038595"/>
                <a:chExt cx="794638" cy="1490760"/>
              </a:xfrm>
            </p:grpSpPr>
            <p:sp>
              <p:nvSpPr>
                <p:cNvPr id="18" name="Gleichschenkliges Dreieck 42">
                  <a:extLst>
                    <a:ext uri="{FF2B5EF4-FFF2-40B4-BE49-F238E27FC236}">
                      <a16:creationId xmlns:a16="http://schemas.microsoft.com/office/drawing/2014/main" id="{7A4C9B86-B935-82A0-D658-EBB7D17E7381}"/>
                    </a:ext>
                  </a:extLst>
                </p:cNvPr>
                <p:cNvSpPr/>
                <p:nvPr/>
              </p:nvSpPr>
              <p:spPr>
                <a:xfrm rot="10800000">
                  <a:off x="8720635" y="4038595"/>
                  <a:ext cx="794638" cy="1490760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  <p:sp>
              <p:nvSpPr>
                <p:cNvPr id="19" name="Gleichschenkliges Dreieck 43">
                  <a:extLst>
                    <a:ext uri="{FF2B5EF4-FFF2-40B4-BE49-F238E27FC236}">
                      <a16:creationId xmlns:a16="http://schemas.microsoft.com/office/drawing/2014/main" id="{3AF50299-1EA6-1864-EDAC-C3E6877A47C9}"/>
                    </a:ext>
                  </a:extLst>
                </p:cNvPr>
                <p:cNvSpPr/>
                <p:nvPr/>
              </p:nvSpPr>
              <p:spPr>
                <a:xfrm rot="10800000">
                  <a:off x="8728687" y="4045437"/>
                  <a:ext cx="298605" cy="49495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</p:grpSp>
          <p:sp>
            <p:nvSpPr>
              <p:cNvPr id="13" name="Parallelogramm 12">
                <a:extLst>
                  <a:ext uri="{FF2B5EF4-FFF2-40B4-BE49-F238E27FC236}">
                    <a16:creationId xmlns:a16="http://schemas.microsoft.com/office/drawing/2014/main" id="{04CF649A-DFC6-1BF8-0270-752AAA9CEDD6}"/>
                  </a:ext>
                </a:extLst>
              </p:cNvPr>
              <p:cNvSpPr/>
              <p:nvPr/>
            </p:nvSpPr>
            <p:spPr>
              <a:xfrm>
                <a:off x="9439065" y="4028386"/>
                <a:ext cx="1522674" cy="1832173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  <p:sp>
            <p:nvSpPr>
              <p:cNvPr id="14" name="Parallelogramm 13">
                <a:extLst>
                  <a:ext uri="{FF2B5EF4-FFF2-40B4-BE49-F238E27FC236}">
                    <a16:creationId xmlns:a16="http://schemas.microsoft.com/office/drawing/2014/main" id="{90108786-C7D0-954D-E8A3-AF7C673DEFA1}"/>
                  </a:ext>
                </a:extLst>
              </p:cNvPr>
              <p:cNvSpPr/>
              <p:nvPr/>
            </p:nvSpPr>
            <p:spPr>
              <a:xfrm>
                <a:off x="10161561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  <p:grpSp>
            <p:nvGrpSpPr>
              <p:cNvPr id="15" name="Gruppe 14">
                <a:extLst>
                  <a:ext uri="{FF2B5EF4-FFF2-40B4-BE49-F238E27FC236}">
                    <a16:creationId xmlns:a16="http://schemas.microsoft.com/office/drawing/2014/main" id="{0C3DC63D-6304-DCBF-34B3-0EBBEC1F9065}"/>
                  </a:ext>
                </a:extLst>
              </p:cNvPr>
              <p:cNvGrpSpPr/>
              <p:nvPr/>
            </p:nvGrpSpPr>
            <p:grpSpPr>
              <a:xfrm>
                <a:off x="13172716" y="4417422"/>
                <a:ext cx="818547" cy="1487224"/>
                <a:chOff x="13190867" y="4398032"/>
                <a:chExt cx="829443" cy="1507020"/>
              </a:xfrm>
            </p:grpSpPr>
            <p:sp>
              <p:nvSpPr>
                <p:cNvPr id="16" name="Gleichschenkliges Dreieck 40">
                  <a:extLst>
                    <a:ext uri="{FF2B5EF4-FFF2-40B4-BE49-F238E27FC236}">
                      <a16:creationId xmlns:a16="http://schemas.microsoft.com/office/drawing/2014/main" id="{6B52CBF4-8599-BFF2-4482-EEE46A5F9AF4}"/>
                    </a:ext>
                  </a:extLst>
                </p:cNvPr>
                <p:cNvSpPr/>
                <p:nvPr/>
              </p:nvSpPr>
              <p:spPr>
                <a:xfrm>
                  <a:off x="13190867" y="4398032"/>
                  <a:ext cx="829442" cy="1469372"/>
                </a:xfrm>
                <a:prstGeom prst="triangle">
                  <a:avLst>
                    <a:gd name="adj" fmla="val 98888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  <p:sp>
              <p:nvSpPr>
                <p:cNvPr id="17" name="Gleichschenkliges Dreieck 41">
                  <a:extLst>
                    <a:ext uri="{FF2B5EF4-FFF2-40B4-BE49-F238E27FC236}">
                      <a16:creationId xmlns:a16="http://schemas.microsoft.com/office/drawing/2014/main" id="{042C9065-C8B2-7FDF-02E8-2C9F4269F51F}"/>
                    </a:ext>
                  </a:extLst>
                </p:cNvPr>
                <p:cNvSpPr/>
                <p:nvPr/>
              </p:nvSpPr>
              <p:spPr>
                <a:xfrm>
                  <a:off x="13649993" y="5186464"/>
                  <a:ext cx="370317" cy="71858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</p:grpSp>
        </p:grpSp>
        <p:sp>
          <p:nvSpPr>
            <p:cNvPr id="8" name="Parallelogramm 7">
              <a:extLst>
                <a:ext uri="{FF2B5EF4-FFF2-40B4-BE49-F238E27FC236}">
                  <a16:creationId xmlns:a16="http://schemas.microsoft.com/office/drawing/2014/main" id="{7A190318-A06B-CC6B-18D2-C2B0A8150403}"/>
                </a:ext>
              </a:extLst>
            </p:cNvPr>
            <p:cNvSpPr/>
            <p:nvPr/>
          </p:nvSpPr>
          <p:spPr>
            <a:xfrm>
              <a:off x="28892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FEEE936E-06C8-2235-5084-73FE99F4D1CA}"/>
                </a:ext>
              </a:extLst>
            </p:cNvPr>
            <p:cNvSpPr/>
            <p:nvPr/>
          </p:nvSpPr>
          <p:spPr>
            <a:xfrm>
              <a:off x="37207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F084BE1D-78B4-6DAB-93E4-251AC62C1350}"/>
                </a:ext>
              </a:extLst>
            </p:cNvPr>
            <p:cNvSpPr/>
            <p:nvPr/>
          </p:nvSpPr>
          <p:spPr>
            <a:xfrm>
              <a:off x="4550954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grpSp>
        <p:nvGrpSpPr>
          <p:cNvPr id="20" name="Gruppe 19">
            <a:extLst>
              <a:ext uri="{FF2B5EF4-FFF2-40B4-BE49-F238E27FC236}">
                <a16:creationId xmlns:a16="http://schemas.microsoft.com/office/drawing/2014/main" id="{1EA096FF-DA4D-A343-D4C0-23DE487905E1}"/>
              </a:ext>
            </a:extLst>
          </p:cNvPr>
          <p:cNvGrpSpPr/>
          <p:nvPr userDrawn="1"/>
        </p:nvGrpSpPr>
        <p:grpSpPr>
          <a:xfrm>
            <a:off x="455611" y="4572000"/>
            <a:ext cx="5812452" cy="1469999"/>
            <a:chOff x="457033" y="830370"/>
            <a:chExt cx="5812452" cy="2065186"/>
          </a:xfrm>
        </p:grpSpPr>
        <p:grpSp>
          <p:nvGrpSpPr>
            <p:cNvPr id="21" name="Gruppe 20">
              <a:extLst>
                <a:ext uri="{FF2B5EF4-FFF2-40B4-BE49-F238E27FC236}">
                  <a16:creationId xmlns:a16="http://schemas.microsoft.com/office/drawing/2014/main" id="{498E795A-DDAB-7E87-CB74-F3C9400DAA07}"/>
                </a:ext>
              </a:extLst>
            </p:cNvPr>
            <p:cNvGrpSpPr/>
            <p:nvPr/>
          </p:nvGrpSpPr>
          <p:grpSpPr>
            <a:xfrm>
              <a:off x="457033" y="830370"/>
              <a:ext cx="5812452" cy="2065186"/>
              <a:chOff x="8710542" y="4028386"/>
              <a:chExt cx="5280721" cy="1876260"/>
            </a:xfrm>
          </p:grpSpPr>
          <p:sp>
            <p:nvSpPr>
              <p:cNvPr id="25" name="Parallelogramm 24">
                <a:extLst>
                  <a:ext uri="{FF2B5EF4-FFF2-40B4-BE49-F238E27FC236}">
                    <a16:creationId xmlns:a16="http://schemas.microsoft.com/office/drawing/2014/main" id="{2842CD96-6F19-C2E7-DB53-F591695BFBFD}"/>
                  </a:ext>
                </a:extLst>
              </p:cNvPr>
              <p:cNvSpPr/>
              <p:nvPr/>
            </p:nvSpPr>
            <p:spPr>
              <a:xfrm>
                <a:off x="8710542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  <p:grpSp>
            <p:nvGrpSpPr>
              <p:cNvPr id="26" name="Gruppe 25">
                <a:extLst>
                  <a:ext uri="{FF2B5EF4-FFF2-40B4-BE49-F238E27FC236}">
                    <a16:creationId xmlns:a16="http://schemas.microsoft.com/office/drawing/2014/main" id="{168D220F-2EBD-A806-C9C2-3C1B91FB55A9}"/>
                  </a:ext>
                </a:extLst>
              </p:cNvPr>
              <p:cNvGrpSpPr/>
              <p:nvPr/>
            </p:nvGrpSpPr>
            <p:grpSpPr>
              <a:xfrm>
                <a:off x="8720638" y="4038595"/>
                <a:ext cx="753919" cy="1414370"/>
                <a:chOff x="8720635" y="4038595"/>
                <a:chExt cx="794638" cy="1490760"/>
              </a:xfrm>
            </p:grpSpPr>
            <p:sp>
              <p:nvSpPr>
                <p:cNvPr id="32" name="Gleichschenkliges Dreieck 42">
                  <a:extLst>
                    <a:ext uri="{FF2B5EF4-FFF2-40B4-BE49-F238E27FC236}">
                      <a16:creationId xmlns:a16="http://schemas.microsoft.com/office/drawing/2014/main" id="{BB1DE0C2-5412-A76E-69E1-3A57548DA2C0}"/>
                    </a:ext>
                  </a:extLst>
                </p:cNvPr>
                <p:cNvSpPr/>
                <p:nvPr/>
              </p:nvSpPr>
              <p:spPr>
                <a:xfrm rot="10800000">
                  <a:off x="8720635" y="4038595"/>
                  <a:ext cx="794638" cy="1490760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  <p:sp>
              <p:nvSpPr>
                <p:cNvPr id="33" name="Gleichschenkliges Dreieck 43">
                  <a:extLst>
                    <a:ext uri="{FF2B5EF4-FFF2-40B4-BE49-F238E27FC236}">
                      <a16:creationId xmlns:a16="http://schemas.microsoft.com/office/drawing/2014/main" id="{3D50BC3F-930B-FB72-0B5F-CEEFA2FA8FA0}"/>
                    </a:ext>
                  </a:extLst>
                </p:cNvPr>
                <p:cNvSpPr/>
                <p:nvPr/>
              </p:nvSpPr>
              <p:spPr>
                <a:xfrm rot="10800000">
                  <a:off x="8728687" y="4045437"/>
                  <a:ext cx="298605" cy="49495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</p:grpSp>
          <p:sp>
            <p:nvSpPr>
              <p:cNvPr id="27" name="Parallelogramm 26">
                <a:extLst>
                  <a:ext uri="{FF2B5EF4-FFF2-40B4-BE49-F238E27FC236}">
                    <a16:creationId xmlns:a16="http://schemas.microsoft.com/office/drawing/2014/main" id="{F0CB9AE1-299B-0510-3AB7-F2F04AFD95EB}"/>
                  </a:ext>
                </a:extLst>
              </p:cNvPr>
              <p:cNvSpPr/>
              <p:nvPr/>
            </p:nvSpPr>
            <p:spPr>
              <a:xfrm>
                <a:off x="9439065" y="4028386"/>
                <a:ext cx="1522674" cy="1832173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  <p:sp>
            <p:nvSpPr>
              <p:cNvPr id="28" name="Parallelogramm 27">
                <a:extLst>
                  <a:ext uri="{FF2B5EF4-FFF2-40B4-BE49-F238E27FC236}">
                    <a16:creationId xmlns:a16="http://schemas.microsoft.com/office/drawing/2014/main" id="{4980405C-D948-1A58-EC49-ED0B23B548AB}"/>
                  </a:ext>
                </a:extLst>
              </p:cNvPr>
              <p:cNvSpPr/>
              <p:nvPr/>
            </p:nvSpPr>
            <p:spPr>
              <a:xfrm>
                <a:off x="10161561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  <p:grpSp>
            <p:nvGrpSpPr>
              <p:cNvPr id="29" name="Gruppe 28">
                <a:extLst>
                  <a:ext uri="{FF2B5EF4-FFF2-40B4-BE49-F238E27FC236}">
                    <a16:creationId xmlns:a16="http://schemas.microsoft.com/office/drawing/2014/main" id="{7F270D1C-3800-E1FC-9565-BFBE2F1A59EE}"/>
                  </a:ext>
                </a:extLst>
              </p:cNvPr>
              <p:cNvGrpSpPr/>
              <p:nvPr/>
            </p:nvGrpSpPr>
            <p:grpSpPr>
              <a:xfrm>
                <a:off x="13172716" y="4417422"/>
                <a:ext cx="818547" cy="1487224"/>
                <a:chOff x="13190867" y="4398032"/>
                <a:chExt cx="829443" cy="1507020"/>
              </a:xfrm>
            </p:grpSpPr>
            <p:sp>
              <p:nvSpPr>
                <p:cNvPr id="30" name="Gleichschenkliges Dreieck 40">
                  <a:extLst>
                    <a:ext uri="{FF2B5EF4-FFF2-40B4-BE49-F238E27FC236}">
                      <a16:creationId xmlns:a16="http://schemas.microsoft.com/office/drawing/2014/main" id="{F3BD1C8B-91DF-FCC8-CD61-449251E29867}"/>
                    </a:ext>
                  </a:extLst>
                </p:cNvPr>
                <p:cNvSpPr/>
                <p:nvPr/>
              </p:nvSpPr>
              <p:spPr>
                <a:xfrm>
                  <a:off x="13190867" y="4398032"/>
                  <a:ext cx="829442" cy="1469372"/>
                </a:xfrm>
                <a:prstGeom prst="triangle">
                  <a:avLst>
                    <a:gd name="adj" fmla="val 98888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  <p:sp>
              <p:nvSpPr>
                <p:cNvPr id="31" name="Gleichschenkliges Dreieck 41">
                  <a:extLst>
                    <a:ext uri="{FF2B5EF4-FFF2-40B4-BE49-F238E27FC236}">
                      <a16:creationId xmlns:a16="http://schemas.microsoft.com/office/drawing/2014/main" id="{AFB2A733-589E-F734-652F-24BE73548569}"/>
                    </a:ext>
                  </a:extLst>
                </p:cNvPr>
                <p:cNvSpPr/>
                <p:nvPr/>
              </p:nvSpPr>
              <p:spPr>
                <a:xfrm>
                  <a:off x="13649993" y="5186464"/>
                  <a:ext cx="370317" cy="71858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</p:grpSp>
        </p:grpSp>
        <p:sp>
          <p:nvSpPr>
            <p:cNvPr id="22" name="Parallelogramm 21">
              <a:extLst>
                <a:ext uri="{FF2B5EF4-FFF2-40B4-BE49-F238E27FC236}">
                  <a16:creationId xmlns:a16="http://schemas.microsoft.com/office/drawing/2014/main" id="{7851D053-622F-D591-749F-3F8F85CB8706}"/>
                </a:ext>
              </a:extLst>
            </p:cNvPr>
            <p:cNvSpPr/>
            <p:nvPr/>
          </p:nvSpPr>
          <p:spPr>
            <a:xfrm>
              <a:off x="28892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3" name="Parallelogramm 22">
              <a:extLst>
                <a:ext uri="{FF2B5EF4-FFF2-40B4-BE49-F238E27FC236}">
                  <a16:creationId xmlns:a16="http://schemas.microsoft.com/office/drawing/2014/main" id="{65BD8778-F92B-F561-5C9F-4E28D2BAE444}"/>
                </a:ext>
              </a:extLst>
            </p:cNvPr>
            <p:cNvSpPr/>
            <p:nvPr/>
          </p:nvSpPr>
          <p:spPr>
            <a:xfrm>
              <a:off x="37207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3078A0F2-8500-3B61-7CB7-C06B717BC7B3}"/>
                </a:ext>
              </a:extLst>
            </p:cNvPr>
            <p:cNvSpPr/>
            <p:nvPr/>
          </p:nvSpPr>
          <p:spPr>
            <a:xfrm>
              <a:off x="4550954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6F49FA9-9C63-477D-9647-E85476276144}"/>
              </a:ext>
            </a:extLst>
          </p:cNvPr>
          <p:cNvCxnSpPr/>
          <p:nvPr userDrawn="1"/>
        </p:nvCxnSpPr>
        <p:spPr>
          <a:xfrm>
            <a:off x="6246813" y="831037"/>
            <a:ext cx="0" cy="519525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pe 34">
            <a:extLst>
              <a:ext uri="{FF2B5EF4-FFF2-40B4-BE49-F238E27FC236}">
                <a16:creationId xmlns:a16="http://schemas.microsoft.com/office/drawing/2014/main" id="{BCD77793-980F-C12A-4C1F-8E5CF2312BCB}"/>
              </a:ext>
            </a:extLst>
          </p:cNvPr>
          <p:cNvGrpSpPr/>
          <p:nvPr userDrawn="1"/>
        </p:nvGrpSpPr>
        <p:grpSpPr>
          <a:xfrm>
            <a:off x="453810" y="2277215"/>
            <a:ext cx="5804109" cy="2302786"/>
            <a:chOff x="379667" y="2277215"/>
            <a:chExt cx="5651371" cy="2302786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0666CF6D-7BC9-C8C9-5F6E-1ABD405AF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667" y="2277215"/>
              <a:ext cx="5638801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65055B61-28A3-530B-B84F-BBE72252970B}"/>
                </a:ext>
              </a:extLst>
            </p:cNvPr>
            <p:cNvCxnSpPr>
              <a:cxnSpLocks/>
            </p:cNvCxnSpPr>
            <p:nvPr/>
          </p:nvCxnSpPr>
          <p:spPr>
            <a:xfrm>
              <a:off x="392243" y="4580001"/>
              <a:ext cx="5638795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F4B99DA4-D361-CB3B-1C65-E043624F851D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64EB66D9-438A-25D6-4477-C6587095FFD0}"/>
              </a:ext>
            </a:extLst>
          </p:cNvPr>
          <p:cNvCxnSpPr/>
          <p:nvPr userDrawn="1"/>
        </p:nvCxnSpPr>
        <p:spPr>
          <a:xfrm>
            <a:off x="455618" y="6026955"/>
            <a:ext cx="1135379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F4C98393-F36D-0E2E-7C65-156C3587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2295272"/>
            <a:ext cx="5788152" cy="228406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41" name="Inhaltsplatzhalter 40">
            <a:extLst>
              <a:ext uri="{FF2B5EF4-FFF2-40B4-BE49-F238E27FC236}">
                <a16:creationId xmlns:a16="http://schemas.microsoft.com/office/drawing/2014/main" id="{C19160C8-ECEB-7240-9ABC-EF687B108C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5704" y="990600"/>
            <a:ext cx="4576508" cy="4938713"/>
          </a:xfr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/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AB1309-6FE3-0960-7BB1-BDE74FC2D61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3F6282-234B-8776-F76F-A59B8040AD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EEF7EA-493F-E798-EEAB-43E3F04C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6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ben und Inhal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e 5">
            <a:extLst>
              <a:ext uri="{FF2B5EF4-FFF2-40B4-BE49-F238E27FC236}">
                <a16:creationId xmlns:a16="http://schemas.microsoft.com/office/drawing/2014/main" id="{997EA237-29E4-C9E5-1412-45F20A771318}"/>
              </a:ext>
            </a:extLst>
          </p:cNvPr>
          <p:cNvGrpSpPr/>
          <p:nvPr userDrawn="1"/>
        </p:nvGrpSpPr>
        <p:grpSpPr>
          <a:xfrm>
            <a:off x="6048174" y="831032"/>
            <a:ext cx="5732456" cy="364609"/>
            <a:chOff x="6019602" y="5661675"/>
            <a:chExt cx="5732456" cy="364609"/>
          </a:xfrm>
        </p:grpSpPr>
        <p:sp>
          <p:nvSpPr>
            <p:cNvPr id="7" name="Parallelogramm 6">
              <a:extLst>
                <a:ext uri="{FF2B5EF4-FFF2-40B4-BE49-F238E27FC236}">
                  <a16:creationId xmlns:a16="http://schemas.microsoft.com/office/drawing/2014/main" id="{1067193A-4C41-AD7D-5AE7-4018376E69D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8" name="Parallelogramm 7">
              <a:extLst>
                <a:ext uri="{FF2B5EF4-FFF2-40B4-BE49-F238E27FC236}">
                  <a16:creationId xmlns:a16="http://schemas.microsoft.com/office/drawing/2014/main" id="{C2D123BE-1B6C-C770-3900-0879FE097DA6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60214242-3860-51C5-20FB-A2DFA298A648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960A3393-CF72-9623-16A9-B9F0D4324992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9E66747B-3A35-E221-7141-F2675D8B6B3A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2" name="Parallelogramm 11">
              <a:extLst>
                <a:ext uri="{FF2B5EF4-FFF2-40B4-BE49-F238E27FC236}">
                  <a16:creationId xmlns:a16="http://schemas.microsoft.com/office/drawing/2014/main" id="{2BA5F574-F13B-DD46-1569-957B8C2121D0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3" name="Parallelogramm 12">
              <a:extLst>
                <a:ext uri="{FF2B5EF4-FFF2-40B4-BE49-F238E27FC236}">
                  <a16:creationId xmlns:a16="http://schemas.microsoft.com/office/drawing/2014/main" id="{419CF334-9665-5F30-9F58-70950EE0825F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7DA8F13-04F3-DE80-D663-1A43C40A15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0075" y="3553941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DC861AE-2000-B67A-1013-C065785C8824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0075" y="1191925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1A56E6F3-93DA-B3EA-46A3-D9DDB8500FE9}"/>
              </a:ext>
            </a:extLst>
          </p:cNvPr>
          <p:cNvGrpSpPr/>
          <p:nvPr userDrawn="1"/>
        </p:nvGrpSpPr>
        <p:grpSpPr>
          <a:xfrm>
            <a:off x="6040759" y="3566068"/>
            <a:ext cx="5732456" cy="364609"/>
            <a:chOff x="6019602" y="5661675"/>
            <a:chExt cx="5732456" cy="364609"/>
          </a:xfrm>
        </p:grpSpPr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D5280277-9E19-9704-ABD4-1C8FD523AF9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8" name="Parallelogramm 17">
              <a:extLst>
                <a:ext uri="{FF2B5EF4-FFF2-40B4-BE49-F238E27FC236}">
                  <a16:creationId xmlns:a16="http://schemas.microsoft.com/office/drawing/2014/main" id="{BC067164-AF53-9619-FC03-FDC26E1C9272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9" name="Parallelogramm 18">
              <a:extLst>
                <a:ext uri="{FF2B5EF4-FFF2-40B4-BE49-F238E27FC236}">
                  <a16:creationId xmlns:a16="http://schemas.microsoft.com/office/drawing/2014/main" id="{12F2B5D7-28A9-E995-4985-B550BCA752B9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0" name="Parallelogramm 19">
              <a:extLst>
                <a:ext uri="{FF2B5EF4-FFF2-40B4-BE49-F238E27FC236}">
                  <a16:creationId xmlns:a16="http://schemas.microsoft.com/office/drawing/2014/main" id="{213BCD68-93FC-814A-D777-F85BB289AD61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1" name="Parallelogramm 20">
              <a:extLst>
                <a:ext uri="{FF2B5EF4-FFF2-40B4-BE49-F238E27FC236}">
                  <a16:creationId xmlns:a16="http://schemas.microsoft.com/office/drawing/2014/main" id="{D44736AA-6664-C549-2FAD-8A0CFE27AFA5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2" name="Parallelogramm 21">
              <a:extLst>
                <a:ext uri="{FF2B5EF4-FFF2-40B4-BE49-F238E27FC236}">
                  <a16:creationId xmlns:a16="http://schemas.microsoft.com/office/drawing/2014/main" id="{BC2E2F51-EF4C-75FB-6221-8DB6F4BDC3E6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3" name="Parallelogramm 22">
              <a:extLst>
                <a:ext uri="{FF2B5EF4-FFF2-40B4-BE49-F238E27FC236}">
                  <a16:creationId xmlns:a16="http://schemas.microsoft.com/office/drawing/2014/main" id="{86C815CE-7C62-59B1-BAB4-4397B0C1542B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ECED2785-56AF-3451-10FB-4E6F9699635B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9602" y="3919564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Bild 24" descr="Ein blauer Hintergrund mit weißen Linien&#10;&#10;Automatisch generierte Beschreibung">
            <a:extLst>
              <a:ext uri="{FF2B5EF4-FFF2-40B4-BE49-F238E27FC236}">
                <a16:creationId xmlns:a16="http://schemas.microsoft.com/office/drawing/2014/main" id="{E69ACA87-2170-A3D4-B23A-427CA93C20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437" y="3949700"/>
            <a:ext cx="5753100" cy="2070100"/>
          </a:xfrm>
          <a:prstGeom prst="rect">
            <a:avLst/>
          </a:prstGeom>
        </p:spPr>
      </p:pic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022FA80-17C9-2722-5498-68FDC0326EB4}"/>
              </a:ext>
            </a:extLst>
          </p:cNvPr>
          <p:cNvCxnSpPr/>
          <p:nvPr userDrawn="1"/>
        </p:nvCxnSpPr>
        <p:spPr>
          <a:xfrm>
            <a:off x="6012700" y="831037"/>
            <a:ext cx="0" cy="519525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C9E7745F-BACD-DC4C-E55C-899B1D90F3FE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el 1">
            <a:extLst>
              <a:ext uri="{FF2B5EF4-FFF2-40B4-BE49-F238E27FC236}">
                <a16:creationId xmlns:a16="http://schemas.microsoft.com/office/drawing/2014/main" id="{AA0A0B06-0927-9D33-6F76-CBB62C289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752" y="1229933"/>
            <a:ext cx="5788152" cy="22860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0" name="Inhaltsplatzhalter 40">
            <a:extLst>
              <a:ext uri="{FF2B5EF4-FFF2-40B4-BE49-F238E27FC236}">
                <a16:creationId xmlns:a16="http://schemas.microsoft.com/office/drawing/2014/main" id="{23951D4E-C68E-139B-F5B4-4C5307ADD0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7552" y="990600"/>
            <a:ext cx="4576508" cy="4938713"/>
          </a:xfrm>
        </p:spPr>
        <p:txBody>
          <a:bodyPr rtlCol="0" anchor="ctr"/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E8B233-AE33-4CB0-F4DA-8AF182D1A11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68337A-F55F-FF31-E2BC-ECDF93A398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202236-DAB8-3C41-8C40-1448CC45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5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il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7901A60C-5945-8E6F-F895-9ECCDE0C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1554480"/>
            <a:ext cx="8010144" cy="167335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24" name="Inhaltsplatzhalter 40">
            <a:extLst>
              <a:ext uri="{FF2B5EF4-FFF2-40B4-BE49-F238E27FC236}">
                <a16:creationId xmlns:a16="http://schemas.microsoft.com/office/drawing/2014/main" id="{94875880-BEFD-F3B6-9740-634DB1A7E8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7552" y="3255264"/>
            <a:ext cx="6931152" cy="2231136"/>
          </a:xfrm>
        </p:spPr>
        <p:txBody>
          <a:bodyPr rtlCol="0" anchor="t"/>
          <a:lstStyle>
            <a:lvl1pPr marL="0" indent="0">
              <a:lnSpc>
                <a:spcPct val="150000"/>
              </a:lnSpc>
              <a:spcBef>
                <a:spcPts val="1800"/>
              </a:spcBef>
              <a:buNone/>
              <a:defRPr sz="1800"/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1CE9A5-CC43-4AD0-865C-3D797DC46E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0A220C7-F6CD-FDFB-A647-4C0E8A50D5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F22652-AAA2-F315-D13E-1C179AC8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6" name="Bild 5" descr="Eine weiße Strichzeichnung eines Sterns&#10;&#10;Automatisch generierte Beschreibung">
            <a:extLst>
              <a:ext uri="{FF2B5EF4-FFF2-40B4-BE49-F238E27FC236}">
                <a16:creationId xmlns:a16="http://schemas.microsoft.com/office/drawing/2014/main" id="{2CB8D1F2-BB19-789F-7A10-739273876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091" y="1197889"/>
            <a:ext cx="3342312" cy="2842886"/>
          </a:xfrm>
          <a:prstGeom prst="rect">
            <a:avLst/>
          </a:prstGeom>
        </p:spPr>
      </p:pic>
      <p:grpSp>
        <p:nvGrpSpPr>
          <p:cNvPr id="7" name="Gruppe 6">
            <a:extLst>
              <a:ext uri="{FF2B5EF4-FFF2-40B4-BE49-F238E27FC236}">
                <a16:creationId xmlns:a16="http://schemas.microsoft.com/office/drawing/2014/main" id="{65A412EB-E0A6-358C-725B-9DE71558A9FA}"/>
              </a:ext>
            </a:extLst>
          </p:cNvPr>
          <p:cNvGrpSpPr/>
          <p:nvPr userDrawn="1"/>
        </p:nvGrpSpPr>
        <p:grpSpPr>
          <a:xfrm>
            <a:off x="8456605" y="4038599"/>
            <a:ext cx="3352811" cy="1835639"/>
            <a:chOff x="8695305" y="4038599"/>
            <a:chExt cx="3088783" cy="1835639"/>
          </a:xfrm>
        </p:grpSpPr>
        <p:grpSp>
          <p:nvGrpSpPr>
            <p:cNvPr id="8" name="Gruppe 7">
              <a:extLst>
                <a:ext uri="{FF2B5EF4-FFF2-40B4-BE49-F238E27FC236}">
                  <a16:creationId xmlns:a16="http://schemas.microsoft.com/office/drawing/2014/main" id="{A8B8258E-A0D6-6490-59A7-8A216AFE77EB}"/>
                </a:ext>
              </a:extLst>
            </p:cNvPr>
            <p:cNvGrpSpPr/>
            <p:nvPr/>
          </p:nvGrpSpPr>
          <p:grpSpPr>
            <a:xfrm>
              <a:off x="8695305" y="4038599"/>
              <a:ext cx="3088783" cy="1835639"/>
              <a:chOff x="8720635" y="4038599"/>
              <a:chExt cx="3088783" cy="1835639"/>
            </a:xfrm>
          </p:grpSpPr>
          <p:grpSp>
            <p:nvGrpSpPr>
              <p:cNvPr id="12" name="Gruppe 11">
                <a:extLst>
                  <a:ext uri="{FF2B5EF4-FFF2-40B4-BE49-F238E27FC236}">
                    <a16:creationId xmlns:a16="http://schemas.microsoft.com/office/drawing/2014/main" id="{8BFAEBDB-6FA7-5CCC-7DBB-B8BB04C1C213}"/>
                  </a:ext>
                </a:extLst>
              </p:cNvPr>
              <p:cNvGrpSpPr/>
              <p:nvPr/>
            </p:nvGrpSpPr>
            <p:grpSpPr>
              <a:xfrm>
                <a:off x="8720635" y="4038599"/>
                <a:ext cx="786090" cy="1262596"/>
                <a:chOff x="8720637" y="4038599"/>
                <a:chExt cx="828547" cy="1330789"/>
              </a:xfrm>
            </p:grpSpPr>
            <p:sp>
              <p:nvSpPr>
                <p:cNvPr id="16" name="Gleichschenkliges Dreieck 15">
                  <a:extLst>
                    <a:ext uri="{FF2B5EF4-FFF2-40B4-BE49-F238E27FC236}">
                      <a16:creationId xmlns:a16="http://schemas.microsoft.com/office/drawing/2014/main" id="{5B44B970-0217-DCCB-42E0-2E86ADABD14A}"/>
                    </a:ext>
                  </a:extLst>
                </p:cNvPr>
                <p:cNvSpPr/>
                <p:nvPr/>
              </p:nvSpPr>
              <p:spPr>
                <a:xfrm rot="10800000">
                  <a:off x="8720637" y="4038599"/>
                  <a:ext cx="828547" cy="1330789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  <p:sp>
              <p:nvSpPr>
                <p:cNvPr id="17" name="Gleichschenkliges Dreieck 16">
                  <a:extLst>
                    <a:ext uri="{FF2B5EF4-FFF2-40B4-BE49-F238E27FC236}">
                      <a16:creationId xmlns:a16="http://schemas.microsoft.com/office/drawing/2014/main" id="{36B1F82B-DBBF-7ADE-2EA5-4A0FA5A3FE95}"/>
                    </a:ext>
                  </a:extLst>
                </p:cNvPr>
                <p:cNvSpPr/>
                <p:nvPr/>
              </p:nvSpPr>
              <p:spPr>
                <a:xfrm rot="10800000">
                  <a:off x="8728691" y="4045438"/>
                  <a:ext cx="434657" cy="716002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</p:grpSp>
          <p:grpSp>
            <p:nvGrpSpPr>
              <p:cNvPr id="13" name="Gruppe 12">
                <a:extLst>
                  <a:ext uri="{FF2B5EF4-FFF2-40B4-BE49-F238E27FC236}">
                    <a16:creationId xmlns:a16="http://schemas.microsoft.com/office/drawing/2014/main" id="{8CD14DD9-20A8-8575-7A61-D84640F40301}"/>
                  </a:ext>
                </a:extLst>
              </p:cNvPr>
              <p:cNvGrpSpPr/>
              <p:nvPr/>
            </p:nvGrpSpPr>
            <p:grpSpPr>
              <a:xfrm>
                <a:off x="11107428" y="4521119"/>
                <a:ext cx="701990" cy="1353119"/>
                <a:chOff x="11098080" y="4503109"/>
                <a:chExt cx="711334" cy="1371130"/>
              </a:xfrm>
            </p:grpSpPr>
            <p:sp>
              <p:nvSpPr>
                <p:cNvPr id="14" name="Gleichschenkliges Dreieck 13">
                  <a:extLst>
                    <a:ext uri="{FF2B5EF4-FFF2-40B4-BE49-F238E27FC236}">
                      <a16:creationId xmlns:a16="http://schemas.microsoft.com/office/drawing/2014/main" id="{77CC67D8-1AC0-2439-FC7E-981AD0F7E4C5}"/>
                    </a:ext>
                  </a:extLst>
                </p:cNvPr>
                <p:cNvSpPr/>
                <p:nvPr/>
              </p:nvSpPr>
              <p:spPr>
                <a:xfrm>
                  <a:off x="11098080" y="4503109"/>
                  <a:ext cx="711334" cy="1155412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  <p:sp>
              <p:nvSpPr>
                <p:cNvPr id="15" name="Gleichschenkliges Dreieck 14">
                  <a:extLst>
                    <a:ext uri="{FF2B5EF4-FFF2-40B4-BE49-F238E27FC236}">
                      <a16:creationId xmlns:a16="http://schemas.microsoft.com/office/drawing/2014/main" id="{5D5A6138-F194-F6FC-182B-9F86724A187C}"/>
                    </a:ext>
                  </a:extLst>
                </p:cNvPr>
                <p:cNvSpPr/>
                <p:nvPr/>
              </p:nvSpPr>
              <p:spPr>
                <a:xfrm>
                  <a:off x="11382608" y="5181602"/>
                  <a:ext cx="426803" cy="692637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</p:grpSp>
        </p:grp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4C7B13B7-18D7-207A-021A-D08E4EEA956E}"/>
                </a:ext>
              </a:extLst>
            </p:cNvPr>
            <p:cNvSpPr/>
            <p:nvPr/>
          </p:nvSpPr>
          <p:spPr>
            <a:xfrm>
              <a:off x="8790172" y="4045090"/>
              <a:ext cx="1401587" cy="1621633"/>
            </a:xfrm>
            <a:prstGeom prst="parallelogram">
              <a:avLst>
                <a:gd name="adj" fmla="val 74192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F3D22A7D-FCB9-6BD1-DB73-C2DF853158EB}"/>
                </a:ext>
              </a:extLst>
            </p:cNvPr>
            <p:cNvSpPr/>
            <p:nvPr/>
          </p:nvSpPr>
          <p:spPr>
            <a:xfrm>
              <a:off x="9538317" y="4045090"/>
              <a:ext cx="1401587" cy="1621633"/>
            </a:xfrm>
            <a:prstGeom prst="parallelogram">
              <a:avLst>
                <a:gd name="adj" fmla="val 74192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75732992-6CC5-4538-D972-F94812ABC780}"/>
                </a:ext>
              </a:extLst>
            </p:cNvPr>
            <p:cNvSpPr/>
            <p:nvPr/>
          </p:nvSpPr>
          <p:spPr>
            <a:xfrm>
              <a:off x="10325582" y="4045090"/>
              <a:ext cx="1401587" cy="1621633"/>
            </a:xfrm>
            <a:prstGeom prst="parallelogram">
              <a:avLst>
                <a:gd name="adj" fmla="val 74192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A5FD5E00-03A9-DB67-7C55-68BA6AEEAEC9}"/>
              </a:ext>
            </a:extLst>
          </p:cNvPr>
          <p:cNvCxnSpPr>
            <a:cxnSpLocks/>
          </p:cNvCxnSpPr>
          <p:nvPr userDrawn="1"/>
        </p:nvCxnSpPr>
        <p:spPr>
          <a:xfrm>
            <a:off x="8456609" y="4045090"/>
            <a:ext cx="3352794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8E0281E0-AEBC-9934-C7A1-645E1CD275F2}"/>
              </a:ext>
            </a:extLst>
          </p:cNvPr>
          <p:cNvCxnSpPr/>
          <p:nvPr userDrawn="1"/>
        </p:nvCxnSpPr>
        <p:spPr>
          <a:xfrm rot="10800000">
            <a:off x="455612" y="119126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03ACEA6-73D4-5663-99B3-7D9CE75F0A60}"/>
              </a:ext>
            </a:extLst>
          </p:cNvPr>
          <p:cNvCxnSpPr/>
          <p:nvPr userDrawn="1"/>
        </p:nvCxnSpPr>
        <p:spPr>
          <a:xfrm>
            <a:off x="455617" y="5666723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e 20">
            <a:extLst>
              <a:ext uri="{FF2B5EF4-FFF2-40B4-BE49-F238E27FC236}">
                <a16:creationId xmlns:a16="http://schemas.microsoft.com/office/drawing/2014/main" id="{EA6D8AF1-5923-E4E6-6F17-4D28FFF59994}"/>
              </a:ext>
            </a:extLst>
          </p:cNvPr>
          <p:cNvGrpSpPr/>
          <p:nvPr userDrawn="1"/>
        </p:nvGrpSpPr>
        <p:grpSpPr>
          <a:xfrm>
            <a:off x="8456609" y="380998"/>
            <a:ext cx="3" cy="6095997"/>
            <a:chOff x="8456609" y="380998"/>
            <a:chExt cx="3" cy="6095997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AC52B6A6-AA68-91B5-DFCC-91DE61FD7B45}"/>
                </a:ext>
              </a:extLst>
            </p:cNvPr>
            <p:cNvCxnSpPr>
              <a:cxnSpLocks/>
            </p:cNvCxnSpPr>
            <p:nvPr/>
          </p:nvCxnSpPr>
          <p:spPr>
            <a:xfrm>
              <a:off x="8456612" y="831037"/>
              <a:ext cx="0" cy="5645958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BB70480E-2E91-8FA9-74D0-E6505CCB7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6609" y="380998"/>
              <a:ext cx="0" cy="450039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745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ten und Inhal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 descr="Ein blauer Hintergrund mit weißen Linien&#10;&#10;Automatisch generierte Beschreibung">
            <a:extLst>
              <a:ext uri="{FF2B5EF4-FFF2-40B4-BE49-F238E27FC236}">
                <a16:creationId xmlns:a16="http://schemas.microsoft.com/office/drawing/2014/main" id="{A53C4924-6170-D81C-3073-AC4F70D37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019602" y="844933"/>
            <a:ext cx="5753100" cy="2070100"/>
          </a:xfrm>
          <a:prstGeom prst="rect">
            <a:avLst/>
          </a:prstGeom>
        </p:spPr>
      </p:pic>
      <p:grpSp>
        <p:nvGrpSpPr>
          <p:cNvPr id="7" name="Gruppe 6">
            <a:extLst>
              <a:ext uri="{FF2B5EF4-FFF2-40B4-BE49-F238E27FC236}">
                <a16:creationId xmlns:a16="http://schemas.microsoft.com/office/drawing/2014/main" id="{860591BE-359C-0F5A-1138-94B25A58E12B}"/>
              </a:ext>
            </a:extLst>
          </p:cNvPr>
          <p:cNvGrpSpPr/>
          <p:nvPr userDrawn="1"/>
        </p:nvGrpSpPr>
        <p:grpSpPr>
          <a:xfrm>
            <a:off x="6019602" y="5661675"/>
            <a:ext cx="5732456" cy="364609"/>
            <a:chOff x="6019602" y="5661675"/>
            <a:chExt cx="5732456" cy="364609"/>
          </a:xfrm>
        </p:grpSpPr>
        <p:sp>
          <p:nvSpPr>
            <p:cNvPr id="8" name="Parallelogramm 7">
              <a:extLst>
                <a:ext uri="{FF2B5EF4-FFF2-40B4-BE49-F238E27FC236}">
                  <a16:creationId xmlns:a16="http://schemas.microsoft.com/office/drawing/2014/main" id="{6ADEA197-5435-A4D4-5EAE-1361A252E0A6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DC4423E0-9271-00AF-97BF-73709650786E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4EB03BC1-4B65-6435-8A02-2DFEA9C3517F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4C537638-17EB-C516-1197-0FEE7D2163C7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2" name="Parallelogramm 11">
              <a:extLst>
                <a:ext uri="{FF2B5EF4-FFF2-40B4-BE49-F238E27FC236}">
                  <a16:creationId xmlns:a16="http://schemas.microsoft.com/office/drawing/2014/main" id="{4EFC1475-C4BA-8CD0-FAE8-61C54FA7D07C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3" name="Parallelogramm 12">
              <a:extLst>
                <a:ext uri="{FF2B5EF4-FFF2-40B4-BE49-F238E27FC236}">
                  <a16:creationId xmlns:a16="http://schemas.microsoft.com/office/drawing/2014/main" id="{4C4FE30E-05DB-3B4D-2E23-2EEDC4B7325D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4" name="Parallelogramm 13">
              <a:extLst>
                <a:ext uri="{FF2B5EF4-FFF2-40B4-BE49-F238E27FC236}">
                  <a16:creationId xmlns:a16="http://schemas.microsoft.com/office/drawing/2014/main" id="{847BA90D-212A-DF64-6BCB-121DBEE10B88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grpSp>
        <p:nvGrpSpPr>
          <p:cNvPr id="15" name="Gruppe 14">
            <a:extLst>
              <a:ext uri="{FF2B5EF4-FFF2-40B4-BE49-F238E27FC236}">
                <a16:creationId xmlns:a16="http://schemas.microsoft.com/office/drawing/2014/main" id="{7473A8DE-0A6F-FCE9-0242-C26500384204}"/>
              </a:ext>
            </a:extLst>
          </p:cNvPr>
          <p:cNvGrpSpPr/>
          <p:nvPr userDrawn="1"/>
        </p:nvGrpSpPr>
        <p:grpSpPr>
          <a:xfrm>
            <a:off x="6010075" y="3276600"/>
            <a:ext cx="5791199" cy="2381900"/>
            <a:chOff x="455611" y="2307799"/>
            <a:chExt cx="5638801" cy="2381900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591E4C76-3597-67DB-A991-CD68CB9C3D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611" y="2307799"/>
              <a:ext cx="5638801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83E417CE-9A1C-7D61-7122-C2F215281CE7}"/>
                </a:ext>
              </a:extLst>
            </p:cNvPr>
            <p:cNvCxnSpPr>
              <a:cxnSpLocks/>
            </p:cNvCxnSpPr>
            <p:nvPr/>
          </p:nvCxnSpPr>
          <p:spPr>
            <a:xfrm>
              <a:off x="455611" y="4689699"/>
              <a:ext cx="5638795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5A720F7-4521-28AA-F0EA-9E594613197B}"/>
              </a:ext>
            </a:extLst>
          </p:cNvPr>
          <p:cNvCxnSpPr/>
          <p:nvPr userDrawn="1"/>
        </p:nvCxnSpPr>
        <p:spPr>
          <a:xfrm>
            <a:off x="6012700" y="831037"/>
            <a:ext cx="0" cy="519525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uppe 18">
            <a:extLst>
              <a:ext uri="{FF2B5EF4-FFF2-40B4-BE49-F238E27FC236}">
                <a16:creationId xmlns:a16="http://schemas.microsoft.com/office/drawing/2014/main" id="{67BC2822-F3E4-EADA-5A38-B31E5F6F2F93}"/>
              </a:ext>
            </a:extLst>
          </p:cNvPr>
          <p:cNvGrpSpPr/>
          <p:nvPr userDrawn="1"/>
        </p:nvGrpSpPr>
        <p:grpSpPr>
          <a:xfrm>
            <a:off x="6048174" y="2908546"/>
            <a:ext cx="5732456" cy="364609"/>
            <a:chOff x="6019602" y="5661675"/>
            <a:chExt cx="5732456" cy="364609"/>
          </a:xfrm>
        </p:grpSpPr>
        <p:sp>
          <p:nvSpPr>
            <p:cNvPr id="20" name="Parallelogramm 19">
              <a:extLst>
                <a:ext uri="{FF2B5EF4-FFF2-40B4-BE49-F238E27FC236}">
                  <a16:creationId xmlns:a16="http://schemas.microsoft.com/office/drawing/2014/main" id="{11D76A43-A8AA-2B5F-2A8D-869C6338F7E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1" name="Parallelogramm 20">
              <a:extLst>
                <a:ext uri="{FF2B5EF4-FFF2-40B4-BE49-F238E27FC236}">
                  <a16:creationId xmlns:a16="http://schemas.microsoft.com/office/drawing/2014/main" id="{C3BE4205-C3C1-465F-3522-CFE72D74D46B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2" name="Parallelogramm 21">
              <a:extLst>
                <a:ext uri="{FF2B5EF4-FFF2-40B4-BE49-F238E27FC236}">
                  <a16:creationId xmlns:a16="http://schemas.microsoft.com/office/drawing/2014/main" id="{50623EA4-0737-4606-618E-1E99FC373E96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3" name="Parallelogramm 22">
              <a:extLst>
                <a:ext uri="{FF2B5EF4-FFF2-40B4-BE49-F238E27FC236}">
                  <a16:creationId xmlns:a16="http://schemas.microsoft.com/office/drawing/2014/main" id="{990304E7-4FBA-6560-F1FD-699158903E1F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38DF2F8F-A4DE-9A51-5892-F2ABEFC8476E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862BEF69-AA65-F49B-5255-29121BDC9C50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6" name="Parallelogramm 25">
              <a:extLst>
                <a:ext uri="{FF2B5EF4-FFF2-40B4-BE49-F238E27FC236}">
                  <a16:creationId xmlns:a16="http://schemas.microsoft.com/office/drawing/2014/main" id="{5AE4A6B4-1E90-6820-016B-4C42992D0343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A9FA906-0AF9-E1B8-74E8-F146D4E8BFC1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0075" y="2908546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el 1">
            <a:extLst>
              <a:ext uri="{FF2B5EF4-FFF2-40B4-BE49-F238E27FC236}">
                <a16:creationId xmlns:a16="http://schemas.microsoft.com/office/drawing/2014/main" id="{F1BCDDA3-C13F-B9F7-895C-DC53390F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752" y="3324415"/>
            <a:ext cx="5788152" cy="22860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29" name="Inhaltsplatzhalter 40">
            <a:extLst>
              <a:ext uri="{FF2B5EF4-FFF2-40B4-BE49-F238E27FC236}">
                <a16:creationId xmlns:a16="http://schemas.microsoft.com/office/drawing/2014/main" id="{E158113E-F5F4-CD42-D6AE-FE847DA8DC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7552" y="990600"/>
            <a:ext cx="4576508" cy="4938713"/>
          </a:xfrm>
        </p:spPr>
        <p:txBody>
          <a:bodyPr rtlCol="0" anchor="ctr"/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995152-8518-81B4-8DEA-0E13F6EC10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94940A8-8A97-0FF4-11B6-360DC35D68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ED3D9E-A74F-614E-BD02-C6361A35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23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066C8-5392-A1BA-3E25-16657845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1563623"/>
            <a:ext cx="11353801" cy="158191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pic>
        <p:nvPicPr>
          <p:cNvPr id="6" name="Bild 5" descr="Eine weiße Strichzeichnung eines Zahnrads&#10;&#10;Automatisch generierte Beschreibung">
            <a:extLst>
              <a:ext uri="{FF2B5EF4-FFF2-40B4-BE49-F238E27FC236}">
                <a16:creationId xmlns:a16="http://schemas.microsoft.com/office/drawing/2014/main" id="{969D475A-FF4D-4BF6-771B-6E26F1086E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3A52"/>
              </a:clrFrom>
              <a:clrTo>
                <a:srgbClr val="003A5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40" y="3533948"/>
            <a:ext cx="11353778" cy="2487625"/>
          </a:xfrm>
          <a:prstGeom prst="rect">
            <a:avLst/>
          </a:prstGeom>
        </p:spPr>
      </p:pic>
      <p:grpSp>
        <p:nvGrpSpPr>
          <p:cNvPr id="7" name="Gruppe 6">
            <a:extLst>
              <a:ext uri="{FF2B5EF4-FFF2-40B4-BE49-F238E27FC236}">
                <a16:creationId xmlns:a16="http://schemas.microsoft.com/office/drawing/2014/main" id="{0103F0F1-8B99-CE42-49F5-9FDBAC231D27}"/>
              </a:ext>
            </a:extLst>
          </p:cNvPr>
          <p:cNvGrpSpPr/>
          <p:nvPr userDrawn="1"/>
        </p:nvGrpSpPr>
        <p:grpSpPr>
          <a:xfrm>
            <a:off x="455615" y="3138348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8" name="Parallelogramm 7">
              <a:extLst>
                <a:ext uri="{FF2B5EF4-FFF2-40B4-BE49-F238E27FC236}">
                  <a16:creationId xmlns:a16="http://schemas.microsoft.com/office/drawing/2014/main" id="{7F069E72-7FF8-84AF-9550-9DA72DAF57AF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3B41BD85-A1B9-2654-071F-3CFD640054A8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EED0310C-65DC-829E-ADA4-298D99C781BC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40C02DCA-8541-233D-F0A7-5DE5DEE95FB1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2" name="Parallelogramm 11">
              <a:extLst>
                <a:ext uri="{FF2B5EF4-FFF2-40B4-BE49-F238E27FC236}">
                  <a16:creationId xmlns:a16="http://schemas.microsoft.com/office/drawing/2014/main" id="{E13D6679-F5AE-64AE-B005-22D18A4ABB1F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3" name="Parallelogramm 12">
              <a:extLst>
                <a:ext uri="{FF2B5EF4-FFF2-40B4-BE49-F238E27FC236}">
                  <a16:creationId xmlns:a16="http://schemas.microsoft.com/office/drawing/2014/main" id="{49DDBE34-9147-41FD-5A16-1645B85BF77D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4" name="Parallelogramm 13">
              <a:extLst>
                <a:ext uri="{FF2B5EF4-FFF2-40B4-BE49-F238E27FC236}">
                  <a16:creationId xmlns:a16="http://schemas.microsoft.com/office/drawing/2014/main" id="{50BCD038-1DDC-CA2E-64E7-AA5DB38BA647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1C92CC9B-4B44-3A01-7047-6BD05D8FE7E6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DD9852C8-BC54-FAF3-2D8A-25CBF6E9B283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E261DBF9-F690-CF17-0B00-E392C2D90252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8" name="Parallelogramm 17">
              <a:extLst>
                <a:ext uri="{FF2B5EF4-FFF2-40B4-BE49-F238E27FC236}">
                  <a16:creationId xmlns:a16="http://schemas.microsoft.com/office/drawing/2014/main" id="{F56C1240-414B-5EB8-5FBB-A7A13DD69A8A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9" name="Parallelogramm 18">
              <a:extLst>
                <a:ext uri="{FF2B5EF4-FFF2-40B4-BE49-F238E27FC236}">
                  <a16:creationId xmlns:a16="http://schemas.microsoft.com/office/drawing/2014/main" id="{DFE17768-D6D8-33D5-9451-D0541F505342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0" name="Parallelogramm 19">
              <a:extLst>
                <a:ext uri="{FF2B5EF4-FFF2-40B4-BE49-F238E27FC236}">
                  <a16:creationId xmlns:a16="http://schemas.microsoft.com/office/drawing/2014/main" id="{569E932A-90F8-DB19-C847-A7F5644D2FFC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1" name="Parallelogramm 20">
              <a:extLst>
                <a:ext uri="{FF2B5EF4-FFF2-40B4-BE49-F238E27FC236}">
                  <a16:creationId xmlns:a16="http://schemas.microsoft.com/office/drawing/2014/main" id="{CE53EA5E-8AA6-53A1-2687-A756CD87804C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2" name="Parallelogramm 21">
              <a:extLst>
                <a:ext uri="{FF2B5EF4-FFF2-40B4-BE49-F238E27FC236}">
                  <a16:creationId xmlns:a16="http://schemas.microsoft.com/office/drawing/2014/main" id="{0EAA1DEC-D68F-6F97-707F-E2804657BF77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3252422E-1717-6BC8-5C4C-4DCF8E31AFCA}"/>
              </a:ext>
            </a:extLst>
          </p:cNvPr>
          <p:cNvGrpSpPr/>
          <p:nvPr userDrawn="1"/>
        </p:nvGrpSpPr>
        <p:grpSpPr>
          <a:xfrm>
            <a:off x="455611" y="1185957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A25CC66E-2E68-8B92-D342-F09DD44E5CE6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9732F62B-BCFB-7561-1207-27EA2A4F4EBA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6" name="Parallelogramm 25">
              <a:extLst>
                <a:ext uri="{FF2B5EF4-FFF2-40B4-BE49-F238E27FC236}">
                  <a16:creationId xmlns:a16="http://schemas.microsoft.com/office/drawing/2014/main" id="{DE51CE20-CE21-66D2-C44C-81A8838052D0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7" name="Parallelogramm 26">
              <a:extLst>
                <a:ext uri="{FF2B5EF4-FFF2-40B4-BE49-F238E27FC236}">
                  <a16:creationId xmlns:a16="http://schemas.microsoft.com/office/drawing/2014/main" id="{1C7E2B8F-1664-7BF8-E7DB-62896D7DB7E1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8" name="Parallelogramm 27">
              <a:extLst>
                <a:ext uri="{FF2B5EF4-FFF2-40B4-BE49-F238E27FC236}">
                  <a16:creationId xmlns:a16="http://schemas.microsoft.com/office/drawing/2014/main" id="{AD132DAD-249F-1606-4B29-D7F50EA9BEB0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9" name="Parallelogramm 28">
              <a:extLst>
                <a:ext uri="{FF2B5EF4-FFF2-40B4-BE49-F238E27FC236}">
                  <a16:creationId xmlns:a16="http://schemas.microsoft.com/office/drawing/2014/main" id="{1A92F374-94E5-72C1-833E-3C8981C99F82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0" name="Parallelogramm 29">
              <a:extLst>
                <a:ext uri="{FF2B5EF4-FFF2-40B4-BE49-F238E27FC236}">
                  <a16:creationId xmlns:a16="http://schemas.microsoft.com/office/drawing/2014/main" id="{30660F29-C34F-F142-FBFE-5EFF60592A74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1" name="Parallelogramm 30">
              <a:extLst>
                <a:ext uri="{FF2B5EF4-FFF2-40B4-BE49-F238E27FC236}">
                  <a16:creationId xmlns:a16="http://schemas.microsoft.com/office/drawing/2014/main" id="{23F64602-E590-A750-534A-7E8562CB56F8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2" name="Parallelogramm 31">
              <a:extLst>
                <a:ext uri="{FF2B5EF4-FFF2-40B4-BE49-F238E27FC236}">
                  <a16:creationId xmlns:a16="http://schemas.microsoft.com/office/drawing/2014/main" id="{AB0401DE-A1ED-EEA2-D768-C7A0FB5F3863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3" name="Parallelogramm 32">
              <a:extLst>
                <a:ext uri="{FF2B5EF4-FFF2-40B4-BE49-F238E27FC236}">
                  <a16:creationId xmlns:a16="http://schemas.microsoft.com/office/drawing/2014/main" id="{3B9774AB-0141-5B5D-8FBB-A72088A585C2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4" name="Parallelogramm 33">
              <a:extLst>
                <a:ext uri="{FF2B5EF4-FFF2-40B4-BE49-F238E27FC236}">
                  <a16:creationId xmlns:a16="http://schemas.microsoft.com/office/drawing/2014/main" id="{1657BA7F-A6EE-94D0-018F-23DC9C4E46E9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5" name="Parallelogramm 34">
              <a:extLst>
                <a:ext uri="{FF2B5EF4-FFF2-40B4-BE49-F238E27FC236}">
                  <a16:creationId xmlns:a16="http://schemas.microsoft.com/office/drawing/2014/main" id="{7F2BDA6F-B4D1-D747-F3CA-990D29E11B47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6" name="Parallelogramm 35">
              <a:extLst>
                <a:ext uri="{FF2B5EF4-FFF2-40B4-BE49-F238E27FC236}">
                  <a16:creationId xmlns:a16="http://schemas.microsoft.com/office/drawing/2014/main" id="{D3E818D4-E9D6-0078-63FD-E42F98C2D9F0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7" name="Parallelogramm 36">
              <a:extLst>
                <a:ext uri="{FF2B5EF4-FFF2-40B4-BE49-F238E27FC236}">
                  <a16:creationId xmlns:a16="http://schemas.microsoft.com/office/drawing/2014/main" id="{83CB616E-EE88-5948-5603-D3F263478B7A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8" name="Parallelogramm 37">
              <a:extLst>
                <a:ext uri="{FF2B5EF4-FFF2-40B4-BE49-F238E27FC236}">
                  <a16:creationId xmlns:a16="http://schemas.microsoft.com/office/drawing/2014/main" id="{F805762A-0137-B6B4-A7FA-341473BC0A03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3AE54100-0339-C628-C2A7-18646AEB0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611" y="3152762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6EE3CD7-417A-CD45-DA09-19387AFBA24B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611" y="3515102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81DE243-6E14-E68B-44C2-BD531EA724C3}"/>
              </a:ext>
            </a:extLst>
          </p:cNvPr>
          <p:cNvCxnSpPr/>
          <p:nvPr userDrawn="1"/>
        </p:nvCxnSpPr>
        <p:spPr>
          <a:xfrm>
            <a:off x="455575" y="1546850"/>
            <a:ext cx="11353794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1EBFA232-92D1-0D73-6867-FE0D0589B3F2}"/>
              </a:ext>
            </a:extLst>
          </p:cNvPr>
          <p:cNvCxnSpPr/>
          <p:nvPr userDrawn="1"/>
        </p:nvCxnSpPr>
        <p:spPr>
          <a:xfrm rot="10800000">
            <a:off x="455576" y="1191271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28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ten und Inhal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 descr="Ein blauer Hintergrund mit weißen Linien&#10;&#10;Automatisch generierte Beschreibung">
            <a:extLst>
              <a:ext uri="{FF2B5EF4-FFF2-40B4-BE49-F238E27FC236}">
                <a16:creationId xmlns:a16="http://schemas.microsoft.com/office/drawing/2014/main" id="{4BDA383F-AAAB-383E-24EA-13712AD327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77935" y="837775"/>
            <a:ext cx="5753100" cy="2070100"/>
          </a:xfrm>
          <a:prstGeom prst="rect">
            <a:avLst/>
          </a:prstGeom>
        </p:spPr>
      </p:pic>
      <p:grpSp>
        <p:nvGrpSpPr>
          <p:cNvPr id="7" name="Gruppe 6">
            <a:extLst>
              <a:ext uri="{FF2B5EF4-FFF2-40B4-BE49-F238E27FC236}">
                <a16:creationId xmlns:a16="http://schemas.microsoft.com/office/drawing/2014/main" id="{4E8CC2BA-9E5A-B8F9-6B92-0FC813C23D75}"/>
              </a:ext>
            </a:extLst>
          </p:cNvPr>
          <p:cNvGrpSpPr/>
          <p:nvPr userDrawn="1"/>
        </p:nvGrpSpPr>
        <p:grpSpPr>
          <a:xfrm>
            <a:off x="455611" y="5661675"/>
            <a:ext cx="5732456" cy="364609"/>
            <a:chOff x="6019602" y="5661675"/>
            <a:chExt cx="5732456" cy="364609"/>
          </a:xfrm>
        </p:grpSpPr>
        <p:sp>
          <p:nvSpPr>
            <p:cNvPr id="8" name="Parallelogramm 7">
              <a:extLst>
                <a:ext uri="{FF2B5EF4-FFF2-40B4-BE49-F238E27FC236}">
                  <a16:creationId xmlns:a16="http://schemas.microsoft.com/office/drawing/2014/main" id="{DD87EAD6-EBC7-D3AE-60C3-34B05DA56A41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03B83F28-4E4E-9AEB-7861-D13F12EDE882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ABB418CF-2B2A-A44A-B968-D6BA1C6D1F28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14B9E5FD-D81F-CF7A-96B8-FB23060CBEA0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2" name="Parallelogramm 11">
              <a:extLst>
                <a:ext uri="{FF2B5EF4-FFF2-40B4-BE49-F238E27FC236}">
                  <a16:creationId xmlns:a16="http://schemas.microsoft.com/office/drawing/2014/main" id="{523B551B-59FF-03A9-CA32-E730A1D2331A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3" name="Parallelogramm 12">
              <a:extLst>
                <a:ext uri="{FF2B5EF4-FFF2-40B4-BE49-F238E27FC236}">
                  <a16:creationId xmlns:a16="http://schemas.microsoft.com/office/drawing/2014/main" id="{921355AD-BB27-6A35-BB58-A8A524B924ED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4" name="Parallelogramm 13">
              <a:extLst>
                <a:ext uri="{FF2B5EF4-FFF2-40B4-BE49-F238E27FC236}">
                  <a16:creationId xmlns:a16="http://schemas.microsoft.com/office/drawing/2014/main" id="{DAB52D65-3606-3391-4D1C-BDE810314BDB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grpSp>
        <p:nvGrpSpPr>
          <p:cNvPr id="15" name="Gruppe 14">
            <a:extLst>
              <a:ext uri="{FF2B5EF4-FFF2-40B4-BE49-F238E27FC236}">
                <a16:creationId xmlns:a16="http://schemas.microsoft.com/office/drawing/2014/main" id="{4A6691FF-3F7E-38FB-08DC-FE05A0521124}"/>
              </a:ext>
            </a:extLst>
          </p:cNvPr>
          <p:cNvGrpSpPr/>
          <p:nvPr userDrawn="1"/>
        </p:nvGrpSpPr>
        <p:grpSpPr>
          <a:xfrm>
            <a:off x="484183" y="2908546"/>
            <a:ext cx="5732456" cy="364609"/>
            <a:chOff x="6019602" y="5661675"/>
            <a:chExt cx="5732456" cy="364609"/>
          </a:xfrm>
        </p:grpSpPr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75AA5753-53CF-3221-6B62-080BB935EC9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668CA797-7D5A-B608-1ACA-335231DDC29D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8" name="Parallelogramm 17">
              <a:extLst>
                <a:ext uri="{FF2B5EF4-FFF2-40B4-BE49-F238E27FC236}">
                  <a16:creationId xmlns:a16="http://schemas.microsoft.com/office/drawing/2014/main" id="{F54C3A0B-24B1-33F2-A522-EDF45D606FC5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9" name="Parallelogramm 18">
              <a:extLst>
                <a:ext uri="{FF2B5EF4-FFF2-40B4-BE49-F238E27FC236}">
                  <a16:creationId xmlns:a16="http://schemas.microsoft.com/office/drawing/2014/main" id="{87BEB395-0B6F-F887-6EF4-EF08239D52F9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0" name="Parallelogramm 19">
              <a:extLst>
                <a:ext uri="{FF2B5EF4-FFF2-40B4-BE49-F238E27FC236}">
                  <a16:creationId xmlns:a16="http://schemas.microsoft.com/office/drawing/2014/main" id="{CAE4E799-173B-B9F1-B06C-A0CC3B066A56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1" name="Parallelogramm 20">
              <a:extLst>
                <a:ext uri="{FF2B5EF4-FFF2-40B4-BE49-F238E27FC236}">
                  <a16:creationId xmlns:a16="http://schemas.microsoft.com/office/drawing/2014/main" id="{8E793C89-7366-2BCC-D2DB-2F28E9A2A1D4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22" name="Parallelogramm 21">
              <a:extLst>
                <a:ext uri="{FF2B5EF4-FFF2-40B4-BE49-F238E27FC236}">
                  <a16:creationId xmlns:a16="http://schemas.microsoft.com/office/drawing/2014/main" id="{28FA3D98-A64F-944A-AB04-37FC2FDDD46E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3CC19533-8F1E-44A7-8B47-99AB857DF6AB}"/>
              </a:ext>
            </a:extLst>
          </p:cNvPr>
          <p:cNvGrpSpPr/>
          <p:nvPr userDrawn="1"/>
        </p:nvGrpSpPr>
        <p:grpSpPr>
          <a:xfrm>
            <a:off x="446084" y="3276600"/>
            <a:ext cx="5791199" cy="2381900"/>
            <a:chOff x="455611" y="2307799"/>
            <a:chExt cx="5638801" cy="2381900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4073E0F0-E5BD-F223-137D-A645FCF5C0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611" y="2307799"/>
              <a:ext cx="5638801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2437CF0E-9F41-6673-C0E1-3BBAD85DA798}"/>
                </a:ext>
              </a:extLst>
            </p:cNvPr>
            <p:cNvCxnSpPr>
              <a:cxnSpLocks/>
            </p:cNvCxnSpPr>
            <p:nvPr/>
          </p:nvCxnSpPr>
          <p:spPr>
            <a:xfrm>
              <a:off x="455611" y="4689699"/>
              <a:ext cx="5638795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C443ED3E-F773-4648-2849-F1F54DBAF3A5}"/>
              </a:ext>
            </a:extLst>
          </p:cNvPr>
          <p:cNvCxnSpPr/>
          <p:nvPr userDrawn="1"/>
        </p:nvCxnSpPr>
        <p:spPr>
          <a:xfrm>
            <a:off x="6231310" y="831037"/>
            <a:ext cx="0" cy="519525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85DADD4-18BE-A44A-CDDD-3DD34E207714}"/>
              </a:ext>
            </a:extLst>
          </p:cNvPr>
          <p:cNvCxnSpPr>
            <a:cxnSpLocks/>
          </p:cNvCxnSpPr>
          <p:nvPr userDrawn="1"/>
        </p:nvCxnSpPr>
        <p:spPr>
          <a:xfrm flipH="1">
            <a:off x="446084" y="2908546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el 1">
            <a:extLst>
              <a:ext uri="{FF2B5EF4-FFF2-40B4-BE49-F238E27FC236}">
                <a16:creationId xmlns:a16="http://schemas.microsoft.com/office/drawing/2014/main" id="{99BAFD8D-B1A2-223F-5DEE-8513D22E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4415"/>
            <a:ext cx="5768138" cy="228600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29" name="Inhaltsplatzhalter 40">
            <a:extLst>
              <a:ext uri="{FF2B5EF4-FFF2-40B4-BE49-F238E27FC236}">
                <a16:creationId xmlns:a16="http://schemas.microsoft.com/office/drawing/2014/main" id="{DAF58893-225F-9839-4AF5-8AF4C9A4D2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5704" y="990600"/>
            <a:ext cx="4576508" cy="4938713"/>
          </a:xfrm>
        </p:spPr>
        <p:txBody>
          <a:bodyPr rtlCol="0" anchor="ctr"/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C2A924-A402-448B-CA05-2645ABDBE7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3CF3B9-43F6-FADE-60C0-0D4DC01D96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496FBA-69D5-F381-4BB3-47DEEE82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1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mit dem Titel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2F91C55C-9AF8-EB7E-D4A4-C30E6C64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4398263"/>
            <a:ext cx="9683496" cy="1572768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13" name="Inhaltsplatzhalter 40">
            <a:extLst>
              <a:ext uri="{FF2B5EF4-FFF2-40B4-BE49-F238E27FC236}">
                <a16:creationId xmlns:a16="http://schemas.microsoft.com/office/drawing/2014/main" id="{7C8F3378-EB27-AC31-6C44-8CB4DBF4C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7552" y="1188720"/>
            <a:ext cx="4645152" cy="2999232"/>
          </a:xfrm>
        </p:spPr>
        <p:txBody>
          <a:bodyPr rtlCol="0" anchor="ctr">
            <a:normAutofit/>
          </a:bodyPr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12" name="Inhaltsplatzhalter 40">
            <a:extLst>
              <a:ext uri="{FF2B5EF4-FFF2-40B4-BE49-F238E27FC236}">
                <a16:creationId xmlns:a16="http://schemas.microsoft.com/office/drawing/2014/main" id="{A95C8986-0A58-82D9-4156-FD62D9F18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2552" y="1188720"/>
            <a:ext cx="4645152" cy="2999232"/>
          </a:xfrm>
        </p:spPr>
        <p:txBody>
          <a:bodyPr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EDC044-78B6-9932-0415-93ACBF931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0965DC-0B8B-F872-935E-9D9D3721E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63E988-0054-287A-6AAE-06E21E1D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0E235CD8-6A96-F95D-9E38-23FDC13785B7}"/>
              </a:ext>
            </a:extLst>
          </p:cNvPr>
          <p:cNvSpPr/>
          <p:nvPr userDrawn="1"/>
        </p:nvSpPr>
        <p:spPr>
          <a:xfrm rot="10800000">
            <a:off x="10378860" y="4351368"/>
            <a:ext cx="414179" cy="1258812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0"/>
          </a:gra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7" name="Parallelogramm 6">
            <a:extLst>
              <a:ext uri="{FF2B5EF4-FFF2-40B4-BE49-F238E27FC236}">
                <a16:creationId xmlns:a16="http://schemas.microsoft.com/office/drawing/2014/main" id="{EE742EAC-BCB8-F9D0-84D4-6A653D38B768}"/>
              </a:ext>
            </a:extLst>
          </p:cNvPr>
          <p:cNvSpPr/>
          <p:nvPr userDrawn="1"/>
        </p:nvSpPr>
        <p:spPr>
          <a:xfrm>
            <a:off x="10585951" y="4352034"/>
            <a:ext cx="986271" cy="1666288"/>
          </a:xfrm>
          <a:prstGeom prst="parallelogram">
            <a:avLst>
              <a:gd name="adj" fmla="val 59972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8" name="Gerader Verbinder 7">
            <a:extLst>
              <a:ext uri="{FF2B5EF4-FFF2-40B4-BE49-F238E27FC236}">
                <a16:creationId xmlns:a16="http://schemas.microsoft.com/office/drawing/2014/main" id="{F2FFFB8A-B590-C981-BB08-04BD3554C8D7}"/>
              </a:ext>
            </a:extLst>
          </p:cNvPr>
          <p:cNvCxnSpPr>
            <a:cxnSpLocks/>
          </p:cNvCxnSpPr>
          <p:nvPr userDrawn="1"/>
        </p:nvCxnSpPr>
        <p:spPr>
          <a:xfrm>
            <a:off x="6102350" y="831037"/>
            <a:ext cx="0" cy="351236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5DF137B-3968-16D7-F0A8-AD9DD42AB975}"/>
              </a:ext>
            </a:extLst>
          </p:cNvPr>
          <p:cNvCxnSpPr>
            <a:cxnSpLocks/>
          </p:cNvCxnSpPr>
          <p:nvPr userDrawn="1"/>
        </p:nvCxnSpPr>
        <p:spPr>
          <a:xfrm>
            <a:off x="455617" y="4343400"/>
            <a:ext cx="11353787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leichschenkliges Dreieck 9">
            <a:extLst>
              <a:ext uri="{FF2B5EF4-FFF2-40B4-BE49-F238E27FC236}">
                <a16:creationId xmlns:a16="http://schemas.microsoft.com/office/drawing/2014/main" id="{35F434B5-8A80-F035-A0F7-495BEC5D5CEB}"/>
              </a:ext>
            </a:extLst>
          </p:cNvPr>
          <p:cNvSpPr/>
          <p:nvPr userDrawn="1"/>
        </p:nvSpPr>
        <p:spPr>
          <a:xfrm>
            <a:off x="11374043" y="4759509"/>
            <a:ext cx="414179" cy="1258813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7F102734-0974-5386-C0F9-E2BE7EA6E6E5}"/>
              </a:ext>
            </a:extLst>
          </p:cNvPr>
          <p:cNvCxnSpPr>
            <a:cxnSpLocks/>
          </p:cNvCxnSpPr>
          <p:nvPr userDrawn="1"/>
        </p:nvCxnSpPr>
        <p:spPr>
          <a:xfrm>
            <a:off x="10378445" y="4343400"/>
            <a:ext cx="1" cy="16828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00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mit Titel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85F15-A535-359D-EE3D-3BBDB2EAC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831035"/>
            <a:ext cx="11353801" cy="1389888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7" name="Inhaltsplatzhalter 40">
            <a:extLst>
              <a:ext uri="{FF2B5EF4-FFF2-40B4-BE49-F238E27FC236}">
                <a16:creationId xmlns:a16="http://schemas.microsoft.com/office/drawing/2014/main" id="{8880E109-D2C0-09D8-1A97-262785E60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7552" y="2304288"/>
            <a:ext cx="4645152" cy="3410712"/>
          </a:xfrm>
        </p:spPr>
        <p:txBody>
          <a:bodyPr rtlCol="0" anchor="ctr"/>
          <a:lstStyle>
            <a:lvl1pPr marL="228600" indent="-228600">
              <a:lnSpc>
                <a:spcPct val="15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6" name="Inhaltsplatzhalter 40">
            <a:extLst>
              <a:ext uri="{FF2B5EF4-FFF2-40B4-BE49-F238E27FC236}">
                <a16:creationId xmlns:a16="http://schemas.microsoft.com/office/drawing/2014/main" id="{5E777085-29F0-61FF-3D68-0F6CBA8BB1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2552" y="2304288"/>
            <a:ext cx="4645152" cy="2999232"/>
          </a:xfrm>
        </p:spPr>
        <p:txBody>
          <a:bodyPr rtlCol="0" anchor="ctr"/>
          <a:lstStyle>
            <a:lvl1pPr marL="228600" indent="-228600">
              <a:lnSpc>
                <a:spcPct val="15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5C2655-C4F7-BDC7-8E08-DBC1659AA61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7FB4CE7-C50F-3D98-D82F-253EF386E6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9C9D65-417E-F629-741D-C9E06E1F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23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91C55C-9AF8-EB7E-D4A4-C30E6C64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4361688"/>
            <a:ext cx="11356848" cy="167335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17" name="Tabellenplatzhalter 15">
            <a:extLst>
              <a:ext uri="{FF2B5EF4-FFF2-40B4-BE49-F238E27FC236}">
                <a16:creationId xmlns:a16="http://schemas.microsoft.com/office/drawing/2014/main" id="{FA33993F-8FA8-07DB-3B69-E1A22B18849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55613" y="830263"/>
            <a:ext cx="5789612" cy="3532187"/>
          </a:xfrm>
        </p:spPr>
        <p:txBody>
          <a:bodyPr rtlCol="0"/>
          <a:lstStyle/>
          <a:p>
            <a:pPr rtl="0"/>
            <a:r>
              <a:rPr lang="de-DE"/>
              <a:t>Tabelle durch Klicken auf Symbol hinzufügen</a:t>
            </a:r>
            <a:endParaRPr lang="en-US" dirty="0"/>
          </a:p>
        </p:txBody>
      </p:sp>
      <p:sp>
        <p:nvSpPr>
          <p:cNvPr id="12" name="Inhaltsplatzhalter 40">
            <a:extLst>
              <a:ext uri="{FF2B5EF4-FFF2-40B4-BE49-F238E27FC236}">
                <a16:creationId xmlns:a16="http://schemas.microsoft.com/office/drawing/2014/main" id="{A95C8986-0A58-82D9-4156-FD62D9F18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75120" y="1225296"/>
            <a:ext cx="4645152" cy="2816352"/>
          </a:xfrm>
        </p:spPr>
        <p:txBody>
          <a:bodyPr rtlCol="0" anchor="t"/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  <a:lvl2pPr marL="457200"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EDC044-78B6-9932-0415-93ACBF931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0965DC-0B8B-F872-935E-9D9D3721E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63E988-0054-287A-6AAE-06E21E1D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8" name="Gerader Verbinder 7">
            <a:extLst>
              <a:ext uri="{FF2B5EF4-FFF2-40B4-BE49-F238E27FC236}">
                <a16:creationId xmlns:a16="http://schemas.microsoft.com/office/drawing/2014/main" id="{F2FFFB8A-B590-C981-BB08-04BD3554C8D7}"/>
              </a:ext>
            </a:extLst>
          </p:cNvPr>
          <p:cNvCxnSpPr>
            <a:cxnSpLocks/>
          </p:cNvCxnSpPr>
          <p:nvPr userDrawn="1"/>
        </p:nvCxnSpPr>
        <p:spPr>
          <a:xfrm>
            <a:off x="6245008" y="831037"/>
            <a:ext cx="0" cy="351236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5DF137B-3968-16D7-F0A8-AD9DD42AB975}"/>
              </a:ext>
            </a:extLst>
          </p:cNvPr>
          <p:cNvCxnSpPr>
            <a:cxnSpLocks/>
          </p:cNvCxnSpPr>
          <p:nvPr userDrawn="1"/>
        </p:nvCxnSpPr>
        <p:spPr>
          <a:xfrm>
            <a:off x="455617" y="4343400"/>
            <a:ext cx="11353787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84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vollständ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5602" y="831035"/>
            <a:ext cx="11353801" cy="1609344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441448"/>
            <a:ext cx="11356848" cy="3584448"/>
          </a:xfrm>
        </p:spPr>
        <p:txBody>
          <a:bodyPr rtlCol="0"/>
          <a:lstStyle>
            <a:lvl5pPr>
              <a:defRPr/>
            </a:lvl5pPr>
            <a:lvl6pPr>
              <a:defRPr/>
            </a:lvl6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8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F692176E-3B49-0477-AA91-E6395EC3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831035"/>
            <a:ext cx="11353801" cy="1609344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dirty="0"/>
          </a:p>
        </p:txBody>
      </p:sp>
      <p:sp>
        <p:nvSpPr>
          <p:cNvPr id="13" name="Inhaltsplatzhalter 40">
            <a:extLst>
              <a:ext uri="{FF2B5EF4-FFF2-40B4-BE49-F238E27FC236}">
                <a16:creationId xmlns:a16="http://schemas.microsoft.com/office/drawing/2014/main" id="{7C8F3378-EB27-AC31-6C44-8CB4DBF4C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2971800"/>
            <a:ext cx="4645152" cy="2807208"/>
          </a:xfrm>
        </p:spPr>
        <p:txBody>
          <a:bodyPr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12" name="Inhaltsplatzhalter 40">
            <a:extLst>
              <a:ext uri="{FF2B5EF4-FFF2-40B4-BE49-F238E27FC236}">
                <a16:creationId xmlns:a16="http://schemas.microsoft.com/office/drawing/2014/main" id="{A95C8986-0A58-82D9-4156-FD62D9F18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848" y="2971800"/>
            <a:ext cx="4645152" cy="2807208"/>
          </a:xfr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EDC044-78B6-9932-0415-93ACBF931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"/>
              <a:t>20XX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0965DC-0B8B-F872-935E-9D9D3721E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63E988-0054-287A-6AAE-06E21E1D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6536B7D-E277-C256-5856-F8E6C59FC5E1}"/>
              </a:ext>
            </a:extLst>
          </p:cNvPr>
          <p:cNvCxnSpPr>
            <a:cxnSpLocks/>
          </p:cNvCxnSpPr>
          <p:nvPr userDrawn="1"/>
        </p:nvCxnSpPr>
        <p:spPr>
          <a:xfrm>
            <a:off x="455617" y="2438400"/>
            <a:ext cx="1135377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D52B67A-2B44-F4A3-3DE0-514550897E7D}"/>
              </a:ext>
            </a:extLst>
          </p:cNvPr>
          <p:cNvCxnSpPr>
            <a:cxnSpLocks/>
          </p:cNvCxnSpPr>
          <p:nvPr userDrawn="1"/>
        </p:nvCxnSpPr>
        <p:spPr>
          <a:xfrm>
            <a:off x="6254104" y="2438400"/>
            <a:ext cx="0" cy="35878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15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95020A84-9C58-F896-0FB0-49EBCE306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1197864"/>
            <a:ext cx="11353801" cy="2395728"/>
          </a:xfrm>
        </p:spPr>
        <p:txBody>
          <a:bodyPr rtlCol="0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42" name="Untertitel 2">
            <a:extLst>
              <a:ext uri="{FF2B5EF4-FFF2-40B4-BE49-F238E27FC236}">
                <a16:creationId xmlns:a16="http://schemas.microsoft.com/office/drawing/2014/main" id="{478C78A5-5D77-F57C-D5EA-9FED831F9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94176"/>
            <a:ext cx="11356848" cy="1975104"/>
          </a:xfrm>
        </p:spPr>
        <p:txBody>
          <a:bodyPr rtlCol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b="1" cap="all" spc="2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/>
              <a:t>Master-Untertitelformat bearbeiten</a:t>
            </a:r>
            <a:endParaRPr dirty="0"/>
          </a:p>
        </p:txBody>
      </p:sp>
      <p:grpSp>
        <p:nvGrpSpPr>
          <p:cNvPr id="6" name="Gruppe 5">
            <a:extLst>
              <a:ext uri="{FF2B5EF4-FFF2-40B4-BE49-F238E27FC236}">
                <a16:creationId xmlns:a16="http://schemas.microsoft.com/office/drawing/2014/main" id="{89272CF2-D7FA-D7DE-67B8-A8E6C0C3987C}"/>
              </a:ext>
            </a:extLst>
          </p:cNvPr>
          <p:cNvGrpSpPr/>
          <p:nvPr userDrawn="1"/>
        </p:nvGrpSpPr>
        <p:grpSpPr>
          <a:xfrm>
            <a:off x="455612" y="830375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7" name="Parallelogramm 6">
              <a:extLst>
                <a:ext uri="{FF2B5EF4-FFF2-40B4-BE49-F238E27FC236}">
                  <a16:creationId xmlns:a16="http://schemas.microsoft.com/office/drawing/2014/main" id="{88716FC7-1AD2-45FF-0DA3-7A1BFB1B2E07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8" name="Parallelogramm 7">
              <a:extLst>
                <a:ext uri="{FF2B5EF4-FFF2-40B4-BE49-F238E27FC236}">
                  <a16:creationId xmlns:a16="http://schemas.microsoft.com/office/drawing/2014/main" id="{49BB50BB-555B-D492-C307-C81262E21B59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38408CA3-CC0E-EC5C-062F-934E485268DB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6AE5ED21-EB43-A35B-E75A-451CB583EBA9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BB385C5A-30D8-0BA8-828B-AB63969F183C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2" name="Parallelogramm 11">
              <a:extLst>
                <a:ext uri="{FF2B5EF4-FFF2-40B4-BE49-F238E27FC236}">
                  <a16:creationId xmlns:a16="http://schemas.microsoft.com/office/drawing/2014/main" id="{B64D7533-0D81-28B1-5BCE-B377A69CCB70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3" name="Parallelogramm 12">
              <a:extLst>
                <a:ext uri="{FF2B5EF4-FFF2-40B4-BE49-F238E27FC236}">
                  <a16:creationId xmlns:a16="http://schemas.microsoft.com/office/drawing/2014/main" id="{F999CAC2-3805-7790-0D5B-1C0C560FC393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4" name="Parallelogramm 13">
              <a:extLst>
                <a:ext uri="{FF2B5EF4-FFF2-40B4-BE49-F238E27FC236}">
                  <a16:creationId xmlns:a16="http://schemas.microsoft.com/office/drawing/2014/main" id="{C5745A4C-04EE-2733-6012-D36B5BBBF398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AC857CED-E2E1-89D2-A39D-654ACE08A93B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39393802-381E-135F-4932-F69B44996A89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B4B70FE7-D13E-6BF8-0263-5DC35765D060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8" name="Parallelogramm 17">
              <a:extLst>
                <a:ext uri="{FF2B5EF4-FFF2-40B4-BE49-F238E27FC236}">
                  <a16:creationId xmlns:a16="http://schemas.microsoft.com/office/drawing/2014/main" id="{42E69ACE-9D4F-1BC1-3813-E4A8B8D3DC28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9" name="Parallelogramm 18">
              <a:extLst>
                <a:ext uri="{FF2B5EF4-FFF2-40B4-BE49-F238E27FC236}">
                  <a16:creationId xmlns:a16="http://schemas.microsoft.com/office/drawing/2014/main" id="{F56F1340-0F67-BC41-CE24-7A6D858FB09F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0" name="Parallelogramm 19">
              <a:extLst>
                <a:ext uri="{FF2B5EF4-FFF2-40B4-BE49-F238E27FC236}">
                  <a16:creationId xmlns:a16="http://schemas.microsoft.com/office/drawing/2014/main" id="{F982964F-E8E0-48A7-63EE-30E110ED9895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1" name="Parallelogramm 20">
              <a:extLst>
                <a:ext uri="{FF2B5EF4-FFF2-40B4-BE49-F238E27FC236}">
                  <a16:creationId xmlns:a16="http://schemas.microsoft.com/office/drawing/2014/main" id="{39F1912B-FF96-9C65-85DE-F7EFD9DF13EB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2868CC7A-81EA-FE94-C301-81556552A481}"/>
              </a:ext>
            </a:extLst>
          </p:cNvPr>
          <p:cNvCxnSpPr/>
          <p:nvPr userDrawn="1"/>
        </p:nvCxnSpPr>
        <p:spPr>
          <a:xfrm rot="10800000">
            <a:off x="455612" y="119126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18EC814-52EA-642A-75CD-07481ECF4273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e 23">
            <a:extLst>
              <a:ext uri="{FF2B5EF4-FFF2-40B4-BE49-F238E27FC236}">
                <a16:creationId xmlns:a16="http://schemas.microsoft.com/office/drawing/2014/main" id="{DFDA2521-B0F3-5A0E-9428-0B165F691501}"/>
              </a:ext>
            </a:extLst>
          </p:cNvPr>
          <p:cNvGrpSpPr/>
          <p:nvPr userDrawn="1"/>
        </p:nvGrpSpPr>
        <p:grpSpPr>
          <a:xfrm>
            <a:off x="455595" y="5663122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FDA5A1D4-EBE7-9453-19D8-B316FAC99927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6" name="Parallelogramm 25">
              <a:extLst>
                <a:ext uri="{FF2B5EF4-FFF2-40B4-BE49-F238E27FC236}">
                  <a16:creationId xmlns:a16="http://schemas.microsoft.com/office/drawing/2014/main" id="{71E21317-0ADC-6BF8-DFD8-DA8C9E0F0646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7" name="Parallelogramm 26">
              <a:extLst>
                <a:ext uri="{FF2B5EF4-FFF2-40B4-BE49-F238E27FC236}">
                  <a16:creationId xmlns:a16="http://schemas.microsoft.com/office/drawing/2014/main" id="{1CEFF694-4FBF-F6A5-750F-30AACB3C2EB9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8" name="Parallelogramm 27">
              <a:extLst>
                <a:ext uri="{FF2B5EF4-FFF2-40B4-BE49-F238E27FC236}">
                  <a16:creationId xmlns:a16="http://schemas.microsoft.com/office/drawing/2014/main" id="{75F19B0A-2C90-24E0-A63C-B8B841B832BF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9" name="Parallelogramm 28">
              <a:extLst>
                <a:ext uri="{FF2B5EF4-FFF2-40B4-BE49-F238E27FC236}">
                  <a16:creationId xmlns:a16="http://schemas.microsoft.com/office/drawing/2014/main" id="{B2554279-F72C-5046-9E50-62272505D46D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0" name="Parallelogramm 29">
              <a:extLst>
                <a:ext uri="{FF2B5EF4-FFF2-40B4-BE49-F238E27FC236}">
                  <a16:creationId xmlns:a16="http://schemas.microsoft.com/office/drawing/2014/main" id="{E736FAE4-B9C8-1879-59A5-D9764E11486C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1" name="Parallelogramm 30">
              <a:extLst>
                <a:ext uri="{FF2B5EF4-FFF2-40B4-BE49-F238E27FC236}">
                  <a16:creationId xmlns:a16="http://schemas.microsoft.com/office/drawing/2014/main" id="{77BA47AA-B3DD-48A7-19BD-E8255F9B069A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2" name="Parallelogramm 31">
              <a:extLst>
                <a:ext uri="{FF2B5EF4-FFF2-40B4-BE49-F238E27FC236}">
                  <a16:creationId xmlns:a16="http://schemas.microsoft.com/office/drawing/2014/main" id="{88FC8D71-7679-D51D-AA45-16338DBF0DA2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3" name="Parallelogramm 32">
              <a:extLst>
                <a:ext uri="{FF2B5EF4-FFF2-40B4-BE49-F238E27FC236}">
                  <a16:creationId xmlns:a16="http://schemas.microsoft.com/office/drawing/2014/main" id="{33BC4D85-8499-C4DE-84DC-80193602AB2A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4" name="Parallelogramm 33">
              <a:extLst>
                <a:ext uri="{FF2B5EF4-FFF2-40B4-BE49-F238E27FC236}">
                  <a16:creationId xmlns:a16="http://schemas.microsoft.com/office/drawing/2014/main" id="{95C1B48A-2A95-F0D4-AC65-178A56B43F86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5" name="Parallelogramm 34">
              <a:extLst>
                <a:ext uri="{FF2B5EF4-FFF2-40B4-BE49-F238E27FC236}">
                  <a16:creationId xmlns:a16="http://schemas.microsoft.com/office/drawing/2014/main" id="{8D2245DE-C317-FF60-ABBF-D0CFE4A503FF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6" name="Parallelogramm 35">
              <a:extLst>
                <a:ext uri="{FF2B5EF4-FFF2-40B4-BE49-F238E27FC236}">
                  <a16:creationId xmlns:a16="http://schemas.microsoft.com/office/drawing/2014/main" id="{460B9A58-26A4-E15F-753D-DA3847B46512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7" name="Parallelogramm 36">
              <a:extLst>
                <a:ext uri="{FF2B5EF4-FFF2-40B4-BE49-F238E27FC236}">
                  <a16:creationId xmlns:a16="http://schemas.microsoft.com/office/drawing/2014/main" id="{B965DC43-1BBE-B7DA-93C1-F920AB125B24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8" name="Parallelogramm 37">
              <a:extLst>
                <a:ext uri="{FF2B5EF4-FFF2-40B4-BE49-F238E27FC236}">
                  <a16:creationId xmlns:a16="http://schemas.microsoft.com/office/drawing/2014/main" id="{B2B05D8B-37A7-2CDF-5C37-B108920566C8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9" name="Parallelogramm 38">
              <a:extLst>
                <a:ext uri="{FF2B5EF4-FFF2-40B4-BE49-F238E27FC236}">
                  <a16:creationId xmlns:a16="http://schemas.microsoft.com/office/drawing/2014/main" id="{0BA82473-BACD-58B4-E315-83013BECB612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FAF3E19B-FA9C-5C38-6BCD-CE9C1DB196D3}"/>
              </a:ext>
            </a:extLst>
          </p:cNvPr>
          <p:cNvCxnSpPr/>
          <p:nvPr userDrawn="1"/>
        </p:nvCxnSpPr>
        <p:spPr>
          <a:xfrm>
            <a:off x="455617" y="5666723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AB6CEBD1-73E3-AFFD-B18B-C563A5DDFBAB}"/>
              </a:ext>
            </a:extLst>
          </p:cNvPr>
          <p:cNvCxnSpPr/>
          <p:nvPr userDrawn="1"/>
        </p:nvCxnSpPr>
        <p:spPr>
          <a:xfrm>
            <a:off x="455618" y="6026955"/>
            <a:ext cx="1135379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98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5602" y="831036"/>
            <a:ext cx="11353801" cy="921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"/>
              <a:t>Titelmasterformat durch Klicken bearbeiten</a:t>
            </a:r>
            <a:endParaRPr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808412" y="6106705"/>
            <a:ext cx="4572000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531812" y="6124572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"/>
              <a:t>20XX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95012" y="6102626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A013F82-EE5E-44EE-A61D-E31C6657F26F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A83175-CA5A-51EB-5665-4379FD2F545B}"/>
              </a:ext>
            </a:extLst>
          </p:cNvPr>
          <p:cNvSpPr/>
          <p:nvPr userDrawn="1"/>
        </p:nvSpPr>
        <p:spPr>
          <a:xfrm>
            <a:off x="455612" y="381000"/>
            <a:ext cx="11353800" cy="6096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16DF9B1-D7B9-469D-2BDD-030BB373EAFE}"/>
              </a:ext>
            </a:extLst>
          </p:cNvPr>
          <p:cNvCxnSpPr/>
          <p:nvPr userDrawn="1"/>
        </p:nvCxnSpPr>
        <p:spPr>
          <a:xfrm rot="10800000">
            <a:off x="3786878" y="380996"/>
            <a:ext cx="0" cy="45070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C01CEF09-4761-CA93-B67D-687ADAAFDD3B}"/>
              </a:ext>
            </a:extLst>
          </p:cNvPr>
          <p:cNvCxnSpPr/>
          <p:nvPr userDrawn="1"/>
        </p:nvCxnSpPr>
        <p:spPr>
          <a:xfrm>
            <a:off x="3786874" y="6026289"/>
            <a:ext cx="0" cy="450706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Gruppe 203">
            <a:extLst>
              <a:ext uri="{FF2B5EF4-FFF2-40B4-BE49-F238E27FC236}">
                <a16:creationId xmlns:a16="http://schemas.microsoft.com/office/drawing/2014/main" id="{AB09383D-487B-CA4F-D7EB-0FA72D1CC2BE}"/>
              </a:ext>
            </a:extLst>
          </p:cNvPr>
          <p:cNvGrpSpPr/>
          <p:nvPr userDrawn="1"/>
        </p:nvGrpSpPr>
        <p:grpSpPr>
          <a:xfrm>
            <a:off x="8456609" y="380998"/>
            <a:ext cx="3" cy="6095997"/>
            <a:chOff x="8456609" y="380998"/>
            <a:chExt cx="3" cy="6095997"/>
          </a:xfrm>
        </p:grpSpPr>
        <p:cxnSp>
          <p:nvCxnSpPr>
            <p:cNvPr id="205" name="Gerader Verbinder 204">
              <a:extLst>
                <a:ext uri="{FF2B5EF4-FFF2-40B4-BE49-F238E27FC236}">
                  <a16:creationId xmlns:a16="http://schemas.microsoft.com/office/drawing/2014/main" id="{7BD35581-5D47-E665-9BC9-8E2758509788}"/>
                </a:ext>
              </a:extLst>
            </p:cNvPr>
            <p:cNvCxnSpPr/>
            <p:nvPr/>
          </p:nvCxnSpPr>
          <p:spPr>
            <a:xfrm>
              <a:off x="8456612" y="6026289"/>
              <a:ext cx="0" cy="450706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Gerader Verbinder 205">
              <a:extLst>
                <a:ext uri="{FF2B5EF4-FFF2-40B4-BE49-F238E27FC236}">
                  <a16:creationId xmlns:a16="http://schemas.microsoft.com/office/drawing/2014/main" id="{14BA1620-B3AA-DF08-2776-8EAA83E86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6609" y="380998"/>
              <a:ext cx="0" cy="450039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2D53A42-077B-77BB-0DCD-D9BD1954A428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CC6BAE39-4731-4079-C5E5-5A17D541669C}"/>
              </a:ext>
            </a:extLst>
          </p:cNvPr>
          <p:cNvCxnSpPr/>
          <p:nvPr/>
        </p:nvCxnSpPr>
        <p:spPr>
          <a:xfrm>
            <a:off x="455618" y="6026955"/>
            <a:ext cx="1135379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3442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74" r:id="rId11"/>
    <p:sldLayoutId id="2147483693" r:id="rId12"/>
    <p:sldLayoutId id="214748369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spc="0" baseline="0">
          <a:ln w="9525">
            <a:noFill/>
            <a:prstDash val="solid"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spcAft>
          <a:spcPts val="0"/>
        </a:spcAft>
        <a:buClr>
          <a:schemeClr val="tx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31775" indent="0" algn="l" defTabSz="914400" rtl="0" eaLnBrk="1" latinLnBrk="0" hangingPunct="1">
        <a:lnSpc>
          <a:spcPct val="90000"/>
        </a:lnSpc>
        <a:spcBef>
          <a:spcPts val="1200"/>
        </a:spcBef>
        <a:buClr>
          <a:schemeClr val="tx1"/>
        </a:buClr>
        <a:buSzPct val="100000"/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6355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100000"/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2625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100000"/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100000"/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microsoft.com/office/2007/relationships/hdphoto" Target="../media/hdphoto2.wdp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microsoft.com/office/2007/relationships/hdphoto" Target="../media/hdphoto2.wdp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10" Type="http://schemas.microsoft.com/office/2007/relationships/hdphoto" Target="../media/hdphoto3.wdp"/><Relationship Id="rId4" Type="http://schemas.microsoft.com/office/2007/relationships/hdphoto" Target="../media/hdphoto2.wdp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microsoft.com/office/2007/relationships/hdphoto" Target="../media/hdphoto2.wdp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microsoft.com/office/2007/relationships/hdphoto" Target="../media/hdphoto2.wdp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F598F0F-4B76-F918-4CD7-BD5103A0F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904" y="2478024"/>
            <a:ext cx="8001000" cy="1865376"/>
          </a:xfrm>
        </p:spPr>
        <p:txBody>
          <a:bodyPr>
            <a:normAutofit/>
          </a:bodyPr>
          <a:lstStyle/>
          <a:p>
            <a:r>
              <a:rPr lang="de-DE" sz="9600" dirty="0"/>
              <a:t>CODE</a:t>
            </a:r>
          </a:p>
        </p:txBody>
      </p:sp>
      <p:sp>
        <p:nvSpPr>
          <p:cNvPr id="6" name="Untertitel 5">
            <a:extLst>
              <a:ext uri="{FF2B5EF4-FFF2-40B4-BE49-F238E27FC236}">
                <a16:creationId xmlns:a16="http://schemas.microsoft.com/office/drawing/2014/main" id="{4AC21FC2-32B8-97EA-3C6A-EC19470A7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rtl="0"/>
            <a:r>
              <a:rPr lang="de" dirty="0"/>
              <a:t>Jugend Forscht 2025</a:t>
            </a:r>
          </a:p>
          <a:p>
            <a:pPr rtl="0"/>
            <a:r>
              <a:rPr lang="de" dirty="0"/>
              <a:t>Arthur Hildebrand und Jan-Philipp Günther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4B8037-0B23-EEB9-8CD6-620B4150DB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0625" y="6102350"/>
            <a:ext cx="838200" cy="276225"/>
          </a:xfrm>
        </p:spPr>
        <p:txBody>
          <a:bodyPr/>
          <a:lstStyle/>
          <a:p>
            <a:pPr rtl="0"/>
            <a:fld id="{2A013F82-EE5E-44EE-A61D-E31C6657F26F}" type="slidenum">
              <a:rPr lang="en-US" smtClean="0"/>
              <a:pPr rtl="0"/>
              <a:t>1</a:t>
            </a:fld>
            <a:endParaRPr lang="en-US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22F8486-2E32-2D12-D627-AB5C14E616EB}"/>
              </a:ext>
            </a:extLst>
          </p:cNvPr>
          <p:cNvSpPr/>
          <p:nvPr/>
        </p:nvSpPr>
        <p:spPr>
          <a:xfrm>
            <a:off x="837828" y="2204864"/>
            <a:ext cx="2592288" cy="2520280"/>
          </a:xfrm>
          <a:prstGeom prst="rect">
            <a:avLst/>
          </a:prstGeom>
          <a:solidFill>
            <a:srgbClr val="003A52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2" name="Picture 6" descr="Webdesign mit einfarbiger Füllung">
            <a:extLst>
              <a:ext uri="{FF2B5EF4-FFF2-40B4-BE49-F238E27FC236}">
                <a16:creationId xmlns:a16="http://schemas.microsoft.com/office/drawing/2014/main" id="{988A3A4C-BEF2-B91E-DDCC-FA73CC56D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1140144" y="2435172"/>
            <a:ext cx="1987656" cy="19876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106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2597-2116-94C2-80B9-B58B054F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254C662C-1F19-71AC-5F51-E1EE66B91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904" y="1984248"/>
            <a:ext cx="8001000" cy="2359152"/>
          </a:xfrm>
        </p:spPr>
        <p:txBody>
          <a:bodyPr rtlCol="0" anchor="ctr">
            <a:normAutofit/>
          </a:bodyPr>
          <a:lstStyle/>
          <a:p>
            <a:pPr rtl="0"/>
            <a:r>
              <a:rPr lang="de" dirty="0"/>
              <a:t>INSIDE</a:t>
            </a:r>
            <a:br>
              <a:rPr lang="de" dirty="0"/>
            </a:br>
            <a:r>
              <a:rPr lang="de" dirty="0"/>
              <a:t>CHESS.INO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AD8690F-91D7-41E5-223A-0B619D4FE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3904" y="4379976"/>
            <a:ext cx="8001000" cy="10332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de" dirty="0"/>
              <a:t>Jugend Forscht 2025</a:t>
            </a:r>
          </a:p>
          <a:p>
            <a:pPr rtl="0"/>
            <a:r>
              <a:rPr lang="de" dirty="0"/>
              <a:t>Arthur Hildebrand und Jan-Philipp Günther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4E592D5B-CAC3-23DF-C4D6-4FF869C5F1E7}"/>
              </a:ext>
            </a:extLst>
          </p:cNvPr>
          <p:cNvGrpSpPr/>
          <p:nvPr/>
        </p:nvGrpSpPr>
        <p:grpSpPr>
          <a:xfrm>
            <a:off x="837828" y="2204864"/>
            <a:ext cx="2592288" cy="2520280"/>
            <a:chOff x="837828" y="2204864"/>
            <a:chExt cx="2592288" cy="252028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0B35B857-37F1-40A2-77FB-77AA5F4183B9}"/>
                </a:ext>
              </a:extLst>
            </p:cNvPr>
            <p:cNvSpPr/>
            <p:nvPr/>
          </p:nvSpPr>
          <p:spPr>
            <a:xfrm>
              <a:off x="837828" y="2204864"/>
              <a:ext cx="2592288" cy="2520280"/>
            </a:xfrm>
            <a:prstGeom prst="rect">
              <a:avLst/>
            </a:prstGeom>
            <a:solidFill>
              <a:srgbClr val="003A5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030" name="Picture 6" descr="arduino&quot; Icon - Download for free – Iconduck">
              <a:extLst>
                <a:ext uri="{FF2B5EF4-FFF2-40B4-BE49-F238E27FC236}">
                  <a16:creationId xmlns:a16="http://schemas.microsoft.com/office/drawing/2014/main" id="{CE5AFB5C-D216-DD51-C02A-21677CF042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997" y="2896336"/>
              <a:ext cx="2253949" cy="1065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6263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E4501-24F5-7B05-C9DC-0C8F6D970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D5246BB9-46E0-740F-21E3-7B3753857F86}"/>
              </a:ext>
            </a:extLst>
          </p:cNvPr>
          <p:cNvCxnSpPr/>
          <p:nvPr/>
        </p:nvCxnSpPr>
        <p:spPr>
          <a:xfrm>
            <a:off x="8542684" y="4149080"/>
            <a:ext cx="0" cy="576064"/>
          </a:xfrm>
          <a:prstGeom prst="line">
            <a:avLst/>
          </a:prstGeom>
          <a:ln w="12700">
            <a:solidFill>
              <a:srgbClr val="A0CE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D0600FF9-016F-63C4-26FB-609700AD8F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851957"/>
              </p:ext>
            </p:extLst>
          </p:nvPr>
        </p:nvGraphicFramePr>
        <p:xfrm>
          <a:off x="1845940" y="1268760"/>
          <a:ext cx="8125883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el 1">
            <a:extLst>
              <a:ext uri="{FF2B5EF4-FFF2-40B4-BE49-F238E27FC236}">
                <a16:creationId xmlns:a16="http://schemas.microsoft.com/office/drawing/2014/main" id="{B0691A4C-D498-B6E6-0678-55C5951F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760" y="391886"/>
            <a:ext cx="4650377" cy="428170"/>
          </a:xfrm>
        </p:spPr>
        <p:txBody>
          <a:bodyPr rtlCol="0" anchor="ctr">
            <a:noAutofit/>
          </a:bodyPr>
          <a:lstStyle/>
          <a:p>
            <a:pPr rtl="0"/>
            <a:r>
              <a:rPr lang="de" sz="2400" dirty="0"/>
              <a:t>programmSTRUKTUR</a:t>
            </a:r>
          </a:p>
        </p:txBody>
      </p:sp>
      <p:sp>
        <p:nvSpPr>
          <p:cNvPr id="9" name="Titel 1">
            <a:extLst>
              <a:ext uri="{FF2B5EF4-FFF2-40B4-BE49-F238E27FC236}">
                <a16:creationId xmlns:a16="http://schemas.microsoft.com/office/drawing/2014/main" id="{B21B718C-5B96-0BC4-CF47-B04E2B5033AB}"/>
              </a:ext>
            </a:extLst>
          </p:cNvPr>
          <p:cNvSpPr txBox="1">
            <a:spLocks/>
          </p:cNvSpPr>
          <p:nvPr/>
        </p:nvSpPr>
        <p:spPr>
          <a:xfrm>
            <a:off x="3794760" y="6052661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Chess.INO</a:t>
            </a:r>
          </a:p>
        </p:txBody>
      </p:sp>
      <p:sp>
        <p:nvSpPr>
          <p:cNvPr id="10" name="Titel 10">
            <a:extLst>
              <a:ext uri="{FF2B5EF4-FFF2-40B4-BE49-F238E27FC236}">
                <a16:creationId xmlns:a16="http://schemas.microsoft.com/office/drawing/2014/main" id="{7F1364D7-3EE2-B7CF-14C0-85CDE18DEAED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CHESS.INO</a:t>
            </a:r>
          </a:p>
        </p:txBody>
      </p:sp>
      <p:sp>
        <p:nvSpPr>
          <p:cNvPr id="13" name="Foliennummernplatzhalter 1">
            <a:extLst>
              <a:ext uri="{FF2B5EF4-FFF2-40B4-BE49-F238E27FC236}">
                <a16:creationId xmlns:a16="http://schemas.microsoft.com/office/drawing/2014/main" id="{5657AA89-AB81-9D18-0856-F907FB1737E1}"/>
              </a:ext>
            </a:extLst>
          </p:cNvPr>
          <p:cNvSpPr txBox="1">
            <a:spLocks/>
          </p:cNvSpPr>
          <p:nvPr/>
        </p:nvSpPr>
        <p:spPr>
          <a:xfrm>
            <a:off x="10895012" y="6102626"/>
            <a:ext cx="838201" cy="276228"/>
          </a:xfrm>
          <a:prstGeom prst="rect">
            <a:avLst/>
          </a:prstGeom>
        </p:spPr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A013F82-EE5E-44EE-A61D-E31C6657F26F}" type="slidenum">
              <a:rPr lang="en-US" sz="1400" smtClean="0"/>
              <a:pPr algn="r"/>
              <a:t>3</a:t>
            </a:fld>
            <a:endParaRPr lang="en-US" sz="1400" dirty="0"/>
          </a:p>
        </p:txBody>
      </p:sp>
      <p:sp>
        <p:nvSpPr>
          <p:cNvPr id="4" name="Titel 1">
            <a:extLst>
              <a:ext uri="{FF2B5EF4-FFF2-40B4-BE49-F238E27FC236}">
                <a16:creationId xmlns:a16="http://schemas.microsoft.com/office/drawing/2014/main" id="{3ED81DDF-2396-2619-1D8F-CF26CB522E49}"/>
              </a:ext>
            </a:extLst>
          </p:cNvPr>
          <p:cNvSpPr txBox="1">
            <a:spLocks/>
          </p:cNvSpPr>
          <p:nvPr/>
        </p:nvSpPr>
        <p:spPr>
          <a:xfrm>
            <a:off x="8470676" y="391886"/>
            <a:ext cx="333790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ESP32/MEGA</a:t>
            </a:r>
          </a:p>
        </p:txBody>
      </p:sp>
    </p:spTree>
    <p:extLst>
      <p:ext uri="{BB962C8B-B14F-4D97-AF65-F5344CB8AC3E}">
        <p14:creationId xmlns:p14="http://schemas.microsoft.com/office/powerpoint/2010/main" val="106356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9B0E6866-7FCF-EEDD-9E0F-9B2FCF1C6E2A}"/>
              </a:ext>
            </a:extLst>
          </p:cNvPr>
          <p:cNvSpPr txBox="1"/>
          <p:nvPr/>
        </p:nvSpPr>
        <p:spPr>
          <a:xfrm>
            <a:off x="4366219" y="51953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0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2756488-42B3-3295-9A68-18B4C0883CDD}"/>
              </a:ext>
            </a:extLst>
          </p:cNvPr>
          <p:cNvSpPr txBox="1"/>
          <p:nvPr/>
        </p:nvSpPr>
        <p:spPr>
          <a:xfrm>
            <a:off x="4815314" y="519693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0592E8B-65C2-39D9-E70A-682355E8C254}"/>
              </a:ext>
            </a:extLst>
          </p:cNvPr>
          <p:cNvSpPr txBox="1"/>
          <p:nvPr/>
        </p:nvSpPr>
        <p:spPr>
          <a:xfrm>
            <a:off x="5264408" y="51953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612BD69-8538-FF79-5099-C42096323C32}"/>
              </a:ext>
            </a:extLst>
          </p:cNvPr>
          <p:cNvSpPr txBox="1"/>
          <p:nvPr/>
        </p:nvSpPr>
        <p:spPr>
          <a:xfrm>
            <a:off x="6611332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5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D4E0CDE-2B54-3642-0665-EED1404490F1}"/>
              </a:ext>
            </a:extLst>
          </p:cNvPr>
          <p:cNvSpPr txBox="1"/>
          <p:nvPr/>
        </p:nvSpPr>
        <p:spPr>
          <a:xfrm>
            <a:off x="5713502" y="51953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3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B5D56E5-2957-A06B-BFE2-FF59183E320F}"/>
              </a:ext>
            </a:extLst>
          </p:cNvPr>
          <p:cNvSpPr txBox="1"/>
          <p:nvPr/>
        </p:nvSpPr>
        <p:spPr>
          <a:xfrm>
            <a:off x="6162417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3CF80F2-F76D-AAB1-20A6-68DCC014A0E7}"/>
              </a:ext>
            </a:extLst>
          </p:cNvPr>
          <p:cNvSpPr txBox="1"/>
          <p:nvPr/>
        </p:nvSpPr>
        <p:spPr>
          <a:xfrm>
            <a:off x="7060247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6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F1CF245-7F16-626B-E83D-65BA4D929348}"/>
              </a:ext>
            </a:extLst>
          </p:cNvPr>
          <p:cNvSpPr txBox="1"/>
          <p:nvPr/>
        </p:nvSpPr>
        <p:spPr>
          <a:xfrm>
            <a:off x="7509162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7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CED31510-AF15-0FB9-4B22-A926E0EAA4E0}"/>
              </a:ext>
            </a:extLst>
          </p:cNvPr>
          <p:cNvGrpSpPr/>
          <p:nvPr/>
        </p:nvGrpSpPr>
        <p:grpSpPr>
          <a:xfrm rot="16200000">
            <a:off x="6396279" y="3215269"/>
            <a:ext cx="3512275" cy="315165"/>
            <a:chOff x="7774848" y="2232388"/>
            <a:chExt cx="3512275" cy="315165"/>
          </a:xfrm>
        </p:grpSpPr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E32471CB-A689-5984-2455-EC53B4A7A3C6}"/>
                </a:ext>
              </a:extLst>
            </p:cNvPr>
            <p:cNvSpPr txBox="1"/>
            <p:nvPr/>
          </p:nvSpPr>
          <p:spPr>
            <a:xfrm rot="5400000">
              <a:off x="7803061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0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92746BCA-83B0-6F97-F082-44A674C7BC28}"/>
                </a:ext>
              </a:extLst>
            </p:cNvPr>
            <p:cNvSpPr txBox="1"/>
            <p:nvPr/>
          </p:nvSpPr>
          <p:spPr>
            <a:xfrm rot="5400000">
              <a:off x="8252157" y="220643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1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CD18F95F-4EE1-5940-3C3C-4AB8D7ECBB69}"/>
                </a:ext>
              </a:extLst>
            </p:cNvPr>
            <p:cNvSpPr txBox="1"/>
            <p:nvPr/>
          </p:nvSpPr>
          <p:spPr>
            <a:xfrm rot="5400000">
              <a:off x="8701251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2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A6E181EC-99C8-566F-3815-908BC16DDD29}"/>
                </a:ext>
              </a:extLst>
            </p:cNvPr>
            <p:cNvSpPr txBox="1"/>
            <p:nvPr/>
          </p:nvSpPr>
          <p:spPr>
            <a:xfrm rot="5400000">
              <a:off x="10048174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5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ECB7F024-3172-8F54-2B89-CB6082E74D97}"/>
                </a:ext>
              </a:extLst>
            </p:cNvPr>
            <p:cNvSpPr txBox="1"/>
            <p:nvPr/>
          </p:nvSpPr>
          <p:spPr>
            <a:xfrm rot="5400000">
              <a:off x="9150345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3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40819B4D-10DF-5AB5-8AFA-29FD741DB6F2}"/>
                </a:ext>
              </a:extLst>
            </p:cNvPr>
            <p:cNvSpPr txBox="1"/>
            <p:nvPr/>
          </p:nvSpPr>
          <p:spPr>
            <a:xfrm rot="5400000">
              <a:off x="9599259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4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5130517E-C8A4-386B-E872-EC3543AF030E}"/>
                </a:ext>
              </a:extLst>
            </p:cNvPr>
            <p:cNvSpPr txBox="1"/>
            <p:nvPr/>
          </p:nvSpPr>
          <p:spPr>
            <a:xfrm rot="5400000">
              <a:off x="10497089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6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6FB6130-0097-A54A-B7D4-89BA37BDC959}"/>
                </a:ext>
              </a:extLst>
            </p:cNvPr>
            <p:cNvSpPr txBox="1"/>
            <p:nvPr/>
          </p:nvSpPr>
          <p:spPr>
            <a:xfrm rot="5400000">
              <a:off x="10946004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7</a:t>
              </a:r>
            </a:p>
          </p:txBody>
        </p:sp>
      </p:grpSp>
      <p:sp>
        <p:nvSpPr>
          <p:cNvPr id="22" name="Titel 1">
            <a:extLst>
              <a:ext uri="{FF2B5EF4-FFF2-40B4-BE49-F238E27FC236}">
                <a16:creationId xmlns:a16="http://schemas.microsoft.com/office/drawing/2014/main" id="{9D5C8A25-E778-29E8-F005-F5C74B77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760" y="391886"/>
            <a:ext cx="4650377" cy="428170"/>
          </a:xfrm>
        </p:spPr>
        <p:txBody>
          <a:bodyPr rtlCol="0" anchor="ctr">
            <a:noAutofit/>
          </a:bodyPr>
          <a:lstStyle/>
          <a:p>
            <a:pPr rtl="0"/>
            <a:r>
              <a:rPr lang="de" sz="2400" dirty="0"/>
              <a:t>KONZEPTE</a:t>
            </a:r>
          </a:p>
        </p:txBody>
      </p:sp>
      <p:sp>
        <p:nvSpPr>
          <p:cNvPr id="23" name="Titel 1">
            <a:extLst>
              <a:ext uri="{FF2B5EF4-FFF2-40B4-BE49-F238E27FC236}">
                <a16:creationId xmlns:a16="http://schemas.microsoft.com/office/drawing/2014/main" id="{9FA327EE-A59B-30DF-04CD-537E516AB3ED}"/>
              </a:ext>
            </a:extLst>
          </p:cNvPr>
          <p:cNvSpPr txBox="1">
            <a:spLocks/>
          </p:cNvSpPr>
          <p:nvPr/>
        </p:nvSpPr>
        <p:spPr>
          <a:xfrm>
            <a:off x="3794760" y="6052661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Chess.INO</a:t>
            </a:r>
          </a:p>
        </p:txBody>
      </p:sp>
      <p:sp>
        <p:nvSpPr>
          <p:cNvPr id="24" name="Titel 10">
            <a:extLst>
              <a:ext uri="{FF2B5EF4-FFF2-40B4-BE49-F238E27FC236}">
                <a16:creationId xmlns:a16="http://schemas.microsoft.com/office/drawing/2014/main" id="{C6C1986E-2FC1-BB04-974B-5C4695A39F76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CHESS.INO</a:t>
            </a:r>
          </a:p>
        </p:txBody>
      </p:sp>
      <p:sp>
        <p:nvSpPr>
          <p:cNvPr id="25" name="Foliennummernplatzhalter 1">
            <a:extLst>
              <a:ext uri="{FF2B5EF4-FFF2-40B4-BE49-F238E27FC236}">
                <a16:creationId xmlns:a16="http://schemas.microsoft.com/office/drawing/2014/main" id="{952EDB6F-6AA3-E755-0EC8-D380FFD0B081}"/>
              </a:ext>
            </a:extLst>
          </p:cNvPr>
          <p:cNvSpPr txBox="1">
            <a:spLocks/>
          </p:cNvSpPr>
          <p:nvPr/>
        </p:nvSpPr>
        <p:spPr>
          <a:xfrm>
            <a:off x="10895012" y="6102626"/>
            <a:ext cx="838201" cy="276228"/>
          </a:xfrm>
          <a:prstGeom prst="rect">
            <a:avLst/>
          </a:prstGeom>
        </p:spPr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A013F82-EE5E-44EE-A61D-E31C6657F26F}" type="slidenum">
              <a:rPr lang="en-US" sz="1400" smtClean="0"/>
              <a:pPr algn="r"/>
              <a:t>4</a:t>
            </a:fld>
            <a:endParaRPr lang="en-US" sz="140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8DDD256-361B-E427-AC34-635FED0DCA69}"/>
              </a:ext>
            </a:extLst>
          </p:cNvPr>
          <p:cNvSpPr/>
          <p:nvPr/>
        </p:nvSpPr>
        <p:spPr>
          <a:xfrm>
            <a:off x="4726260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1172BD8-ED77-EAE7-7EFC-37A05368D399}"/>
              </a:ext>
            </a:extLst>
          </p:cNvPr>
          <p:cNvSpPr/>
          <p:nvPr/>
        </p:nvSpPr>
        <p:spPr>
          <a:xfrm>
            <a:off x="5639563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C6076CE-B585-6366-E7F9-43F59F90B626}"/>
              </a:ext>
            </a:extLst>
          </p:cNvPr>
          <p:cNvSpPr/>
          <p:nvPr/>
        </p:nvSpPr>
        <p:spPr>
          <a:xfrm>
            <a:off x="6546308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EF1DBB1-A01F-778D-96A4-8D2FECD72BAF}"/>
              </a:ext>
            </a:extLst>
          </p:cNvPr>
          <p:cNvSpPr/>
          <p:nvPr/>
        </p:nvSpPr>
        <p:spPr>
          <a:xfrm>
            <a:off x="7453053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95CC349-29BC-9903-4A6F-E830F1C6A518}"/>
              </a:ext>
            </a:extLst>
          </p:cNvPr>
          <p:cNvSpPr/>
          <p:nvPr/>
        </p:nvSpPr>
        <p:spPr>
          <a:xfrm>
            <a:off x="4272711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4034FC9-13C3-5761-6CE3-B018CF62094A}"/>
              </a:ext>
            </a:extLst>
          </p:cNvPr>
          <p:cNvSpPr/>
          <p:nvPr/>
        </p:nvSpPr>
        <p:spPr>
          <a:xfrm>
            <a:off x="5186014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9B39022-412D-36E7-1C1C-54D4C5D4EE44}"/>
              </a:ext>
            </a:extLst>
          </p:cNvPr>
          <p:cNvSpPr/>
          <p:nvPr/>
        </p:nvSpPr>
        <p:spPr>
          <a:xfrm>
            <a:off x="6092759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40BD23C-A898-8899-D3C6-728C9C1031F3}"/>
              </a:ext>
            </a:extLst>
          </p:cNvPr>
          <p:cNvSpPr/>
          <p:nvPr/>
        </p:nvSpPr>
        <p:spPr>
          <a:xfrm>
            <a:off x="6999504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6C2D33A-FA86-C754-9B29-726A414B2CC5}"/>
              </a:ext>
            </a:extLst>
          </p:cNvPr>
          <p:cNvSpPr/>
          <p:nvPr/>
        </p:nvSpPr>
        <p:spPr>
          <a:xfrm>
            <a:off x="4729346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CF1C55A-E71F-B947-D386-71B3E04FC7FA}"/>
              </a:ext>
            </a:extLst>
          </p:cNvPr>
          <p:cNvSpPr/>
          <p:nvPr/>
        </p:nvSpPr>
        <p:spPr>
          <a:xfrm>
            <a:off x="5642649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2F38924-35E6-3DBF-CB30-8E6954B2538F}"/>
              </a:ext>
            </a:extLst>
          </p:cNvPr>
          <p:cNvSpPr/>
          <p:nvPr/>
        </p:nvSpPr>
        <p:spPr>
          <a:xfrm>
            <a:off x="6549394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F3C270E6-43F6-CF78-AE6D-85B40DDF6206}"/>
              </a:ext>
            </a:extLst>
          </p:cNvPr>
          <p:cNvSpPr/>
          <p:nvPr/>
        </p:nvSpPr>
        <p:spPr>
          <a:xfrm>
            <a:off x="7456139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8DEFBEE-A2CD-B900-6D96-C551EBEA13A5}"/>
              </a:ext>
            </a:extLst>
          </p:cNvPr>
          <p:cNvSpPr/>
          <p:nvPr/>
        </p:nvSpPr>
        <p:spPr>
          <a:xfrm>
            <a:off x="4272711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C1DD299-9BE7-9075-1F9D-D1A339E4936C}"/>
              </a:ext>
            </a:extLst>
          </p:cNvPr>
          <p:cNvSpPr/>
          <p:nvPr/>
        </p:nvSpPr>
        <p:spPr>
          <a:xfrm>
            <a:off x="5186014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A68B250-668A-D158-038D-E516A2187BBF}"/>
              </a:ext>
            </a:extLst>
          </p:cNvPr>
          <p:cNvSpPr/>
          <p:nvPr/>
        </p:nvSpPr>
        <p:spPr>
          <a:xfrm>
            <a:off x="6092759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22962ED-DC10-4F7D-D43B-FD72D0FE98C2}"/>
              </a:ext>
            </a:extLst>
          </p:cNvPr>
          <p:cNvSpPr/>
          <p:nvPr/>
        </p:nvSpPr>
        <p:spPr>
          <a:xfrm>
            <a:off x="6999504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B200E2A-ECF0-96FC-C864-7CC5421BEB96}"/>
              </a:ext>
            </a:extLst>
          </p:cNvPr>
          <p:cNvSpPr/>
          <p:nvPr/>
        </p:nvSpPr>
        <p:spPr>
          <a:xfrm>
            <a:off x="4729346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266DC47-C170-BC8F-FB03-81F8A235946C}"/>
              </a:ext>
            </a:extLst>
          </p:cNvPr>
          <p:cNvSpPr/>
          <p:nvPr/>
        </p:nvSpPr>
        <p:spPr>
          <a:xfrm>
            <a:off x="5642649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74B66D3-85E8-8C74-175C-A1201F900728}"/>
              </a:ext>
            </a:extLst>
          </p:cNvPr>
          <p:cNvSpPr/>
          <p:nvPr/>
        </p:nvSpPr>
        <p:spPr>
          <a:xfrm>
            <a:off x="6549394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7E93E06-A383-1AE4-5EC6-8EFFEA3FA41B}"/>
              </a:ext>
            </a:extLst>
          </p:cNvPr>
          <p:cNvSpPr/>
          <p:nvPr/>
        </p:nvSpPr>
        <p:spPr>
          <a:xfrm>
            <a:off x="7456139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C162E91-61CF-9A4D-3586-F6AF83F2121E}"/>
              </a:ext>
            </a:extLst>
          </p:cNvPr>
          <p:cNvSpPr/>
          <p:nvPr/>
        </p:nvSpPr>
        <p:spPr>
          <a:xfrm>
            <a:off x="4272711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DA0FF999-5AB9-4309-25F7-6A952B4BA67D}"/>
              </a:ext>
            </a:extLst>
          </p:cNvPr>
          <p:cNvSpPr/>
          <p:nvPr/>
        </p:nvSpPr>
        <p:spPr>
          <a:xfrm>
            <a:off x="5186014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AA29CDE-40B1-6B81-9BF9-C1F625783BD4}"/>
              </a:ext>
            </a:extLst>
          </p:cNvPr>
          <p:cNvSpPr/>
          <p:nvPr/>
        </p:nvSpPr>
        <p:spPr>
          <a:xfrm>
            <a:off x="6092759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AF3CE4C-D28D-1A84-479C-03919465DDF3}"/>
              </a:ext>
            </a:extLst>
          </p:cNvPr>
          <p:cNvSpPr/>
          <p:nvPr/>
        </p:nvSpPr>
        <p:spPr>
          <a:xfrm>
            <a:off x="6999504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94BAEAA-C5DB-CFCF-F4D4-4351927E9CCE}"/>
              </a:ext>
            </a:extLst>
          </p:cNvPr>
          <p:cNvSpPr/>
          <p:nvPr/>
        </p:nvSpPr>
        <p:spPr>
          <a:xfrm>
            <a:off x="4724324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5C71554C-E2EF-8BC6-7689-C1644A61CAA0}"/>
              </a:ext>
            </a:extLst>
          </p:cNvPr>
          <p:cNvSpPr/>
          <p:nvPr/>
        </p:nvSpPr>
        <p:spPr>
          <a:xfrm>
            <a:off x="5637627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A1049965-49CA-F381-A452-1BC67B342A6F}"/>
              </a:ext>
            </a:extLst>
          </p:cNvPr>
          <p:cNvSpPr/>
          <p:nvPr/>
        </p:nvSpPr>
        <p:spPr>
          <a:xfrm>
            <a:off x="6544372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9AE432E9-127C-B33E-58C6-A42BD4792D7F}"/>
              </a:ext>
            </a:extLst>
          </p:cNvPr>
          <p:cNvSpPr/>
          <p:nvPr/>
        </p:nvSpPr>
        <p:spPr>
          <a:xfrm>
            <a:off x="7451117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9E805978-F721-40F8-A5F1-5991E5BCDA40}"/>
              </a:ext>
            </a:extLst>
          </p:cNvPr>
          <p:cNvSpPr/>
          <p:nvPr/>
        </p:nvSpPr>
        <p:spPr>
          <a:xfrm>
            <a:off x="4272711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A56CB28-C46C-6D23-DBC7-9DA1014A55C9}"/>
              </a:ext>
            </a:extLst>
          </p:cNvPr>
          <p:cNvSpPr/>
          <p:nvPr/>
        </p:nvSpPr>
        <p:spPr>
          <a:xfrm>
            <a:off x="5186014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0401BD60-21BC-95F7-F4C9-ADDE16FE0CBE}"/>
              </a:ext>
            </a:extLst>
          </p:cNvPr>
          <p:cNvSpPr/>
          <p:nvPr/>
        </p:nvSpPr>
        <p:spPr>
          <a:xfrm>
            <a:off x="6092759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768DC16B-0831-B6BF-38C4-49D515A5998E}"/>
              </a:ext>
            </a:extLst>
          </p:cNvPr>
          <p:cNvSpPr/>
          <p:nvPr/>
        </p:nvSpPr>
        <p:spPr>
          <a:xfrm>
            <a:off x="6999504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6" name="Titel 1">
            <a:extLst>
              <a:ext uri="{FF2B5EF4-FFF2-40B4-BE49-F238E27FC236}">
                <a16:creationId xmlns:a16="http://schemas.microsoft.com/office/drawing/2014/main" id="{C583C5F1-5A8E-A0F8-97C6-72E492A5DCAA}"/>
              </a:ext>
            </a:extLst>
          </p:cNvPr>
          <p:cNvSpPr txBox="1">
            <a:spLocks/>
          </p:cNvSpPr>
          <p:nvPr/>
        </p:nvSpPr>
        <p:spPr>
          <a:xfrm>
            <a:off x="8470676" y="391886"/>
            <a:ext cx="333790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MEGA 2560</a:t>
            </a:r>
          </a:p>
        </p:txBody>
      </p:sp>
    </p:spTree>
    <p:extLst>
      <p:ext uri="{BB962C8B-B14F-4D97-AF65-F5344CB8AC3E}">
        <p14:creationId xmlns:p14="http://schemas.microsoft.com/office/powerpoint/2010/main" val="256222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484E-268D-1487-06ED-93E001A2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76BE5C87-C98B-E599-1AC9-B401F1F515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7552" y="1484784"/>
            <a:ext cx="6931152" cy="1000707"/>
          </a:xfrm>
        </p:spPr>
        <p:txBody>
          <a:bodyPr rtlCol="0">
            <a:noAutofit/>
          </a:bodyPr>
          <a:lstStyle/>
          <a:p>
            <a:pPr rtl="0"/>
            <a:r>
              <a:rPr lang="de" dirty="0"/>
              <a:t>Ruft ein einzelnes Feld ab und leitet die Daten weiter.</a:t>
            </a:r>
            <a:br>
              <a:rPr lang="de" dirty="0"/>
            </a:br>
            <a:r>
              <a:rPr lang="de" dirty="0"/>
              <a:t>Bsp. 			Feld 25</a:t>
            </a:r>
            <a:br>
              <a:rPr lang="de" dirty="0"/>
            </a:br>
            <a:br>
              <a:rPr lang="de" dirty="0"/>
            </a:br>
            <a:endParaRPr lang="de" dirty="0"/>
          </a:p>
          <a:p>
            <a:pPr rtl="0"/>
            <a:endParaRPr lang="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6A45A6C-0A3C-8506-E757-E8A9A0C1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z="1400" smtClean="0"/>
              <a:pPr rtl="0"/>
              <a:t>5</a:t>
            </a:fld>
            <a:endParaRPr lang="en-US" sz="1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2559D37-8AAD-37CA-7998-07817E6BA51A}"/>
              </a:ext>
            </a:extLst>
          </p:cNvPr>
          <p:cNvSpPr txBox="1"/>
          <p:nvPr/>
        </p:nvSpPr>
        <p:spPr>
          <a:xfrm>
            <a:off x="477788" y="5733256"/>
            <a:ext cx="9725507" cy="21544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/>
            <a:r>
              <a:rPr lang="de-DE" sz="800" dirty="0"/>
              <a:t>https://github.com/ComputeGraphics/jufo25-Schachprojekt/blob/37a82418c1d73eafa6e76a4a0f8a11cf708a9672/Board-Full/current.ino</a:t>
            </a:r>
            <a:endParaRPr lang="de" sz="800" dirty="0"/>
          </a:p>
        </p:txBody>
      </p:sp>
      <p:pic>
        <p:nvPicPr>
          <p:cNvPr id="16" name="Grafik 15" descr="Ein Bild, das Grafiken, Schrift, Logo, Schwarz enthält.&#10;&#10;KI-generierte Inhalte können fehlerhaft sein.">
            <a:extLst>
              <a:ext uri="{FF2B5EF4-FFF2-40B4-BE49-F238E27FC236}">
                <a16:creationId xmlns:a16="http://schemas.microsoft.com/office/drawing/2014/main" id="{B41BC0E9-A12A-8316-0DDF-63A66BA3E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965" y="6030019"/>
            <a:ext cx="1211757" cy="44915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74FE9547-ECF7-920B-DCCA-BEFB04E0D0E1}"/>
              </a:ext>
            </a:extLst>
          </p:cNvPr>
          <p:cNvSpPr txBox="1"/>
          <p:nvPr/>
        </p:nvSpPr>
        <p:spPr>
          <a:xfrm>
            <a:off x="4078188" y="6093296"/>
            <a:ext cx="43669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/>
              <a:t>Arduino/Board-</a:t>
            </a:r>
            <a:r>
              <a:rPr lang="de-DE" sz="1400" dirty="0" err="1"/>
              <a:t>Full</a:t>
            </a:r>
            <a:r>
              <a:rPr lang="de-DE" sz="1400" dirty="0"/>
              <a:t>/</a:t>
            </a:r>
            <a:r>
              <a:rPr lang="de-DE" sz="1400" dirty="0" err="1"/>
              <a:t>current.ino</a:t>
            </a:r>
            <a:endParaRPr lang="de-DE" sz="1400" dirty="0"/>
          </a:p>
        </p:txBody>
      </p:sp>
      <p:sp>
        <p:nvSpPr>
          <p:cNvPr id="22" name="Titel 10">
            <a:extLst>
              <a:ext uri="{FF2B5EF4-FFF2-40B4-BE49-F238E27FC236}">
                <a16:creationId xmlns:a16="http://schemas.microsoft.com/office/drawing/2014/main" id="{F1F411C7-67E1-408B-A6DC-E8E6071B487A}"/>
              </a:ext>
            </a:extLst>
          </p:cNvPr>
          <p:cNvSpPr txBox="1">
            <a:spLocks/>
          </p:cNvSpPr>
          <p:nvPr/>
        </p:nvSpPr>
        <p:spPr>
          <a:xfrm>
            <a:off x="8454832" y="834915"/>
            <a:ext cx="3342100" cy="3618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1800" b="0" i="1" dirty="0">
                <a:solidFill>
                  <a:schemeClr val="tx1"/>
                </a:solidFill>
                <a:latin typeface="+mn-lt"/>
              </a:rPr>
              <a:t>methoden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F70C6F4-A576-7BEF-59A5-A671C66DF3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78788" y="4221088"/>
            <a:ext cx="1283430" cy="1283430"/>
          </a:xfrm>
          <a:prstGeom prst="roundRect">
            <a:avLst>
              <a:gd name="adj" fmla="val 6011"/>
            </a:avLst>
          </a:prstGeom>
          <a:ln w="57150"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itel 10">
            <a:extLst>
              <a:ext uri="{FF2B5EF4-FFF2-40B4-BE49-F238E27FC236}">
                <a16:creationId xmlns:a16="http://schemas.microsoft.com/office/drawing/2014/main" id="{5AFFC7D1-112F-909A-9BD6-041BC74E3969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CHESS.INO</a:t>
            </a:r>
          </a:p>
        </p:txBody>
      </p:sp>
      <p:sp>
        <p:nvSpPr>
          <p:cNvPr id="7" name="Titel 1">
            <a:extLst>
              <a:ext uri="{FF2B5EF4-FFF2-40B4-BE49-F238E27FC236}">
                <a16:creationId xmlns:a16="http://schemas.microsoft.com/office/drawing/2014/main" id="{A1EA3842-5A30-78C6-61C3-1E99AE769E41}"/>
              </a:ext>
            </a:extLst>
          </p:cNvPr>
          <p:cNvSpPr txBox="1">
            <a:spLocks/>
          </p:cNvSpPr>
          <p:nvPr/>
        </p:nvSpPr>
        <p:spPr>
          <a:xfrm>
            <a:off x="3794760" y="391886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400" dirty="0"/>
              <a:t>QGET</a:t>
            </a:r>
          </a:p>
        </p:txBody>
      </p:sp>
      <p:sp>
        <p:nvSpPr>
          <p:cNvPr id="9" name="Titel 10">
            <a:extLst>
              <a:ext uri="{FF2B5EF4-FFF2-40B4-BE49-F238E27FC236}">
                <a16:creationId xmlns:a16="http://schemas.microsoft.com/office/drawing/2014/main" id="{47775B83-1D47-7BF6-9BDB-65FF59539F45}"/>
              </a:ext>
            </a:extLst>
          </p:cNvPr>
          <p:cNvSpPr txBox="1">
            <a:spLocks/>
          </p:cNvSpPr>
          <p:nvPr/>
        </p:nvSpPr>
        <p:spPr>
          <a:xfrm>
            <a:off x="477787" y="834915"/>
            <a:ext cx="7967349" cy="3618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i="1" dirty="0">
                <a:solidFill>
                  <a:schemeClr val="tx1"/>
                </a:solidFill>
              </a:rPr>
              <a:t>EINZELFELDER ABRUFEN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E85BE1E2-A8D7-ECFC-E85C-B96394FD3276}"/>
              </a:ext>
            </a:extLst>
          </p:cNvPr>
          <p:cNvGrpSpPr/>
          <p:nvPr/>
        </p:nvGrpSpPr>
        <p:grpSpPr>
          <a:xfrm>
            <a:off x="8824359" y="1294265"/>
            <a:ext cx="2592288" cy="2520280"/>
            <a:chOff x="837828" y="2204864"/>
            <a:chExt cx="2592288" cy="252028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BD44B480-C99E-DEB2-6B50-2B64F938D8B1}"/>
                </a:ext>
              </a:extLst>
            </p:cNvPr>
            <p:cNvSpPr/>
            <p:nvPr/>
          </p:nvSpPr>
          <p:spPr>
            <a:xfrm>
              <a:off x="837828" y="2204864"/>
              <a:ext cx="2592288" cy="2520280"/>
            </a:xfrm>
            <a:prstGeom prst="rect">
              <a:avLst/>
            </a:prstGeom>
            <a:solidFill>
              <a:srgbClr val="003A5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4" name="Picture 6" descr="arduino&quot; Icon - Download for free – Iconduck">
              <a:extLst>
                <a:ext uri="{FF2B5EF4-FFF2-40B4-BE49-F238E27FC236}">
                  <a16:creationId xmlns:a16="http://schemas.microsoft.com/office/drawing/2014/main" id="{9C9F0DB8-2F94-9F90-9CA2-5995FF6249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997" y="2896336"/>
              <a:ext cx="2253949" cy="1065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Grafik 4" descr="Prozessor mit einfarbiger Füllung">
            <a:extLst>
              <a:ext uri="{FF2B5EF4-FFF2-40B4-BE49-F238E27FC236}">
                <a16:creationId xmlns:a16="http://schemas.microsoft.com/office/drawing/2014/main" id="{7720DD91-0FAA-64E4-9F2C-42ACBD8629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3667" y="2755423"/>
            <a:ext cx="609676" cy="609676"/>
          </a:xfrm>
          <a:prstGeom prst="rect">
            <a:avLst/>
          </a:prstGeom>
        </p:spPr>
      </p:pic>
      <p:pic>
        <p:nvPicPr>
          <p:cNvPr id="15" name="Grafik 14" descr="Prozessor mit einfarbiger Füllung">
            <a:extLst>
              <a:ext uri="{FF2B5EF4-FFF2-40B4-BE49-F238E27FC236}">
                <a16:creationId xmlns:a16="http://schemas.microsoft.com/office/drawing/2014/main" id="{FE636DC9-5507-8009-1927-3B0E8B0C22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7806" y="2755423"/>
            <a:ext cx="609676" cy="609676"/>
          </a:xfrm>
          <a:prstGeom prst="rect">
            <a:avLst/>
          </a:prstGeom>
        </p:spPr>
      </p:pic>
      <p:pic>
        <p:nvPicPr>
          <p:cNvPr id="17" name="Grafik 16" descr="Prozessor mit einfarbiger Füllung">
            <a:extLst>
              <a:ext uri="{FF2B5EF4-FFF2-40B4-BE49-F238E27FC236}">
                <a16:creationId xmlns:a16="http://schemas.microsoft.com/office/drawing/2014/main" id="{BCE0C972-59BC-8AF7-2E4B-06D32B2CDA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51945" y="2755423"/>
            <a:ext cx="609676" cy="609676"/>
          </a:xfrm>
          <a:prstGeom prst="rect">
            <a:avLst/>
          </a:prstGeom>
        </p:spPr>
      </p:pic>
      <p:pic>
        <p:nvPicPr>
          <p:cNvPr id="19" name="Grafik 18" descr="Prozessor mit einfarbiger Füllung">
            <a:extLst>
              <a:ext uri="{FF2B5EF4-FFF2-40B4-BE49-F238E27FC236}">
                <a16:creationId xmlns:a16="http://schemas.microsoft.com/office/drawing/2014/main" id="{866EC4A6-878E-C3B4-AEB6-9871F1E0F5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96084" y="2756899"/>
            <a:ext cx="609676" cy="609676"/>
          </a:xfrm>
          <a:prstGeom prst="rect">
            <a:avLst/>
          </a:prstGeom>
        </p:spPr>
      </p:pic>
      <p:pic>
        <p:nvPicPr>
          <p:cNvPr id="20" name="Grafik 19" descr="Prozessor mit einfarbiger Füllung">
            <a:extLst>
              <a:ext uri="{FF2B5EF4-FFF2-40B4-BE49-F238E27FC236}">
                <a16:creationId xmlns:a16="http://schemas.microsoft.com/office/drawing/2014/main" id="{37E592FA-FAC4-3FC3-0AE5-B20A1718B2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0223" y="2755423"/>
            <a:ext cx="609676" cy="609676"/>
          </a:xfrm>
          <a:prstGeom prst="rect">
            <a:avLst/>
          </a:prstGeom>
        </p:spPr>
      </p:pic>
      <p:pic>
        <p:nvPicPr>
          <p:cNvPr id="21" name="Grafik 20" descr="Prozessor mit einfarbiger Füllung">
            <a:extLst>
              <a:ext uri="{FF2B5EF4-FFF2-40B4-BE49-F238E27FC236}">
                <a16:creationId xmlns:a16="http://schemas.microsoft.com/office/drawing/2014/main" id="{5509C1CF-D261-7874-4AB5-FB8A0596CD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4362" y="2755423"/>
            <a:ext cx="609676" cy="609676"/>
          </a:xfrm>
          <a:prstGeom prst="rect">
            <a:avLst/>
          </a:prstGeom>
        </p:spPr>
      </p:pic>
      <p:pic>
        <p:nvPicPr>
          <p:cNvPr id="23" name="Grafik 22" descr="Prozessor mit einfarbiger Füllung">
            <a:extLst>
              <a:ext uri="{FF2B5EF4-FFF2-40B4-BE49-F238E27FC236}">
                <a16:creationId xmlns:a16="http://schemas.microsoft.com/office/drawing/2014/main" id="{9EB9F590-8D04-C69C-00B2-DDF21B6158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8501" y="2759135"/>
            <a:ext cx="609676" cy="609676"/>
          </a:xfrm>
          <a:prstGeom prst="rect">
            <a:avLst/>
          </a:prstGeom>
        </p:spPr>
      </p:pic>
      <p:pic>
        <p:nvPicPr>
          <p:cNvPr id="24" name="Grafik 23" descr="Prozessor mit einfarbiger Füllung">
            <a:extLst>
              <a:ext uri="{FF2B5EF4-FFF2-40B4-BE49-F238E27FC236}">
                <a16:creationId xmlns:a16="http://schemas.microsoft.com/office/drawing/2014/main" id="{D29F532F-A6B3-FD78-42D5-2F2B4F433F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4532" y="2755423"/>
            <a:ext cx="609676" cy="609676"/>
          </a:xfrm>
          <a:prstGeom prst="rect">
            <a:avLst/>
          </a:prstGeom>
        </p:spPr>
      </p:pic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C2D26F7-2D28-E308-FF6D-6D58A743B641}"/>
              </a:ext>
            </a:extLst>
          </p:cNvPr>
          <p:cNvCxnSpPr>
            <a:cxnSpLocks/>
          </p:cNvCxnSpPr>
          <p:nvPr/>
        </p:nvCxnSpPr>
        <p:spPr>
          <a:xfrm>
            <a:off x="4405760" y="2348880"/>
            <a:ext cx="0" cy="288032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4886158-74A9-13DD-FB96-5BDC67DD4851}"/>
              </a:ext>
            </a:extLst>
          </p:cNvPr>
          <p:cNvCxnSpPr>
            <a:cxnSpLocks/>
          </p:cNvCxnSpPr>
          <p:nvPr/>
        </p:nvCxnSpPr>
        <p:spPr>
          <a:xfrm flipH="1">
            <a:off x="3203599" y="2630088"/>
            <a:ext cx="1202161" cy="0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4F8445B-AB56-35B8-729A-03A3E4D7F48D}"/>
              </a:ext>
            </a:extLst>
          </p:cNvPr>
          <p:cNvCxnSpPr>
            <a:cxnSpLocks/>
          </p:cNvCxnSpPr>
          <p:nvPr/>
        </p:nvCxnSpPr>
        <p:spPr>
          <a:xfrm>
            <a:off x="3210423" y="2630088"/>
            <a:ext cx="0" cy="125335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949DD28F-8296-389C-410C-BF82B8E26807}"/>
              </a:ext>
            </a:extLst>
          </p:cNvPr>
          <p:cNvSpPr txBox="1"/>
          <p:nvPr/>
        </p:nvSpPr>
        <p:spPr>
          <a:xfrm>
            <a:off x="1373065" y="3316342"/>
            <a:ext cx="634019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0           1           2            3           4           5           6            7 </a:t>
            </a:r>
          </a:p>
        </p:txBody>
      </p:sp>
      <p:sp>
        <p:nvSpPr>
          <p:cNvPr id="4" name="Titel 1">
            <a:extLst>
              <a:ext uri="{FF2B5EF4-FFF2-40B4-BE49-F238E27FC236}">
                <a16:creationId xmlns:a16="http://schemas.microsoft.com/office/drawing/2014/main" id="{2BAE82AC-F59C-6351-6526-EA70F2A33E0C}"/>
              </a:ext>
            </a:extLst>
          </p:cNvPr>
          <p:cNvSpPr txBox="1">
            <a:spLocks/>
          </p:cNvSpPr>
          <p:nvPr/>
        </p:nvSpPr>
        <p:spPr>
          <a:xfrm>
            <a:off x="8470676" y="391886"/>
            <a:ext cx="333790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MEGA 2560</a:t>
            </a:r>
          </a:p>
        </p:txBody>
      </p:sp>
    </p:spTree>
    <p:extLst>
      <p:ext uri="{BB962C8B-B14F-4D97-AF65-F5344CB8AC3E}">
        <p14:creationId xmlns:p14="http://schemas.microsoft.com/office/powerpoint/2010/main" val="373740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A164B-DA31-F289-299F-CB81E12B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87E59A46-C156-8DBD-6087-FB6163BC02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7552" y="1484784"/>
            <a:ext cx="6931152" cy="1000707"/>
          </a:xfrm>
        </p:spPr>
        <p:txBody>
          <a:bodyPr rtlCol="0">
            <a:noAutofit/>
          </a:bodyPr>
          <a:lstStyle/>
          <a:p>
            <a:pPr rtl="0"/>
            <a:r>
              <a:rPr lang="de" dirty="0"/>
              <a:t>Ruft ein einzelnes Feld ab und leitet die Daten weiter.</a:t>
            </a:r>
            <a:br>
              <a:rPr lang="de" dirty="0"/>
            </a:br>
            <a:r>
              <a:rPr lang="de" dirty="0"/>
              <a:t>Bsp. 			Feld 25</a:t>
            </a:r>
          </a:p>
          <a:p>
            <a:pPr rtl="0"/>
            <a:endParaRPr lang="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1D5FE70-4E7E-45F7-0EC1-444383155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z="1400" smtClean="0"/>
              <a:pPr rtl="0"/>
              <a:t>6</a:t>
            </a:fld>
            <a:endParaRPr lang="en-US" sz="1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6C93235-0776-2B62-59C7-C6B81DE37487}"/>
              </a:ext>
            </a:extLst>
          </p:cNvPr>
          <p:cNvSpPr txBox="1"/>
          <p:nvPr/>
        </p:nvSpPr>
        <p:spPr>
          <a:xfrm>
            <a:off x="477788" y="5733256"/>
            <a:ext cx="9725507" cy="21544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/>
            <a:r>
              <a:rPr lang="de-DE" sz="800" dirty="0"/>
              <a:t>https://github.com/ComputeGraphics/jufo25-Schachprojekt/blob/37a82418c1d73eafa6e76a4a0f8a11cf708a9672/Board-Full/current.ino</a:t>
            </a:r>
            <a:endParaRPr lang="de" sz="800" dirty="0"/>
          </a:p>
        </p:txBody>
      </p:sp>
      <p:pic>
        <p:nvPicPr>
          <p:cNvPr id="16" name="Grafik 15" descr="Ein Bild, das Grafiken, Schrift, Logo, Schwarz enthält.&#10;&#10;KI-generierte Inhalte können fehlerhaft sein.">
            <a:extLst>
              <a:ext uri="{FF2B5EF4-FFF2-40B4-BE49-F238E27FC236}">
                <a16:creationId xmlns:a16="http://schemas.microsoft.com/office/drawing/2014/main" id="{70DE8734-843D-2E9B-D26F-F81CE3AC4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965" y="6030019"/>
            <a:ext cx="1211757" cy="44915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3D239A3-5054-2023-7854-A10040285D7B}"/>
              </a:ext>
            </a:extLst>
          </p:cNvPr>
          <p:cNvSpPr txBox="1"/>
          <p:nvPr/>
        </p:nvSpPr>
        <p:spPr>
          <a:xfrm>
            <a:off x="4078188" y="6093296"/>
            <a:ext cx="43669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/>
              <a:t>Arduino/Board-</a:t>
            </a:r>
            <a:r>
              <a:rPr lang="de-DE" sz="1400" dirty="0" err="1"/>
              <a:t>Full</a:t>
            </a:r>
            <a:r>
              <a:rPr lang="de-DE" sz="1400" dirty="0"/>
              <a:t>/</a:t>
            </a:r>
            <a:r>
              <a:rPr lang="de-DE" sz="1400" dirty="0" err="1"/>
              <a:t>current.ino</a:t>
            </a:r>
            <a:endParaRPr lang="de-DE" sz="1400" dirty="0"/>
          </a:p>
        </p:txBody>
      </p:sp>
      <p:sp>
        <p:nvSpPr>
          <p:cNvPr id="22" name="Titel 10">
            <a:extLst>
              <a:ext uri="{FF2B5EF4-FFF2-40B4-BE49-F238E27FC236}">
                <a16:creationId xmlns:a16="http://schemas.microsoft.com/office/drawing/2014/main" id="{423173B1-93CB-49A2-DB8D-A34810DA6F8C}"/>
              </a:ext>
            </a:extLst>
          </p:cNvPr>
          <p:cNvSpPr txBox="1">
            <a:spLocks/>
          </p:cNvSpPr>
          <p:nvPr/>
        </p:nvSpPr>
        <p:spPr>
          <a:xfrm>
            <a:off x="8454832" y="834915"/>
            <a:ext cx="3342100" cy="3618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1800" b="0" i="1" dirty="0">
                <a:solidFill>
                  <a:schemeClr val="tx1"/>
                </a:solidFill>
                <a:latin typeface="+mn-lt"/>
              </a:rPr>
              <a:t>methoden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B67BEB7-1049-3910-CF43-A3926E349C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78788" y="4221088"/>
            <a:ext cx="1283430" cy="1283430"/>
          </a:xfrm>
          <a:prstGeom prst="roundRect">
            <a:avLst>
              <a:gd name="adj" fmla="val 6011"/>
            </a:avLst>
          </a:prstGeom>
          <a:ln w="57150"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itel 10">
            <a:extLst>
              <a:ext uri="{FF2B5EF4-FFF2-40B4-BE49-F238E27FC236}">
                <a16:creationId xmlns:a16="http://schemas.microsoft.com/office/drawing/2014/main" id="{D9996AE1-20ED-D6B3-970C-4A76EFFFE7AF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CHESS.INO</a:t>
            </a:r>
          </a:p>
        </p:txBody>
      </p:sp>
      <p:sp>
        <p:nvSpPr>
          <p:cNvPr id="7" name="Titel 1">
            <a:extLst>
              <a:ext uri="{FF2B5EF4-FFF2-40B4-BE49-F238E27FC236}">
                <a16:creationId xmlns:a16="http://schemas.microsoft.com/office/drawing/2014/main" id="{F2A3BB12-54B4-A532-C5D0-8378A61CEACF}"/>
              </a:ext>
            </a:extLst>
          </p:cNvPr>
          <p:cNvSpPr txBox="1">
            <a:spLocks/>
          </p:cNvSpPr>
          <p:nvPr/>
        </p:nvSpPr>
        <p:spPr>
          <a:xfrm>
            <a:off x="3794760" y="391886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400" dirty="0"/>
              <a:t>QGET</a:t>
            </a:r>
          </a:p>
        </p:txBody>
      </p:sp>
      <p:sp>
        <p:nvSpPr>
          <p:cNvPr id="9" name="Titel 10">
            <a:extLst>
              <a:ext uri="{FF2B5EF4-FFF2-40B4-BE49-F238E27FC236}">
                <a16:creationId xmlns:a16="http://schemas.microsoft.com/office/drawing/2014/main" id="{CEAF13E5-CB88-CC77-4BA7-4E7492EC578F}"/>
              </a:ext>
            </a:extLst>
          </p:cNvPr>
          <p:cNvSpPr txBox="1">
            <a:spLocks/>
          </p:cNvSpPr>
          <p:nvPr/>
        </p:nvSpPr>
        <p:spPr>
          <a:xfrm>
            <a:off x="477787" y="834915"/>
            <a:ext cx="7967349" cy="3618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i="1" dirty="0">
                <a:solidFill>
                  <a:schemeClr val="tx1"/>
                </a:solidFill>
              </a:rPr>
              <a:t>EINZELFELDER ABRUFEN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4C6AADC-D561-893E-AC7E-15032FA27560}"/>
              </a:ext>
            </a:extLst>
          </p:cNvPr>
          <p:cNvGrpSpPr/>
          <p:nvPr/>
        </p:nvGrpSpPr>
        <p:grpSpPr>
          <a:xfrm>
            <a:off x="8824359" y="1294265"/>
            <a:ext cx="2592288" cy="2520280"/>
            <a:chOff x="837828" y="2204864"/>
            <a:chExt cx="2592288" cy="252028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22559C1-5203-00B4-93DC-E4F3DE1664B2}"/>
                </a:ext>
              </a:extLst>
            </p:cNvPr>
            <p:cNvSpPr/>
            <p:nvPr/>
          </p:nvSpPr>
          <p:spPr>
            <a:xfrm>
              <a:off x="837828" y="2204864"/>
              <a:ext cx="2592288" cy="2520280"/>
            </a:xfrm>
            <a:prstGeom prst="rect">
              <a:avLst/>
            </a:prstGeom>
            <a:solidFill>
              <a:srgbClr val="003A5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4" name="Picture 6" descr="arduino&quot; Icon - Download for free – Iconduck">
              <a:extLst>
                <a:ext uri="{FF2B5EF4-FFF2-40B4-BE49-F238E27FC236}">
                  <a16:creationId xmlns:a16="http://schemas.microsoft.com/office/drawing/2014/main" id="{F8E33225-1E5C-3FF7-CC2C-F79428BA6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997" y="2896336"/>
              <a:ext cx="2253949" cy="1065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D4ED10D3-4C2A-B986-0573-F14C21E7820D}"/>
              </a:ext>
            </a:extLst>
          </p:cNvPr>
          <p:cNvCxnSpPr>
            <a:cxnSpLocks/>
          </p:cNvCxnSpPr>
          <p:nvPr/>
        </p:nvCxnSpPr>
        <p:spPr>
          <a:xfrm>
            <a:off x="4526149" y="2355704"/>
            <a:ext cx="0" cy="288032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42B39D3A-8290-0D32-B72F-DC7052A26E28}"/>
              </a:ext>
            </a:extLst>
          </p:cNvPr>
          <p:cNvCxnSpPr>
            <a:cxnSpLocks/>
          </p:cNvCxnSpPr>
          <p:nvPr/>
        </p:nvCxnSpPr>
        <p:spPr>
          <a:xfrm flipH="1">
            <a:off x="2975174" y="2842321"/>
            <a:ext cx="1202161" cy="0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C0A61B90-51FD-42F4-7CA5-CE73217DB3D8}"/>
              </a:ext>
            </a:extLst>
          </p:cNvPr>
          <p:cNvCxnSpPr>
            <a:cxnSpLocks/>
          </p:cNvCxnSpPr>
          <p:nvPr/>
        </p:nvCxnSpPr>
        <p:spPr>
          <a:xfrm>
            <a:off x="2982756" y="2842321"/>
            <a:ext cx="0" cy="658687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DE22383B-81BA-37EF-6B3C-9C85FD6E8A62}"/>
              </a:ext>
            </a:extLst>
          </p:cNvPr>
          <p:cNvSpPr txBox="1"/>
          <p:nvPr/>
        </p:nvSpPr>
        <p:spPr>
          <a:xfrm>
            <a:off x="4177335" y="2658173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1 0 1</a:t>
            </a:r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A4BC8DE9-0905-9FDA-2F2E-64AF2E92EBED}"/>
              </a:ext>
            </a:extLst>
          </p:cNvPr>
          <p:cNvCxnSpPr>
            <a:cxnSpLocks/>
          </p:cNvCxnSpPr>
          <p:nvPr/>
        </p:nvCxnSpPr>
        <p:spPr>
          <a:xfrm flipH="1">
            <a:off x="4874962" y="2827711"/>
            <a:ext cx="1202161" cy="0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8D4CCE1-FA99-7ABF-90FC-899E753E2E92}"/>
              </a:ext>
            </a:extLst>
          </p:cNvPr>
          <p:cNvCxnSpPr>
            <a:cxnSpLocks/>
          </p:cNvCxnSpPr>
          <p:nvPr/>
        </p:nvCxnSpPr>
        <p:spPr>
          <a:xfrm>
            <a:off x="6068826" y="2827711"/>
            <a:ext cx="0" cy="658687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FA33878-687E-166C-D0D5-F6BFCFD6AF2C}"/>
              </a:ext>
            </a:extLst>
          </p:cNvPr>
          <p:cNvCxnSpPr>
            <a:cxnSpLocks/>
          </p:cNvCxnSpPr>
          <p:nvPr/>
        </p:nvCxnSpPr>
        <p:spPr>
          <a:xfrm>
            <a:off x="4526148" y="3003845"/>
            <a:ext cx="0" cy="482553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fik 37" descr="Hochspannung mit einfarbiger Füllung">
            <a:extLst>
              <a:ext uri="{FF2B5EF4-FFF2-40B4-BE49-F238E27FC236}">
                <a16:creationId xmlns:a16="http://schemas.microsoft.com/office/drawing/2014/main" id="{1FC9E968-7AC0-8309-460C-16CA011F1D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1580" y="3602125"/>
            <a:ext cx="482352" cy="482352"/>
          </a:xfrm>
          <a:prstGeom prst="rect">
            <a:avLst/>
          </a:prstGeom>
        </p:spPr>
      </p:pic>
      <p:pic>
        <p:nvPicPr>
          <p:cNvPr id="39" name="Grafik 38" descr="Hochspannung mit einfarbiger Füllung">
            <a:extLst>
              <a:ext uri="{FF2B5EF4-FFF2-40B4-BE49-F238E27FC236}">
                <a16:creationId xmlns:a16="http://schemas.microsoft.com/office/drawing/2014/main" id="{43240994-6190-B770-12DB-7DC4024FCD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28084" y="3602125"/>
            <a:ext cx="482352" cy="482352"/>
          </a:xfrm>
          <a:prstGeom prst="rect">
            <a:avLst/>
          </a:prstGeom>
        </p:spPr>
      </p:pic>
      <p:pic>
        <p:nvPicPr>
          <p:cNvPr id="40" name="Grafik 39" descr="Potenz mit einfarbiger Füllung">
            <a:extLst>
              <a:ext uri="{FF2B5EF4-FFF2-40B4-BE49-F238E27FC236}">
                <a16:creationId xmlns:a16="http://schemas.microsoft.com/office/drawing/2014/main" id="{968B95EA-EFBF-DB9E-F5C9-2DE50E4E72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288620" y="3601123"/>
            <a:ext cx="482352" cy="482352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5B69EA50-D24C-A16B-2B8D-565C1D13BD09}"/>
              </a:ext>
            </a:extLst>
          </p:cNvPr>
          <p:cNvSpPr txBox="1"/>
          <p:nvPr/>
        </p:nvSpPr>
        <p:spPr>
          <a:xfrm>
            <a:off x="2377761" y="4024674"/>
            <a:ext cx="1191352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Strom An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2EDEC75-A770-2339-0EBE-F661761169DC}"/>
              </a:ext>
            </a:extLst>
          </p:cNvPr>
          <p:cNvSpPr txBox="1"/>
          <p:nvPr/>
        </p:nvSpPr>
        <p:spPr>
          <a:xfrm>
            <a:off x="3887876" y="4024674"/>
            <a:ext cx="1281120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Strom Aus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2BA743BF-9A4B-D103-CFCE-05AFDF92D323}"/>
              </a:ext>
            </a:extLst>
          </p:cNvPr>
          <p:cNvSpPr txBox="1"/>
          <p:nvPr/>
        </p:nvSpPr>
        <p:spPr>
          <a:xfrm>
            <a:off x="5498736" y="4024674"/>
            <a:ext cx="1191352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Strom An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D2FC4F28-FC97-21BA-A7D7-A14C2C3CE397}"/>
              </a:ext>
            </a:extLst>
          </p:cNvPr>
          <p:cNvSpPr txBox="1"/>
          <p:nvPr/>
        </p:nvSpPr>
        <p:spPr>
          <a:xfrm>
            <a:off x="4526148" y="2359688"/>
            <a:ext cx="1786066" cy="3077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sz="1400" dirty="0"/>
              <a:t>Konversion in Binär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E572852-08F8-1AF5-932F-E241DF69D2A8}"/>
              </a:ext>
            </a:extLst>
          </p:cNvPr>
          <p:cNvSpPr txBox="1"/>
          <p:nvPr/>
        </p:nvSpPr>
        <p:spPr>
          <a:xfrm>
            <a:off x="5488177" y="2897175"/>
            <a:ext cx="562975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de-DE" sz="1400" dirty="0"/>
              <a:t>PIN2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689615F2-4571-E93A-9C8D-71D0727D904E}"/>
              </a:ext>
            </a:extLst>
          </p:cNvPr>
          <p:cNvSpPr txBox="1"/>
          <p:nvPr/>
        </p:nvSpPr>
        <p:spPr>
          <a:xfrm>
            <a:off x="3031806" y="2897175"/>
            <a:ext cx="562975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de-DE" sz="1400" dirty="0"/>
              <a:t>PIN0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AA53BE3E-419C-3858-59F3-CB9B564EDFE0}"/>
              </a:ext>
            </a:extLst>
          </p:cNvPr>
          <p:cNvSpPr txBox="1"/>
          <p:nvPr/>
        </p:nvSpPr>
        <p:spPr>
          <a:xfrm>
            <a:off x="4489484" y="2947305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sz="1400" dirty="0"/>
              <a:t>PIN1</a:t>
            </a:r>
          </a:p>
        </p:txBody>
      </p:sp>
      <p:pic>
        <p:nvPicPr>
          <p:cNvPr id="48" name="Grafik 47" descr="Prozessor mit einfarbiger Füllung">
            <a:extLst>
              <a:ext uri="{FF2B5EF4-FFF2-40B4-BE49-F238E27FC236}">
                <a16:creationId xmlns:a16="http://schemas.microsoft.com/office/drawing/2014/main" id="{D5609165-1826-2CE4-7A12-ED205C7DBE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21310" y="4830200"/>
            <a:ext cx="609676" cy="609676"/>
          </a:xfrm>
          <a:prstGeom prst="rect">
            <a:avLst/>
          </a:prstGeom>
        </p:spPr>
      </p:pic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0B4D4E2-D076-B5E1-620D-6FD609814592}"/>
              </a:ext>
            </a:extLst>
          </p:cNvPr>
          <p:cNvCxnSpPr>
            <a:cxnSpLocks/>
          </p:cNvCxnSpPr>
          <p:nvPr/>
        </p:nvCxnSpPr>
        <p:spPr>
          <a:xfrm>
            <a:off x="2982756" y="4377345"/>
            <a:ext cx="0" cy="259030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CE60261D-773D-6B21-28FA-FCC5EDC7039E}"/>
              </a:ext>
            </a:extLst>
          </p:cNvPr>
          <p:cNvCxnSpPr>
            <a:cxnSpLocks/>
          </p:cNvCxnSpPr>
          <p:nvPr/>
        </p:nvCxnSpPr>
        <p:spPr>
          <a:xfrm>
            <a:off x="4529284" y="4372361"/>
            <a:ext cx="0" cy="484589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CF9A73CA-505F-80C6-8B19-C6CFBC3C0464}"/>
              </a:ext>
            </a:extLst>
          </p:cNvPr>
          <p:cNvCxnSpPr>
            <a:cxnSpLocks/>
          </p:cNvCxnSpPr>
          <p:nvPr/>
        </p:nvCxnSpPr>
        <p:spPr>
          <a:xfrm>
            <a:off x="6068826" y="4409948"/>
            <a:ext cx="0" cy="226427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8A23773-BDA7-818E-C691-B633E2C6D70C}"/>
              </a:ext>
            </a:extLst>
          </p:cNvPr>
          <p:cNvCxnSpPr>
            <a:cxnSpLocks/>
          </p:cNvCxnSpPr>
          <p:nvPr/>
        </p:nvCxnSpPr>
        <p:spPr>
          <a:xfrm flipH="1" flipV="1">
            <a:off x="4591050" y="4636294"/>
            <a:ext cx="1477776" cy="81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CFDEA7A2-54DB-057D-B1D1-7272E4A1DD3E}"/>
              </a:ext>
            </a:extLst>
          </p:cNvPr>
          <p:cNvCxnSpPr>
            <a:cxnSpLocks/>
          </p:cNvCxnSpPr>
          <p:nvPr/>
        </p:nvCxnSpPr>
        <p:spPr>
          <a:xfrm flipH="1">
            <a:off x="2982440" y="4636294"/>
            <a:ext cx="1475260" cy="81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9E0A7CD5-AB8A-4E63-E1A2-CEF53B6E916E}"/>
              </a:ext>
            </a:extLst>
          </p:cNvPr>
          <p:cNvCxnSpPr>
            <a:cxnSpLocks/>
          </p:cNvCxnSpPr>
          <p:nvPr/>
        </p:nvCxnSpPr>
        <p:spPr>
          <a:xfrm>
            <a:off x="4453128" y="4629551"/>
            <a:ext cx="0" cy="226427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17B99FBE-BDDB-C9DA-32F0-F75A5E7FE475}"/>
              </a:ext>
            </a:extLst>
          </p:cNvPr>
          <p:cNvCxnSpPr>
            <a:cxnSpLocks/>
          </p:cNvCxnSpPr>
          <p:nvPr/>
        </p:nvCxnSpPr>
        <p:spPr>
          <a:xfrm>
            <a:off x="4601596" y="4629551"/>
            <a:ext cx="0" cy="226427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0EF9E824-4B43-10F9-C142-AC89EE5BABC3}"/>
              </a:ext>
            </a:extLst>
          </p:cNvPr>
          <p:cNvSpPr txBox="1"/>
          <p:nvPr/>
        </p:nvSpPr>
        <p:spPr>
          <a:xfrm>
            <a:off x="4847617" y="4947729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Multiplexer</a:t>
            </a:r>
          </a:p>
        </p:txBody>
      </p:sp>
      <p:sp>
        <p:nvSpPr>
          <p:cNvPr id="8" name="Titel 1">
            <a:extLst>
              <a:ext uri="{FF2B5EF4-FFF2-40B4-BE49-F238E27FC236}">
                <a16:creationId xmlns:a16="http://schemas.microsoft.com/office/drawing/2014/main" id="{578660CF-5979-25DF-2752-D71870431872}"/>
              </a:ext>
            </a:extLst>
          </p:cNvPr>
          <p:cNvSpPr txBox="1">
            <a:spLocks/>
          </p:cNvSpPr>
          <p:nvPr/>
        </p:nvSpPr>
        <p:spPr>
          <a:xfrm>
            <a:off x="8470676" y="391886"/>
            <a:ext cx="333790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MEGA 2560</a:t>
            </a:r>
          </a:p>
        </p:txBody>
      </p:sp>
    </p:spTree>
    <p:extLst>
      <p:ext uri="{BB962C8B-B14F-4D97-AF65-F5344CB8AC3E}">
        <p14:creationId xmlns:p14="http://schemas.microsoft.com/office/powerpoint/2010/main" val="1764062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69621-A061-35BA-2D73-D434D0CD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594AA1E-1709-98F0-4929-1A4314B2C8D6}"/>
              </a:ext>
            </a:extLst>
          </p:cNvPr>
          <p:cNvSpPr txBox="1"/>
          <p:nvPr/>
        </p:nvSpPr>
        <p:spPr>
          <a:xfrm>
            <a:off x="4366219" y="51953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0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2F4858D-A13C-431C-F3A2-570370D2EADF}"/>
              </a:ext>
            </a:extLst>
          </p:cNvPr>
          <p:cNvSpPr txBox="1"/>
          <p:nvPr/>
        </p:nvSpPr>
        <p:spPr>
          <a:xfrm>
            <a:off x="4815314" y="519693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97646D3-F9D4-A14B-D5BB-B7F8A84D7ED7}"/>
              </a:ext>
            </a:extLst>
          </p:cNvPr>
          <p:cNvSpPr txBox="1"/>
          <p:nvPr/>
        </p:nvSpPr>
        <p:spPr>
          <a:xfrm>
            <a:off x="5264408" y="51953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DCC8540-F4AF-1606-4C32-6D536D980174}"/>
              </a:ext>
            </a:extLst>
          </p:cNvPr>
          <p:cNvSpPr txBox="1"/>
          <p:nvPr/>
        </p:nvSpPr>
        <p:spPr>
          <a:xfrm>
            <a:off x="6611332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5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EE6C211-F226-1587-FCB5-C1168B6B55BA}"/>
              </a:ext>
            </a:extLst>
          </p:cNvPr>
          <p:cNvSpPr txBox="1"/>
          <p:nvPr/>
        </p:nvSpPr>
        <p:spPr>
          <a:xfrm>
            <a:off x="5713502" y="51953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3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E5857B8-7C0E-9140-C77C-D2656FBE63A2}"/>
              </a:ext>
            </a:extLst>
          </p:cNvPr>
          <p:cNvSpPr txBox="1"/>
          <p:nvPr/>
        </p:nvSpPr>
        <p:spPr>
          <a:xfrm>
            <a:off x="6162417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AD13EBE-A10F-78B2-1303-C0A85DD667BB}"/>
              </a:ext>
            </a:extLst>
          </p:cNvPr>
          <p:cNvSpPr txBox="1"/>
          <p:nvPr/>
        </p:nvSpPr>
        <p:spPr>
          <a:xfrm>
            <a:off x="7060247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6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E93987A-0BD2-81DE-DDF1-CE7B05D2D7E9}"/>
              </a:ext>
            </a:extLst>
          </p:cNvPr>
          <p:cNvSpPr txBox="1"/>
          <p:nvPr/>
        </p:nvSpPr>
        <p:spPr>
          <a:xfrm>
            <a:off x="7509162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7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63F1319A-C385-9AF0-894A-28D534CE2107}"/>
              </a:ext>
            </a:extLst>
          </p:cNvPr>
          <p:cNvGrpSpPr/>
          <p:nvPr/>
        </p:nvGrpSpPr>
        <p:grpSpPr>
          <a:xfrm rot="16200000">
            <a:off x="6396279" y="3215269"/>
            <a:ext cx="3512275" cy="315165"/>
            <a:chOff x="7774848" y="2232388"/>
            <a:chExt cx="3512275" cy="315165"/>
          </a:xfrm>
        </p:grpSpPr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9C643CFF-27A3-A768-D4CA-EABB0F28BA08}"/>
                </a:ext>
              </a:extLst>
            </p:cNvPr>
            <p:cNvSpPr txBox="1"/>
            <p:nvPr/>
          </p:nvSpPr>
          <p:spPr>
            <a:xfrm rot="5400000">
              <a:off x="7803061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0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57BEBCEA-2B97-51C4-452B-8AFADD5A61CB}"/>
                </a:ext>
              </a:extLst>
            </p:cNvPr>
            <p:cNvSpPr txBox="1"/>
            <p:nvPr/>
          </p:nvSpPr>
          <p:spPr>
            <a:xfrm rot="5400000">
              <a:off x="8252157" y="220643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1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F7D7852-37EE-9804-D474-E64870306976}"/>
                </a:ext>
              </a:extLst>
            </p:cNvPr>
            <p:cNvSpPr txBox="1"/>
            <p:nvPr/>
          </p:nvSpPr>
          <p:spPr>
            <a:xfrm rot="5400000">
              <a:off x="8701251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2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9BE199BD-5AE0-65AA-1475-050CEC8F660E}"/>
                </a:ext>
              </a:extLst>
            </p:cNvPr>
            <p:cNvSpPr txBox="1"/>
            <p:nvPr/>
          </p:nvSpPr>
          <p:spPr>
            <a:xfrm rot="5400000">
              <a:off x="10048174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5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3582C0CB-9387-3C28-F4F0-BBC65B9C6C1A}"/>
                </a:ext>
              </a:extLst>
            </p:cNvPr>
            <p:cNvSpPr txBox="1"/>
            <p:nvPr/>
          </p:nvSpPr>
          <p:spPr>
            <a:xfrm rot="5400000">
              <a:off x="9150345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3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AFDD128A-03BC-A668-FA29-F3BCA72427F2}"/>
                </a:ext>
              </a:extLst>
            </p:cNvPr>
            <p:cNvSpPr txBox="1"/>
            <p:nvPr/>
          </p:nvSpPr>
          <p:spPr>
            <a:xfrm rot="5400000">
              <a:off x="9599259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4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43C99B3-C23B-2DC1-D3F7-5457FBFCF338}"/>
                </a:ext>
              </a:extLst>
            </p:cNvPr>
            <p:cNvSpPr txBox="1"/>
            <p:nvPr/>
          </p:nvSpPr>
          <p:spPr>
            <a:xfrm rot="5400000">
              <a:off x="10497089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6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AA5463C5-BD7D-50D7-A986-0E32421BD9D9}"/>
                </a:ext>
              </a:extLst>
            </p:cNvPr>
            <p:cNvSpPr txBox="1"/>
            <p:nvPr/>
          </p:nvSpPr>
          <p:spPr>
            <a:xfrm rot="5400000">
              <a:off x="10946004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7</a:t>
              </a:r>
            </a:p>
          </p:txBody>
        </p:sp>
      </p:grpSp>
      <p:sp>
        <p:nvSpPr>
          <p:cNvPr id="22" name="Titel 1">
            <a:extLst>
              <a:ext uri="{FF2B5EF4-FFF2-40B4-BE49-F238E27FC236}">
                <a16:creationId xmlns:a16="http://schemas.microsoft.com/office/drawing/2014/main" id="{EA47DE46-5749-594A-17D6-F56D3518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760" y="391886"/>
            <a:ext cx="4650377" cy="428170"/>
          </a:xfrm>
        </p:spPr>
        <p:txBody>
          <a:bodyPr rtlCol="0" anchor="ctr">
            <a:noAutofit/>
          </a:bodyPr>
          <a:lstStyle/>
          <a:p>
            <a:pPr rtl="0"/>
            <a:r>
              <a:rPr lang="de" sz="2400" dirty="0"/>
              <a:t>KONZEPTE</a:t>
            </a:r>
          </a:p>
        </p:txBody>
      </p:sp>
      <p:sp>
        <p:nvSpPr>
          <p:cNvPr id="23" name="Titel 1">
            <a:extLst>
              <a:ext uri="{FF2B5EF4-FFF2-40B4-BE49-F238E27FC236}">
                <a16:creationId xmlns:a16="http://schemas.microsoft.com/office/drawing/2014/main" id="{19C37B33-D36F-3C3A-6E45-59FEB9553D11}"/>
              </a:ext>
            </a:extLst>
          </p:cNvPr>
          <p:cNvSpPr txBox="1">
            <a:spLocks/>
          </p:cNvSpPr>
          <p:nvPr/>
        </p:nvSpPr>
        <p:spPr>
          <a:xfrm>
            <a:off x="3794760" y="6052661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Chess.INO</a:t>
            </a:r>
          </a:p>
        </p:txBody>
      </p:sp>
      <p:sp>
        <p:nvSpPr>
          <p:cNvPr id="24" name="Titel 10">
            <a:extLst>
              <a:ext uri="{FF2B5EF4-FFF2-40B4-BE49-F238E27FC236}">
                <a16:creationId xmlns:a16="http://schemas.microsoft.com/office/drawing/2014/main" id="{DE22F18E-5B2B-E6B6-6F3A-C416246D05DF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CHESS.INO</a:t>
            </a:r>
          </a:p>
        </p:txBody>
      </p:sp>
      <p:sp>
        <p:nvSpPr>
          <p:cNvPr id="25" name="Foliennummernplatzhalter 1">
            <a:extLst>
              <a:ext uri="{FF2B5EF4-FFF2-40B4-BE49-F238E27FC236}">
                <a16:creationId xmlns:a16="http://schemas.microsoft.com/office/drawing/2014/main" id="{B2CA0CFA-E3D4-E683-E78B-82D01BA11DDC}"/>
              </a:ext>
            </a:extLst>
          </p:cNvPr>
          <p:cNvSpPr txBox="1">
            <a:spLocks/>
          </p:cNvSpPr>
          <p:nvPr/>
        </p:nvSpPr>
        <p:spPr>
          <a:xfrm>
            <a:off x="10895012" y="6102626"/>
            <a:ext cx="838201" cy="276228"/>
          </a:xfrm>
          <a:prstGeom prst="rect">
            <a:avLst/>
          </a:prstGeom>
        </p:spPr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A013F82-EE5E-44EE-A61D-E31C6657F26F}" type="slidenum">
              <a:rPr lang="en-US" sz="1400" smtClean="0"/>
              <a:pPr algn="r"/>
              <a:t>7</a:t>
            </a:fld>
            <a:endParaRPr lang="en-US" sz="140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8F8800F-44C3-5A1B-6C55-78DD13CCB390}"/>
              </a:ext>
            </a:extLst>
          </p:cNvPr>
          <p:cNvSpPr/>
          <p:nvPr/>
        </p:nvSpPr>
        <p:spPr>
          <a:xfrm>
            <a:off x="4726260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04FCAC5-9D64-CC4C-31C5-C3111F811548}"/>
              </a:ext>
            </a:extLst>
          </p:cNvPr>
          <p:cNvSpPr/>
          <p:nvPr/>
        </p:nvSpPr>
        <p:spPr>
          <a:xfrm>
            <a:off x="5639563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719F3DB-4003-5103-007A-3FFB464D91FE}"/>
              </a:ext>
            </a:extLst>
          </p:cNvPr>
          <p:cNvSpPr/>
          <p:nvPr/>
        </p:nvSpPr>
        <p:spPr>
          <a:xfrm>
            <a:off x="6546308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3F1877C-F456-58BA-E5FC-33730301A72E}"/>
              </a:ext>
            </a:extLst>
          </p:cNvPr>
          <p:cNvSpPr/>
          <p:nvPr/>
        </p:nvSpPr>
        <p:spPr>
          <a:xfrm>
            <a:off x="7453053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58863FC-049F-B5A1-1983-82DC392FA307}"/>
              </a:ext>
            </a:extLst>
          </p:cNvPr>
          <p:cNvSpPr/>
          <p:nvPr/>
        </p:nvSpPr>
        <p:spPr>
          <a:xfrm>
            <a:off x="4272711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04BE5B3-E4FD-C415-6E0B-0D5AAEE72855}"/>
              </a:ext>
            </a:extLst>
          </p:cNvPr>
          <p:cNvSpPr/>
          <p:nvPr/>
        </p:nvSpPr>
        <p:spPr>
          <a:xfrm>
            <a:off x="5186014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532D0C9-3512-58D5-7181-C333A43BB5C0}"/>
              </a:ext>
            </a:extLst>
          </p:cNvPr>
          <p:cNvSpPr/>
          <p:nvPr/>
        </p:nvSpPr>
        <p:spPr>
          <a:xfrm>
            <a:off x="6092759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64B7A7E-EB7D-B171-9F15-3EF60ACA7756}"/>
              </a:ext>
            </a:extLst>
          </p:cNvPr>
          <p:cNvSpPr/>
          <p:nvPr/>
        </p:nvSpPr>
        <p:spPr>
          <a:xfrm>
            <a:off x="6999504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E125EFC-A8A2-1220-F3CA-6D61E9CAD318}"/>
              </a:ext>
            </a:extLst>
          </p:cNvPr>
          <p:cNvSpPr/>
          <p:nvPr/>
        </p:nvSpPr>
        <p:spPr>
          <a:xfrm>
            <a:off x="4729346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4B7A0A1-42D2-A6BF-03C0-5560189D6566}"/>
              </a:ext>
            </a:extLst>
          </p:cNvPr>
          <p:cNvSpPr/>
          <p:nvPr/>
        </p:nvSpPr>
        <p:spPr>
          <a:xfrm>
            <a:off x="5642649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44021FB-F8CB-2228-6BD4-BEEDADFD2367}"/>
              </a:ext>
            </a:extLst>
          </p:cNvPr>
          <p:cNvSpPr/>
          <p:nvPr/>
        </p:nvSpPr>
        <p:spPr>
          <a:xfrm>
            <a:off x="6549394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7DDDF49-40FF-ADDE-A0E1-585EE085442B}"/>
              </a:ext>
            </a:extLst>
          </p:cNvPr>
          <p:cNvSpPr/>
          <p:nvPr/>
        </p:nvSpPr>
        <p:spPr>
          <a:xfrm>
            <a:off x="7456139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A7C96E-6BC3-7563-5CAA-CDA2C04BD4A2}"/>
              </a:ext>
            </a:extLst>
          </p:cNvPr>
          <p:cNvSpPr/>
          <p:nvPr/>
        </p:nvSpPr>
        <p:spPr>
          <a:xfrm>
            <a:off x="4272711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FC46A1B-B4D3-8AD5-8243-2881EE1631A6}"/>
              </a:ext>
            </a:extLst>
          </p:cNvPr>
          <p:cNvSpPr/>
          <p:nvPr/>
        </p:nvSpPr>
        <p:spPr>
          <a:xfrm>
            <a:off x="5186014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D6622BD-D882-8107-21E9-4BA5B9AD2257}"/>
              </a:ext>
            </a:extLst>
          </p:cNvPr>
          <p:cNvSpPr/>
          <p:nvPr/>
        </p:nvSpPr>
        <p:spPr>
          <a:xfrm>
            <a:off x="6092759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47169AE-006B-6401-49EB-5D8E6AFD0B53}"/>
              </a:ext>
            </a:extLst>
          </p:cNvPr>
          <p:cNvSpPr/>
          <p:nvPr/>
        </p:nvSpPr>
        <p:spPr>
          <a:xfrm>
            <a:off x="6999504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F795778-8F56-8873-53E8-CD44822D44FD}"/>
              </a:ext>
            </a:extLst>
          </p:cNvPr>
          <p:cNvSpPr/>
          <p:nvPr/>
        </p:nvSpPr>
        <p:spPr>
          <a:xfrm>
            <a:off x="4729346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AF33094D-1DCB-4A2F-49E4-846475EB1BF3}"/>
              </a:ext>
            </a:extLst>
          </p:cNvPr>
          <p:cNvSpPr/>
          <p:nvPr/>
        </p:nvSpPr>
        <p:spPr>
          <a:xfrm>
            <a:off x="5642649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22C3D7A-E3CC-6D82-EB27-F0D65E61BFF3}"/>
              </a:ext>
            </a:extLst>
          </p:cNvPr>
          <p:cNvSpPr/>
          <p:nvPr/>
        </p:nvSpPr>
        <p:spPr>
          <a:xfrm>
            <a:off x="6549394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E2AE8817-596E-7B94-A41A-C347E9326427}"/>
              </a:ext>
            </a:extLst>
          </p:cNvPr>
          <p:cNvSpPr/>
          <p:nvPr/>
        </p:nvSpPr>
        <p:spPr>
          <a:xfrm>
            <a:off x="7456139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A72B2E24-7D30-C5BF-76E4-F15C6FF28D50}"/>
              </a:ext>
            </a:extLst>
          </p:cNvPr>
          <p:cNvSpPr/>
          <p:nvPr/>
        </p:nvSpPr>
        <p:spPr>
          <a:xfrm>
            <a:off x="4272711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4C175FE5-D0F9-5B11-696E-8B65A56BFCC2}"/>
              </a:ext>
            </a:extLst>
          </p:cNvPr>
          <p:cNvSpPr/>
          <p:nvPr/>
        </p:nvSpPr>
        <p:spPr>
          <a:xfrm>
            <a:off x="5186014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04FB30AD-FCAE-3EEC-591E-02AE1B8B671C}"/>
              </a:ext>
            </a:extLst>
          </p:cNvPr>
          <p:cNvSpPr/>
          <p:nvPr/>
        </p:nvSpPr>
        <p:spPr>
          <a:xfrm>
            <a:off x="6092759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E5EDD761-8918-9261-3C52-74AE08748BFD}"/>
              </a:ext>
            </a:extLst>
          </p:cNvPr>
          <p:cNvSpPr/>
          <p:nvPr/>
        </p:nvSpPr>
        <p:spPr>
          <a:xfrm>
            <a:off x="6999504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1A7CBC1E-D848-85E3-8C69-4DDFECD4CE40}"/>
              </a:ext>
            </a:extLst>
          </p:cNvPr>
          <p:cNvSpPr/>
          <p:nvPr/>
        </p:nvSpPr>
        <p:spPr>
          <a:xfrm>
            <a:off x="4724324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D1EEE503-8243-8B37-F2F7-013DC2F8DD04}"/>
              </a:ext>
            </a:extLst>
          </p:cNvPr>
          <p:cNvSpPr/>
          <p:nvPr/>
        </p:nvSpPr>
        <p:spPr>
          <a:xfrm>
            <a:off x="5637627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7AA2AE8-5C29-3C66-34B1-1A9DCF7BD28B}"/>
              </a:ext>
            </a:extLst>
          </p:cNvPr>
          <p:cNvSpPr/>
          <p:nvPr/>
        </p:nvSpPr>
        <p:spPr>
          <a:xfrm>
            <a:off x="6544372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DFF2E10-42F9-9322-64AD-EA999EAE3A5C}"/>
              </a:ext>
            </a:extLst>
          </p:cNvPr>
          <p:cNvSpPr/>
          <p:nvPr/>
        </p:nvSpPr>
        <p:spPr>
          <a:xfrm>
            <a:off x="7451117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002BA1C3-852B-EC5E-320E-B66099C9CA3F}"/>
              </a:ext>
            </a:extLst>
          </p:cNvPr>
          <p:cNvSpPr/>
          <p:nvPr/>
        </p:nvSpPr>
        <p:spPr>
          <a:xfrm>
            <a:off x="4272711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D9E46275-D614-F022-568A-BBAB6B6FAA36}"/>
              </a:ext>
            </a:extLst>
          </p:cNvPr>
          <p:cNvSpPr/>
          <p:nvPr/>
        </p:nvSpPr>
        <p:spPr>
          <a:xfrm>
            <a:off x="5186014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EAB0B1AE-0D8A-3224-766F-F7360AA53330}"/>
              </a:ext>
            </a:extLst>
          </p:cNvPr>
          <p:cNvSpPr/>
          <p:nvPr/>
        </p:nvSpPr>
        <p:spPr>
          <a:xfrm>
            <a:off x="6092759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64D49C49-2733-1F14-5244-ABB729EBD477}"/>
              </a:ext>
            </a:extLst>
          </p:cNvPr>
          <p:cNvSpPr/>
          <p:nvPr/>
        </p:nvSpPr>
        <p:spPr>
          <a:xfrm>
            <a:off x="6999504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D755337-90CE-D74F-0CB2-82E304F71946}"/>
              </a:ext>
            </a:extLst>
          </p:cNvPr>
          <p:cNvGrpSpPr/>
          <p:nvPr/>
        </p:nvGrpSpPr>
        <p:grpSpPr>
          <a:xfrm>
            <a:off x="4332683" y="1635507"/>
            <a:ext cx="3516594" cy="271788"/>
            <a:chOff x="4332683" y="1635507"/>
            <a:chExt cx="3516594" cy="271788"/>
          </a:xfrm>
        </p:grpSpPr>
        <p:pic>
          <p:nvPicPr>
            <p:cNvPr id="57" name="Picture 2">
              <a:extLst>
                <a:ext uri="{FF2B5EF4-FFF2-40B4-BE49-F238E27FC236}">
                  <a16:creationId xmlns:a16="http://schemas.microsoft.com/office/drawing/2014/main" id="{FC743196-4B4E-19D6-B6C4-C8EFD0C5F0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164086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2">
              <a:extLst>
                <a:ext uri="{FF2B5EF4-FFF2-40B4-BE49-F238E27FC236}">
                  <a16:creationId xmlns:a16="http://schemas.microsoft.com/office/drawing/2014/main" id="{2AF08896-9B96-C6E7-4AF5-1A03D87B2B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16449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06CADA42-25D8-9522-8080-26D278F8DB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16449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">
              <a:extLst>
                <a:ext uri="{FF2B5EF4-FFF2-40B4-BE49-F238E27FC236}">
                  <a16:creationId xmlns:a16="http://schemas.microsoft.com/office/drawing/2014/main" id="{9844FBB6-0752-A0C5-FA00-7D2DA109FF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16365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2">
              <a:extLst>
                <a:ext uri="{FF2B5EF4-FFF2-40B4-BE49-F238E27FC236}">
                  <a16:creationId xmlns:a16="http://schemas.microsoft.com/office/drawing/2014/main" id="{B40EFB73-2C5B-BFD3-CF49-3B3366CAA7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164187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2">
              <a:extLst>
                <a:ext uri="{FF2B5EF4-FFF2-40B4-BE49-F238E27FC236}">
                  <a16:creationId xmlns:a16="http://schemas.microsoft.com/office/drawing/2014/main" id="{0116E0E8-D07C-EAC7-0D65-B24A3558C0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16439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1C01B518-A480-085E-4D18-77C05894B2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16439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2">
              <a:extLst>
                <a:ext uri="{FF2B5EF4-FFF2-40B4-BE49-F238E27FC236}">
                  <a16:creationId xmlns:a16="http://schemas.microsoft.com/office/drawing/2014/main" id="{7EC08F19-F81F-97E6-1DB0-940C61CEE6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16355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A9081183-D86C-E7E9-67A8-A052496DBCBE}"/>
              </a:ext>
            </a:extLst>
          </p:cNvPr>
          <p:cNvGrpSpPr/>
          <p:nvPr/>
        </p:nvGrpSpPr>
        <p:grpSpPr>
          <a:xfrm>
            <a:off x="4332683" y="2100157"/>
            <a:ext cx="3519949" cy="271788"/>
            <a:chOff x="4332683" y="2100157"/>
            <a:chExt cx="3519949" cy="271788"/>
          </a:xfrm>
        </p:grpSpPr>
        <p:pic>
          <p:nvPicPr>
            <p:cNvPr id="66" name="Picture 2">
              <a:extLst>
                <a:ext uri="{FF2B5EF4-FFF2-40B4-BE49-F238E27FC236}">
                  <a16:creationId xmlns:a16="http://schemas.microsoft.com/office/drawing/2014/main" id="{73F2098C-66C6-5808-BBB7-67196897B0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10638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6C6F2FA2-165E-8023-C404-8334FCA0B5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6869" y="210473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2">
              <a:extLst>
                <a:ext uri="{FF2B5EF4-FFF2-40B4-BE49-F238E27FC236}">
                  <a16:creationId xmlns:a16="http://schemas.microsoft.com/office/drawing/2014/main" id="{E7B75342-BE06-B50C-EAA1-AE76884FDD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4157" y="210677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2">
              <a:extLst>
                <a:ext uri="{FF2B5EF4-FFF2-40B4-BE49-F238E27FC236}">
                  <a16:creationId xmlns:a16="http://schemas.microsoft.com/office/drawing/2014/main" id="{0331D117-ECED-2ACB-2A96-C0B6FF1050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10371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2">
              <a:extLst>
                <a:ext uri="{FF2B5EF4-FFF2-40B4-BE49-F238E27FC236}">
                  <a16:creationId xmlns:a16="http://schemas.microsoft.com/office/drawing/2014/main" id="{0DDCBAA8-0952-630B-BCE5-0507B2611A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9495" y="210958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2">
              <a:extLst>
                <a:ext uri="{FF2B5EF4-FFF2-40B4-BE49-F238E27FC236}">
                  <a16:creationId xmlns:a16="http://schemas.microsoft.com/office/drawing/2014/main" id="{91643A7E-9A3D-C849-67FB-985A603B4A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6857" y="210117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Picture 2">
              <a:extLst>
                <a:ext uri="{FF2B5EF4-FFF2-40B4-BE49-F238E27FC236}">
                  <a16:creationId xmlns:a16="http://schemas.microsoft.com/office/drawing/2014/main" id="{E82A1F9E-1388-83B3-F8A3-969140EF3A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5312" y="210857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2">
              <a:extLst>
                <a:ext uri="{FF2B5EF4-FFF2-40B4-BE49-F238E27FC236}">
                  <a16:creationId xmlns:a16="http://schemas.microsoft.com/office/drawing/2014/main" id="{152D4F4A-565A-057F-02F7-85072A3BED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5850" y="210015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82A8CC1C-ECFD-798B-A75F-55A780D82960}"/>
              </a:ext>
            </a:extLst>
          </p:cNvPr>
          <p:cNvGrpSpPr/>
          <p:nvPr/>
        </p:nvGrpSpPr>
        <p:grpSpPr>
          <a:xfrm>
            <a:off x="4332683" y="3003148"/>
            <a:ext cx="3519949" cy="271788"/>
            <a:chOff x="4332683" y="3003148"/>
            <a:chExt cx="3519949" cy="271788"/>
          </a:xfrm>
        </p:grpSpPr>
        <p:pic>
          <p:nvPicPr>
            <p:cNvPr id="75" name="Picture 2">
              <a:extLst>
                <a:ext uri="{FF2B5EF4-FFF2-40B4-BE49-F238E27FC236}">
                  <a16:creationId xmlns:a16="http://schemas.microsoft.com/office/drawing/2014/main" id="{02DA2030-41A5-EA4A-C48B-BE11EDA6A3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300937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2">
              <a:extLst>
                <a:ext uri="{FF2B5EF4-FFF2-40B4-BE49-F238E27FC236}">
                  <a16:creationId xmlns:a16="http://schemas.microsoft.com/office/drawing/2014/main" id="{C90F4832-51C9-FA7D-32CB-A1F2874C54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6869" y="30077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2">
              <a:extLst>
                <a:ext uri="{FF2B5EF4-FFF2-40B4-BE49-F238E27FC236}">
                  <a16:creationId xmlns:a16="http://schemas.microsoft.com/office/drawing/2014/main" id="{E193526A-179B-6B3C-D51B-75D3368DA5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4157" y="3009765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2">
              <a:extLst>
                <a:ext uri="{FF2B5EF4-FFF2-40B4-BE49-F238E27FC236}">
                  <a16:creationId xmlns:a16="http://schemas.microsoft.com/office/drawing/2014/main" id="{A0F1C1A7-D098-6A12-4E3D-FB3CFB52D0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300670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2">
              <a:extLst>
                <a:ext uri="{FF2B5EF4-FFF2-40B4-BE49-F238E27FC236}">
                  <a16:creationId xmlns:a16="http://schemas.microsoft.com/office/drawing/2014/main" id="{E4B0E2B1-4659-A600-035B-DF94DAEB28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9495" y="3012575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Picture 2">
              <a:extLst>
                <a:ext uri="{FF2B5EF4-FFF2-40B4-BE49-F238E27FC236}">
                  <a16:creationId xmlns:a16="http://schemas.microsoft.com/office/drawing/2014/main" id="{04E79C82-CB76-10C8-01CF-D8DA053D0C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6857" y="300416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2">
              <a:extLst>
                <a:ext uri="{FF2B5EF4-FFF2-40B4-BE49-F238E27FC236}">
                  <a16:creationId xmlns:a16="http://schemas.microsoft.com/office/drawing/2014/main" id="{8CAB9C91-2689-3101-70CC-123B5C944C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5312" y="3011562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87590340-6373-5E1C-B3D0-D1D672707E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5850" y="300314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6853EDD5-2121-7F0A-F9A3-73C8D02BCE0B}"/>
              </a:ext>
            </a:extLst>
          </p:cNvPr>
          <p:cNvGrpSpPr/>
          <p:nvPr/>
        </p:nvGrpSpPr>
        <p:grpSpPr>
          <a:xfrm>
            <a:off x="4330211" y="3910034"/>
            <a:ext cx="3519949" cy="271788"/>
            <a:chOff x="4330211" y="3910034"/>
            <a:chExt cx="3519949" cy="271788"/>
          </a:xfrm>
        </p:grpSpPr>
        <p:pic>
          <p:nvPicPr>
            <p:cNvPr id="84" name="Picture 2">
              <a:extLst>
                <a:ext uri="{FF2B5EF4-FFF2-40B4-BE49-F238E27FC236}">
                  <a16:creationId xmlns:a16="http://schemas.microsoft.com/office/drawing/2014/main" id="{AFC8C199-C600-3139-A576-CED531F01B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0211" y="391626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2">
              <a:extLst>
                <a:ext uri="{FF2B5EF4-FFF2-40B4-BE49-F238E27FC236}">
                  <a16:creationId xmlns:a16="http://schemas.microsoft.com/office/drawing/2014/main" id="{ACC8E031-A6F8-1DF2-64BA-04CEF5825D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4397" y="391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2">
              <a:extLst>
                <a:ext uri="{FF2B5EF4-FFF2-40B4-BE49-F238E27FC236}">
                  <a16:creationId xmlns:a16="http://schemas.microsoft.com/office/drawing/2014/main" id="{5E0ABC55-58D7-155D-091C-5448E089A4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1685" y="391665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4A163193-9FB0-D69F-3AD5-412217F6F4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6802" y="391359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2">
              <a:extLst>
                <a:ext uri="{FF2B5EF4-FFF2-40B4-BE49-F238E27FC236}">
                  <a16:creationId xmlns:a16="http://schemas.microsoft.com/office/drawing/2014/main" id="{B75B0BA7-6E32-CB2F-0FA0-6C9E002E19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7023" y="391946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">
              <a:extLst>
                <a:ext uri="{FF2B5EF4-FFF2-40B4-BE49-F238E27FC236}">
                  <a16:creationId xmlns:a16="http://schemas.microsoft.com/office/drawing/2014/main" id="{EE8EFA46-14E9-6E61-04F5-413FC068B9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4385" y="391104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2">
              <a:extLst>
                <a:ext uri="{FF2B5EF4-FFF2-40B4-BE49-F238E27FC236}">
                  <a16:creationId xmlns:a16="http://schemas.microsoft.com/office/drawing/2014/main" id="{5A0AB54D-3136-370B-6255-54DE664476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2840" y="391844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2">
              <a:extLst>
                <a:ext uri="{FF2B5EF4-FFF2-40B4-BE49-F238E27FC236}">
                  <a16:creationId xmlns:a16="http://schemas.microsoft.com/office/drawing/2014/main" id="{F64D1831-E53F-6113-F08F-EAC3FF0F62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3378" y="39100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3030D1B4-536D-3334-3D1D-A9AC872F1E8B}"/>
              </a:ext>
            </a:extLst>
          </p:cNvPr>
          <p:cNvGrpSpPr/>
          <p:nvPr/>
        </p:nvGrpSpPr>
        <p:grpSpPr>
          <a:xfrm>
            <a:off x="4332683" y="4832604"/>
            <a:ext cx="3519949" cy="271788"/>
            <a:chOff x="4332683" y="4832604"/>
            <a:chExt cx="3519949" cy="271788"/>
          </a:xfrm>
        </p:grpSpPr>
        <p:pic>
          <p:nvPicPr>
            <p:cNvPr id="93" name="Picture 2">
              <a:extLst>
                <a:ext uri="{FF2B5EF4-FFF2-40B4-BE49-F238E27FC236}">
                  <a16:creationId xmlns:a16="http://schemas.microsoft.com/office/drawing/2014/main" id="{32A3DEB3-BE59-992C-472C-558A898F16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48388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>
              <a:extLst>
                <a:ext uri="{FF2B5EF4-FFF2-40B4-BE49-F238E27FC236}">
                  <a16:creationId xmlns:a16="http://schemas.microsoft.com/office/drawing/2014/main" id="{70535E81-D00B-79FD-C8A7-F3FC23F3DE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6869" y="483717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2">
              <a:extLst>
                <a:ext uri="{FF2B5EF4-FFF2-40B4-BE49-F238E27FC236}">
                  <a16:creationId xmlns:a16="http://schemas.microsoft.com/office/drawing/2014/main" id="{1CE7045A-7737-7DDF-BFA0-B1F2BE4813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4157" y="48392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Picture 2">
              <a:extLst>
                <a:ext uri="{FF2B5EF4-FFF2-40B4-BE49-F238E27FC236}">
                  <a16:creationId xmlns:a16="http://schemas.microsoft.com/office/drawing/2014/main" id="{91F2F70C-9BC1-0D96-A202-D165FC6A68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483616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2">
              <a:extLst>
                <a:ext uri="{FF2B5EF4-FFF2-40B4-BE49-F238E27FC236}">
                  <a16:creationId xmlns:a16="http://schemas.microsoft.com/office/drawing/2014/main" id="{6C16C4EA-FBB4-6F89-22A8-564EB077F0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9495" y="484203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2">
              <a:extLst>
                <a:ext uri="{FF2B5EF4-FFF2-40B4-BE49-F238E27FC236}">
                  <a16:creationId xmlns:a16="http://schemas.microsoft.com/office/drawing/2014/main" id="{CB60AC90-5DEE-FE80-E9EE-9EC5AC0C22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6857" y="483361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Picture 2">
              <a:extLst>
                <a:ext uri="{FF2B5EF4-FFF2-40B4-BE49-F238E27FC236}">
                  <a16:creationId xmlns:a16="http://schemas.microsoft.com/office/drawing/2014/main" id="{B8FDF3F9-FC3E-74D1-045A-5000E2C1E7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5312" y="484101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Picture 2">
              <a:extLst>
                <a:ext uri="{FF2B5EF4-FFF2-40B4-BE49-F238E27FC236}">
                  <a16:creationId xmlns:a16="http://schemas.microsoft.com/office/drawing/2014/main" id="{A32CF5C3-D7BB-7053-E6C2-F383D95B48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5850" y="483260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8AF2AB0D-40A8-565C-3190-ABC03F34DFFF}"/>
              </a:ext>
            </a:extLst>
          </p:cNvPr>
          <p:cNvGrpSpPr/>
          <p:nvPr/>
        </p:nvGrpSpPr>
        <p:grpSpPr>
          <a:xfrm>
            <a:off x="4336115" y="2556193"/>
            <a:ext cx="3516594" cy="271788"/>
            <a:chOff x="4332683" y="2556193"/>
            <a:chExt cx="3516594" cy="271788"/>
          </a:xfrm>
        </p:grpSpPr>
        <p:pic>
          <p:nvPicPr>
            <p:cNvPr id="102" name="Picture 2">
              <a:extLst>
                <a:ext uri="{FF2B5EF4-FFF2-40B4-BE49-F238E27FC236}">
                  <a16:creationId xmlns:a16="http://schemas.microsoft.com/office/drawing/2014/main" id="{F3C77763-DDEB-610A-6FA7-33C12C73E5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Picture 2">
              <a:extLst>
                <a:ext uri="{FF2B5EF4-FFF2-40B4-BE49-F238E27FC236}">
                  <a16:creationId xmlns:a16="http://schemas.microsoft.com/office/drawing/2014/main" id="{2D8227D2-CE28-8DE8-1558-0AD4BCED03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2">
              <a:extLst>
                <a:ext uri="{FF2B5EF4-FFF2-40B4-BE49-F238E27FC236}">
                  <a16:creationId xmlns:a16="http://schemas.microsoft.com/office/drawing/2014/main" id="{C47FDAC3-55FF-8772-9B11-0DA42A0990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2557206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" name="Picture 2">
              <a:extLst>
                <a:ext uri="{FF2B5EF4-FFF2-40B4-BE49-F238E27FC236}">
                  <a16:creationId xmlns:a16="http://schemas.microsoft.com/office/drawing/2014/main" id="{3035B1CF-52E5-FAD4-45C5-A382AD7EFD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256256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" name="Picture 2">
              <a:extLst>
                <a:ext uri="{FF2B5EF4-FFF2-40B4-BE49-F238E27FC236}">
                  <a16:creationId xmlns:a16="http://schemas.microsoft.com/office/drawing/2014/main" id="{C91756AF-4E4C-24AC-AF5D-FE69D9B13D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Picture 2">
              <a:extLst>
                <a:ext uri="{FF2B5EF4-FFF2-40B4-BE49-F238E27FC236}">
                  <a16:creationId xmlns:a16="http://schemas.microsoft.com/office/drawing/2014/main" id="{719C8651-D0D4-D549-EC1A-65D6707B16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" name="Picture 2">
              <a:extLst>
                <a:ext uri="{FF2B5EF4-FFF2-40B4-BE49-F238E27FC236}">
                  <a16:creationId xmlns:a16="http://schemas.microsoft.com/office/drawing/2014/main" id="{D3F1F46F-9CB5-9EEB-DF0B-0C24DE6C43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55619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" name="Picture 2">
              <a:extLst>
                <a:ext uri="{FF2B5EF4-FFF2-40B4-BE49-F238E27FC236}">
                  <a16:creationId xmlns:a16="http://schemas.microsoft.com/office/drawing/2014/main" id="{759A6A92-1E99-66BA-936C-A4E51AFC6B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256155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E6451AD7-DF20-A827-9EFA-ACD57D68E3B8}"/>
              </a:ext>
            </a:extLst>
          </p:cNvPr>
          <p:cNvGrpSpPr/>
          <p:nvPr/>
        </p:nvGrpSpPr>
        <p:grpSpPr>
          <a:xfrm>
            <a:off x="4332683" y="3458965"/>
            <a:ext cx="3516594" cy="271788"/>
            <a:chOff x="4332683" y="2556193"/>
            <a:chExt cx="3516594" cy="271788"/>
          </a:xfrm>
        </p:grpSpPr>
        <p:pic>
          <p:nvPicPr>
            <p:cNvPr id="111" name="Picture 2">
              <a:extLst>
                <a:ext uri="{FF2B5EF4-FFF2-40B4-BE49-F238E27FC236}">
                  <a16:creationId xmlns:a16="http://schemas.microsoft.com/office/drawing/2014/main" id="{B0710F21-B73A-0588-38F7-7F1A284956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2">
              <a:extLst>
                <a:ext uri="{FF2B5EF4-FFF2-40B4-BE49-F238E27FC236}">
                  <a16:creationId xmlns:a16="http://schemas.microsoft.com/office/drawing/2014/main" id="{B5685A3E-F19D-273B-50A6-50E179FBAB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2">
              <a:extLst>
                <a:ext uri="{FF2B5EF4-FFF2-40B4-BE49-F238E27FC236}">
                  <a16:creationId xmlns:a16="http://schemas.microsoft.com/office/drawing/2014/main" id="{E9A12436-1460-C1FE-2B6E-0DF6991456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2557206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2">
              <a:extLst>
                <a:ext uri="{FF2B5EF4-FFF2-40B4-BE49-F238E27FC236}">
                  <a16:creationId xmlns:a16="http://schemas.microsoft.com/office/drawing/2014/main" id="{E0956863-B5F8-32DF-0A50-CF159640B0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256256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" name="Picture 2">
              <a:extLst>
                <a:ext uri="{FF2B5EF4-FFF2-40B4-BE49-F238E27FC236}">
                  <a16:creationId xmlns:a16="http://schemas.microsoft.com/office/drawing/2014/main" id="{2992050E-1B70-9AD9-E05E-4937A439C4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6" name="Picture 2">
              <a:extLst>
                <a:ext uri="{FF2B5EF4-FFF2-40B4-BE49-F238E27FC236}">
                  <a16:creationId xmlns:a16="http://schemas.microsoft.com/office/drawing/2014/main" id="{E6241E56-6CFE-9BFF-A83F-EAEEB4092A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7" name="Picture 2">
              <a:extLst>
                <a:ext uri="{FF2B5EF4-FFF2-40B4-BE49-F238E27FC236}">
                  <a16:creationId xmlns:a16="http://schemas.microsoft.com/office/drawing/2014/main" id="{E5A60185-5C83-302A-99D6-9DF5F55760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55619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8" name="Picture 2">
              <a:extLst>
                <a:ext uri="{FF2B5EF4-FFF2-40B4-BE49-F238E27FC236}">
                  <a16:creationId xmlns:a16="http://schemas.microsoft.com/office/drawing/2014/main" id="{80246071-6B83-7315-E563-A6D61516BC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256155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17ABDBCB-6EDE-4ED0-2FAE-6A38A9152F77}"/>
              </a:ext>
            </a:extLst>
          </p:cNvPr>
          <p:cNvGrpSpPr/>
          <p:nvPr/>
        </p:nvGrpSpPr>
        <p:grpSpPr>
          <a:xfrm>
            <a:off x="4332683" y="4373210"/>
            <a:ext cx="3516594" cy="271788"/>
            <a:chOff x="4332683" y="2556193"/>
            <a:chExt cx="3516594" cy="271788"/>
          </a:xfrm>
        </p:grpSpPr>
        <p:pic>
          <p:nvPicPr>
            <p:cNvPr id="120" name="Picture 2">
              <a:extLst>
                <a:ext uri="{FF2B5EF4-FFF2-40B4-BE49-F238E27FC236}">
                  <a16:creationId xmlns:a16="http://schemas.microsoft.com/office/drawing/2014/main" id="{269CC3FE-2CB6-4593-F7C7-D5EE43E977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" name="Picture 2">
              <a:extLst>
                <a:ext uri="{FF2B5EF4-FFF2-40B4-BE49-F238E27FC236}">
                  <a16:creationId xmlns:a16="http://schemas.microsoft.com/office/drawing/2014/main" id="{888CA658-58CE-F199-39ED-F5709778F6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0534B6C1-3F02-9050-74D0-A65DB31DDA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2557206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2">
              <a:extLst>
                <a:ext uri="{FF2B5EF4-FFF2-40B4-BE49-F238E27FC236}">
                  <a16:creationId xmlns:a16="http://schemas.microsoft.com/office/drawing/2014/main" id="{EDDD2633-22E6-976F-0520-726CE3D0EF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256256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" name="Picture 2">
              <a:extLst>
                <a:ext uri="{FF2B5EF4-FFF2-40B4-BE49-F238E27FC236}">
                  <a16:creationId xmlns:a16="http://schemas.microsoft.com/office/drawing/2014/main" id="{4BA755A7-EB4A-E5D6-D929-46C5BF9049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5" name="Picture 2">
              <a:extLst>
                <a:ext uri="{FF2B5EF4-FFF2-40B4-BE49-F238E27FC236}">
                  <a16:creationId xmlns:a16="http://schemas.microsoft.com/office/drawing/2014/main" id="{EFFDBA28-5D38-DC46-E031-949B10F75D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6" name="Picture 2">
              <a:extLst>
                <a:ext uri="{FF2B5EF4-FFF2-40B4-BE49-F238E27FC236}">
                  <a16:creationId xmlns:a16="http://schemas.microsoft.com/office/drawing/2014/main" id="{4CC5BA59-BBB0-4241-E93D-5A6C32627D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55619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7" name="Picture 2">
              <a:extLst>
                <a:ext uri="{FF2B5EF4-FFF2-40B4-BE49-F238E27FC236}">
                  <a16:creationId xmlns:a16="http://schemas.microsoft.com/office/drawing/2014/main" id="{1357C0EB-9585-DBC0-3D56-02608868E5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256155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8" name="Titel 1">
            <a:extLst>
              <a:ext uri="{FF2B5EF4-FFF2-40B4-BE49-F238E27FC236}">
                <a16:creationId xmlns:a16="http://schemas.microsoft.com/office/drawing/2014/main" id="{005750B1-3C5B-91D0-D274-9954BD44630D}"/>
              </a:ext>
            </a:extLst>
          </p:cNvPr>
          <p:cNvSpPr txBox="1">
            <a:spLocks/>
          </p:cNvSpPr>
          <p:nvPr/>
        </p:nvSpPr>
        <p:spPr>
          <a:xfrm>
            <a:off x="8470676" y="391886"/>
            <a:ext cx="333790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ESP32-S3</a:t>
            </a:r>
          </a:p>
        </p:txBody>
      </p:sp>
    </p:spTree>
    <p:extLst>
      <p:ext uri="{BB962C8B-B14F-4D97-AF65-F5344CB8AC3E}">
        <p14:creationId xmlns:p14="http://schemas.microsoft.com/office/powerpoint/2010/main" val="2154069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180A-80AC-FDAE-1487-2F434646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87666121-48E7-5885-9D79-19AFDB224A2A}"/>
              </a:ext>
            </a:extLst>
          </p:cNvPr>
          <p:cNvSpPr txBox="1"/>
          <p:nvPr/>
        </p:nvSpPr>
        <p:spPr>
          <a:xfrm>
            <a:off x="4366219" y="51953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0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B286B24-8178-E690-FA7F-A43ED63B9043}"/>
              </a:ext>
            </a:extLst>
          </p:cNvPr>
          <p:cNvSpPr txBox="1"/>
          <p:nvPr/>
        </p:nvSpPr>
        <p:spPr>
          <a:xfrm>
            <a:off x="4815314" y="519693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6DED038-9CC4-41A4-E555-CD76BD660D25}"/>
              </a:ext>
            </a:extLst>
          </p:cNvPr>
          <p:cNvSpPr txBox="1"/>
          <p:nvPr/>
        </p:nvSpPr>
        <p:spPr>
          <a:xfrm>
            <a:off x="5264408" y="51953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1173375-D7C1-A643-E4B9-7AC44857DC5F}"/>
              </a:ext>
            </a:extLst>
          </p:cNvPr>
          <p:cNvSpPr txBox="1"/>
          <p:nvPr/>
        </p:nvSpPr>
        <p:spPr>
          <a:xfrm>
            <a:off x="6611332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5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2594459-F8E4-25A2-C3CC-1E73505A0CB1}"/>
              </a:ext>
            </a:extLst>
          </p:cNvPr>
          <p:cNvSpPr txBox="1"/>
          <p:nvPr/>
        </p:nvSpPr>
        <p:spPr>
          <a:xfrm>
            <a:off x="5713502" y="51953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3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EFF9D94-2FE0-55CD-7C6B-A472D88CA4A8}"/>
              </a:ext>
            </a:extLst>
          </p:cNvPr>
          <p:cNvSpPr txBox="1"/>
          <p:nvPr/>
        </p:nvSpPr>
        <p:spPr>
          <a:xfrm>
            <a:off x="6162417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90C581B-7A6C-4B5A-8954-D8CF3A5A36A2}"/>
              </a:ext>
            </a:extLst>
          </p:cNvPr>
          <p:cNvSpPr txBox="1"/>
          <p:nvPr/>
        </p:nvSpPr>
        <p:spPr>
          <a:xfrm>
            <a:off x="7060247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6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F0F70AF-5F62-CAFE-C104-B6ABD4663A97}"/>
              </a:ext>
            </a:extLst>
          </p:cNvPr>
          <p:cNvSpPr txBox="1"/>
          <p:nvPr/>
        </p:nvSpPr>
        <p:spPr>
          <a:xfrm>
            <a:off x="7509162" y="519467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7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EF04606-4432-103A-ACF9-49331D8C24E6}"/>
              </a:ext>
            </a:extLst>
          </p:cNvPr>
          <p:cNvGrpSpPr/>
          <p:nvPr/>
        </p:nvGrpSpPr>
        <p:grpSpPr>
          <a:xfrm rot="16200000">
            <a:off x="6396279" y="3215269"/>
            <a:ext cx="3512275" cy="315165"/>
            <a:chOff x="7774848" y="2232388"/>
            <a:chExt cx="3512275" cy="315165"/>
          </a:xfrm>
        </p:grpSpPr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45113348-9172-88EF-F710-CFD27F35DD43}"/>
                </a:ext>
              </a:extLst>
            </p:cNvPr>
            <p:cNvSpPr txBox="1"/>
            <p:nvPr/>
          </p:nvSpPr>
          <p:spPr>
            <a:xfrm rot="5400000">
              <a:off x="7803061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0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0125CBFD-2EEB-CA9D-CEEA-961AB3530DB6}"/>
                </a:ext>
              </a:extLst>
            </p:cNvPr>
            <p:cNvSpPr txBox="1"/>
            <p:nvPr/>
          </p:nvSpPr>
          <p:spPr>
            <a:xfrm rot="5400000">
              <a:off x="8252157" y="220643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1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17F3BB8D-9CF5-74FD-CCB6-DE327A24877A}"/>
                </a:ext>
              </a:extLst>
            </p:cNvPr>
            <p:cNvSpPr txBox="1"/>
            <p:nvPr/>
          </p:nvSpPr>
          <p:spPr>
            <a:xfrm rot="5400000">
              <a:off x="8701251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2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4CCE350-7444-EFD6-F1C0-6CF13D1FDC77}"/>
                </a:ext>
              </a:extLst>
            </p:cNvPr>
            <p:cNvSpPr txBox="1"/>
            <p:nvPr/>
          </p:nvSpPr>
          <p:spPr>
            <a:xfrm rot="5400000">
              <a:off x="10048174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5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EC88B9E-CF03-0625-421B-AE8492AF31E4}"/>
                </a:ext>
              </a:extLst>
            </p:cNvPr>
            <p:cNvSpPr txBox="1"/>
            <p:nvPr/>
          </p:nvSpPr>
          <p:spPr>
            <a:xfrm rot="5400000">
              <a:off x="9150345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3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871C8BE0-E15A-60D0-86F5-39DB8DFEF8F2}"/>
                </a:ext>
              </a:extLst>
            </p:cNvPr>
            <p:cNvSpPr txBox="1"/>
            <p:nvPr/>
          </p:nvSpPr>
          <p:spPr>
            <a:xfrm rot="5400000">
              <a:off x="9599259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4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87B9D4C3-91B3-AD1F-C5D0-FE60AA28C582}"/>
                </a:ext>
              </a:extLst>
            </p:cNvPr>
            <p:cNvSpPr txBox="1"/>
            <p:nvPr/>
          </p:nvSpPr>
          <p:spPr>
            <a:xfrm rot="5400000">
              <a:off x="10497089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6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83A4C609-7940-C64C-362B-43A46EF0F686}"/>
                </a:ext>
              </a:extLst>
            </p:cNvPr>
            <p:cNvSpPr txBox="1"/>
            <p:nvPr/>
          </p:nvSpPr>
          <p:spPr>
            <a:xfrm rot="5400000">
              <a:off x="10946004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7</a:t>
              </a:r>
            </a:p>
          </p:txBody>
        </p:sp>
      </p:grpSp>
      <p:sp>
        <p:nvSpPr>
          <p:cNvPr id="22" name="Titel 1">
            <a:extLst>
              <a:ext uri="{FF2B5EF4-FFF2-40B4-BE49-F238E27FC236}">
                <a16:creationId xmlns:a16="http://schemas.microsoft.com/office/drawing/2014/main" id="{8E347B2F-77E0-67FB-68CD-4D350829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760" y="391886"/>
            <a:ext cx="4650377" cy="428170"/>
          </a:xfrm>
        </p:spPr>
        <p:txBody>
          <a:bodyPr rtlCol="0" anchor="ctr">
            <a:noAutofit/>
          </a:bodyPr>
          <a:lstStyle/>
          <a:p>
            <a:pPr rtl="0"/>
            <a:r>
              <a:rPr lang="de" sz="2400" dirty="0"/>
              <a:t>KONZEPTE</a:t>
            </a:r>
          </a:p>
        </p:txBody>
      </p:sp>
      <p:sp>
        <p:nvSpPr>
          <p:cNvPr id="23" name="Titel 1">
            <a:extLst>
              <a:ext uri="{FF2B5EF4-FFF2-40B4-BE49-F238E27FC236}">
                <a16:creationId xmlns:a16="http://schemas.microsoft.com/office/drawing/2014/main" id="{3E96D23C-A018-C739-0DE4-67A05BA7EB5A}"/>
              </a:ext>
            </a:extLst>
          </p:cNvPr>
          <p:cNvSpPr txBox="1">
            <a:spLocks/>
          </p:cNvSpPr>
          <p:nvPr/>
        </p:nvSpPr>
        <p:spPr>
          <a:xfrm>
            <a:off x="3794760" y="6052661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Chess.INO</a:t>
            </a:r>
          </a:p>
        </p:txBody>
      </p:sp>
      <p:sp>
        <p:nvSpPr>
          <p:cNvPr id="24" name="Titel 10">
            <a:extLst>
              <a:ext uri="{FF2B5EF4-FFF2-40B4-BE49-F238E27FC236}">
                <a16:creationId xmlns:a16="http://schemas.microsoft.com/office/drawing/2014/main" id="{20E5B47F-AE2D-0BDA-B67A-DA5BB182F214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CHESS.INO</a:t>
            </a:r>
          </a:p>
        </p:txBody>
      </p:sp>
      <p:sp>
        <p:nvSpPr>
          <p:cNvPr id="25" name="Foliennummernplatzhalter 1">
            <a:extLst>
              <a:ext uri="{FF2B5EF4-FFF2-40B4-BE49-F238E27FC236}">
                <a16:creationId xmlns:a16="http://schemas.microsoft.com/office/drawing/2014/main" id="{ABFC2AEA-19AB-5227-7CD1-FD6C14ED8E4F}"/>
              </a:ext>
            </a:extLst>
          </p:cNvPr>
          <p:cNvSpPr txBox="1">
            <a:spLocks/>
          </p:cNvSpPr>
          <p:nvPr/>
        </p:nvSpPr>
        <p:spPr>
          <a:xfrm>
            <a:off x="10895012" y="6102626"/>
            <a:ext cx="838201" cy="276228"/>
          </a:xfrm>
          <a:prstGeom prst="rect">
            <a:avLst/>
          </a:prstGeom>
        </p:spPr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A013F82-EE5E-44EE-A61D-E31C6657F26F}" type="slidenum">
              <a:rPr lang="en-US" sz="1400" smtClean="0"/>
              <a:pPr algn="r"/>
              <a:t>8</a:t>
            </a:fld>
            <a:endParaRPr lang="en-US" sz="140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C6CB7B1-617F-DC34-F5D2-6F0A7A290CBA}"/>
              </a:ext>
            </a:extLst>
          </p:cNvPr>
          <p:cNvSpPr/>
          <p:nvPr/>
        </p:nvSpPr>
        <p:spPr>
          <a:xfrm>
            <a:off x="4726260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E24AA36-081B-5142-F0DD-4BD17939C22C}"/>
              </a:ext>
            </a:extLst>
          </p:cNvPr>
          <p:cNvSpPr/>
          <p:nvPr/>
        </p:nvSpPr>
        <p:spPr>
          <a:xfrm>
            <a:off x="5639563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09D3524-1F15-599C-0B3B-28C015CAE0B1}"/>
              </a:ext>
            </a:extLst>
          </p:cNvPr>
          <p:cNvSpPr/>
          <p:nvPr/>
        </p:nvSpPr>
        <p:spPr>
          <a:xfrm>
            <a:off x="6546308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8237036-5647-51D4-774B-5082654E5063}"/>
              </a:ext>
            </a:extLst>
          </p:cNvPr>
          <p:cNvSpPr/>
          <p:nvPr/>
        </p:nvSpPr>
        <p:spPr>
          <a:xfrm>
            <a:off x="7453053" y="154876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DB312BA-1B96-8BA3-0043-73EBB9E961A6}"/>
              </a:ext>
            </a:extLst>
          </p:cNvPr>
          <p:cNvSpPr/>
          <p:nvPr/>
        </p:nvSpPr>
        <p:spPr>
          <a:xfrm>
            <a:off x="4272711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22F954B-C1E8-BBA6-CEB4-21B44F5F0CCC}"/>
              </a:ext>
            </a:extLst>
          </p:cNvPr>
          <p:cNvSpPr/>
          <p:nvPr/>
        </p:nvSpPr>
        <p:spPr>
          <a:xfrm>
            <a:off x="5186014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83BA090-0B30-087C-E6F1-DFAF405B6ED6}"/>
              </a:ext>
            </a:extLst>
          </p:cNvPr>
          <p:cNvSpPr/>
          <p:nvPr/>
        </p:nvSpPr>
        <p:spPr>
          <a:xfrm>
            <a:off x="6092759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B552286-FFFD-8A1F-AF0F-43876F99B4FA}"/>
              </a:ext>
            </a:extLst>
          </p:cNvPr>
          <p:cNvSpPr/>
          <p:nvPr/>
        </p:nvSpPr>
        <p:spPr>
          <a:xfrm>
            <a:off x="6999504" y="201084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A17CEFD-5D84-1CEE-C831-482E4B991EA0}"/>
              </a:ext>
            </a:extLst>
          </p:cNvPr>
          <p:cNvSpPr/>
          <p:nvPr/>
        </p:nvSpPr>
        <p:spPr>
          <a:xfrm>
            <a:off x="4729346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2B93520-4209-042D-9596-A1DCCA8A43A8}"/>
              </a:ext>
            </a:extLst>
          </p:cNvPr>
          <p:cNvSpPr/>
          <p:nvPr/>
        </p:nvSpPr>
        <p:spPr>
          <a:xfrm>
            <a:off x="5642649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98187C3-65F8-9328-91AF-7EFA0BA3D34F}"/>
              </a:ext>
            </a:extLst>
          </p:cNvPr>
          <p:cNvSpPr/>
          <p:nvPr/>
        </p:nvSpPr>
        <p:spPr>
          <a:xfrm>
            <a:off x="6549394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545C3EE-C220-4F1A-8640-5A591B087797}"/>
              </a:ext>
            </a:extLst>
          </p:cNvPr>
          <p:cNvSpPr/>
          <p:nvPr/>
        </p:nvSpPr>
        <p:spPr>
          <a:xfrm>
            <a:off x="7456139" y="245944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A493748-21BA-8311-E868-BB9DAD92D395}"/>
              </a:ext>
            </a:extLst>
          </p:cNvPr>
          <p:cNvSpPr/>
          <p:nvPr/>
        </p:nvSpPr>
        <p:spPr>
          <a:xfrm>
            <a:off x="4272711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D9273AD-D84E-6F35-507E-C0250D0C5E3A}"/>
              </a:ext>
            </a:extLst>
          </p:cNvPr>
          <p:cNvSpPr/>
          <p:nvPr/>
        </p:nvSpPr>
        <p:spPr>
          <a:xfrm>
            <a:off x="5186014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FAD7D3E-4E6E-A31D-5105-40FD79E74A93}"/>
              </a:ext>
            </a:extLst>
          </p:cNvPr>
          <p:cNvSpPr/>
          <p:nvPr/>
        </p:nvSpPr>
        <p:spPr>
          <a:xfrm>
            <a:off x="6092759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DD6F681-9628-7772-6DAD-ACA3359D8BEC}"/>
              </a:ext>
            </a:extLst>
          </p:cNvPr>
          <p:cNvSpPr/>
          <p:nvPr/>
        </p:nvSpPr>
        <p:spPr>
          <a:xfrm>
            <a:off x="6999504" y="291638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EC19BDCB-6001-D6DD-6BF2-CBE3A5AB96A1}"/>
              </a:ext>
            </a:extLst>
          </p:cNvPr>
          <p:cNvSpPr/>
          <p:nvPr/>
        </p:nvSpPr>
        <p:spPr>
          <a:xfrm>
            <a:off x="4729346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C6F5C6B-8A67-5CEC-3585-009381D52BC4}"/>
              </a:ext>
            </a:extLst>
          </p:cNvPr>
          <p:cNvSpPr/>
          <p:nvPr/>
        </p:nvSpPr>
        <p:spPr>
          <a:xfrm>
            <a:off x="5642649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4F0EA71-9E56-6C31-B486-E28368191BF6}"/>
              </a:ext>
            </a:extLst>
          </p:cNvPr>
          <p:cNvSpPr/>
          <p:nvPr/>
        </p:nvSpPr>
        <p:spPr>
          <a:xfrm>
            <a:off x="6549394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44AE1D0-300A-DD95-71F0-2F9B0ADD16EE}"/>
              </a:ext>
            </a:extLst>
          </p:cNvPr>
          <p:cNvSpPr/>
          <p:nvPr/>
        </p:nvSpPr>
        <p:spPr>
          <a:xfrm>
            <a:off x="7456139" y="336497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3ECF4A4-4B95-E3BC-A261-3A3EBCA241D1}"/>
              </a:ext>
            </a:extLst>
          </p:cNvPr>
          <p:cNvSpPr/>
          <p:nvPr/>
        </p:nvSpPr>
        <p:spPr>
          <a:xfrm>
            <a:off x="4272711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1E790DDC-121E-BA85-332C-0F18D1C768E4}"/>
              </a:ext>
            </a:extLst>
          </p:cNvPr>
          <p:cNvSpPr/>
          <p:nvPr/>
        </p:nvSpPr>
        <p:spPr>
          <a:xfrm>
            <a:off x="5186014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C9FB9CB3-7044-8F01-1271-83B8D1B42831}"/>
              </a:ext>
            </a:extLst>
          </p:cNvPr>
          <p:cNvSpPr/>
          <p:nvPr/>
        </p:nvSpPr>
        <p:spPr>
          <a:xfrm>
            <a:off x="6092759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176DF1DA-4899-28EC-57DD-591C43470ADE}"/>
              </a:ext>
            </a:extLst>
          </p:cNvPr>
          <p:cNvSpPr/>
          <p:nvPr/>
        </p:nvSpPr>
        <p:spPr>
          <a:xfrm>
            <a:off x="6999504" y="382057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08F30728-55AE-22C8-8FDC-618E092908E4}"/>
              </a:ext>
            </a:extLst>
          </p:cNvPr>
          <p:cNvSpPr/>
          <p:nvPr/>
        </p:nvSpPr>
        <p:spPr>
          <a:xfrm>
            <a:off x="4724324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D5B7A5D0-6581-9D2E-1395-28BDE8D74528}"/>
              </a:ext>
            </a:extLst>
          </p:cNvPr>
          <p:cNvSpPr/>
          <p:nvPr/>
        </p:nvSpPr>
        <p:spPr>
          <a:xfrm>
            <a:off x="5637627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D1BC233F-2D95-FF55-F360-FF4CD3FEAF0B}"/>
              </a:ext>
            </a:extLst>
          </p:cNvPr>
          <p:cNvSpPr/>
          <p:nvPr/>
        </p:nvSpPr>
        <p:spPr>
          <a:xfrm>
            <a:off x="6544372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6B28CAED-D0CE-5ACD-41DA-91507D5ED215}"/>
              </a:ext>
            </a:extLst>
          </p:cNvPr>
          <p:cNvSpPr/>
          <p:nvPr/>
        </p:nvSpPr>
        <p:spPr>
          <a:xfrm>
            <a:off x="7451117" y="4283629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3DF1F135-B7D1-64B8-2733-BFD92C2917D3}"/>
              </a:ext>
            </a:extLst>
          </p:cNvPr>
          <p:cNvSpPr/>
          <p:nvPr/>
        </p:nvSpPr>
        <p:spPr>
          <a:xfrm>
            <a:off x="4272711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374B40AC-EDFB-FF17-C764-ED3968201B62}"/>
              </a:ext>
            </a:extLst>
          </p:cNvPr>
          <p:cNvSpPr/>
          <p:nvPr/>
        </p:nvSpPr>
        <p:spPr>
          <a:xfrm>
            <a:off x="5186014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71F67319-4B8A-6531-D8D0-D0D9BDF368E3}"/>
              </a:ext>
            </a:extLst>
          </p:cNvPr>
          <p:cNvSpPr/>
          <p:nvPr/>
        </p:nvSpPr>
        <p:spPr>
          <a:xfrm>
            <a:off x="6092759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5E25A192-BE77-74D5-0D34-022441682B23}"/>
              </a:ext>
            </a:extLst>
          </p:cNvPr>
          <p:cNvSpPr/>
          <p:nvPr/>
        </p:nvSpPr>
        <p:spPr>
          <a:xfrm>
            <a:off x="6999504" y="4733106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6" name="Titel 1">
            <a:extLst>
              <a:ext uri="{FF2B5EF4-FFF2-40B4-BE49-F238E27FC236}">
                <a16:creationId xmlns:a16="http://schemas.microsoft.com/office/drawing/2014/main" id="{2F52A820-D71F-E81A-2E01-BA4C5884D582}"/>
              </a:ext>
            </a:extLst>
          </p:cNvPr>
          <p:cNvSpPr txBox="1">
            <a:spLocks/>
          </p:cNvSpPr>
          <p:nvPr/>
        </p:nvSpPr>
        <p:spPr>
          <a:xfrm>
            <a:off x="8470676" y="391886"/>
            <a:ext cx="333790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ESP32-S3</a:t>
            </a:r>
          </a:p>
        </p:txBody>
      </p:sp>
      <p:cxnSp>
        <p:nvCxnSpPr>
          <p:cNvPr id="1086" name="Gerader Verbinder 1085">
            <a:extLst>
              <a:ext uri="{FF2B5EF4-FFF2-40B4-BE49-F238E27FC236}">
                <a16:creationId xmlns:a16="http://schemas.microsoft.com/office/drawing/2014/main" id="{065D6E4A-92E2-2465-555F-29736F100EF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514168" y="1779485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Gerader Verbinder 1088">
            <a:extLst>
              <a:ext uri="{FF2B5EF4-FFF2-40B4-BE49-F238E27FC236}">
                <a16:creationId xmlns:a16="http://schemas.microsoft.com/office/drawing/2014/main" id="{2D24DE67-D46F-D5E7-D7AC-71A9130BFAC5}"/>
              </a:ext>
            </a:extLst>
          </p:cNvPr>
          <p:cNvCxnSpPr>
            <a:cxnSpLocks/>
          </p:cNvCxnSpPr>
          <p:nvPr/>
        </p:nvCxnSpPr>
        <p:spPr>
          <a:xfrm>
            <a:off x="4476328" y="1772816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Gerader Verbinder 1092">
            <a:extLst>
              <a:ext uri="{FF2B5EF4-FFF2-40B4-BE49-F238E27FC236}">
                <a16:creationId xmlns:a16="http://schemas.microsoft.com/office/drawing/2014/main" id="{509A2DD0-CF76-365C-DAA2-74DF7E77C82F}"/>
              </a:ext>
            </a:extLst>
          </p:cNvPr>
          <p:cNvCxnSpPr>
            <a:cxnSpLocks/>
          </p:cNvCxnSpPr>
          <p:nvPr/>
        </p:nvCxnSpPr>
        <p:spPr>
          <a:xfrm>
            <a:off x="4968045" y="1778011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Gerader Verbinder 1093">
            <a:extLst>
              <a:ext uri="{FF2B5EF4-FFF2-40B4-BE49-F238E27FC236}">
                <a16:creationId xmlns:a16="http://schemas.microsoft.com/office/drawing/2014/main" id="{92DCD5FF-87EC-0480-BDFC-822A3AAD40AC}"/>
              </a:ext>
            </a:extLst>
          </p:cNvPr>
          <p:cNvCxnSpPr>
            <a:cxnSpLocks/>
          </p:cNvCxnSpPr>
          <p:nvPr/>
        </p:nvCxnSpPr>
        <p:spPr>
          <a:xfrm>
            <a:off x="4930205" y="1771342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Gerader Verbinder 1094">
            <a:extLst>
              <a:ext uri="{FF2B5EF4-FFF2-40B4-BE49-F238E27FC236}">
                <a16:creationId xmlns:a16="http://schemas.microsoft.com/office/drawing/2014/main" id="{16030D81-750A-8259-6D3F-60717487FC42}"/>
              </a:ext>
            </a:extLst>
          </p:cNvPr>
          <p:cNvCxnSpPr>
            <a:cxnSpLocks/>
          </p:cNvCxnSpPr>
          <p:nvPr/>
        </p:nvCxnSpPr>
        <p:spPr>
          <a:xfrm>
            <a:off x="5425846" y="1772891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Gerader Verbinder 1095">
            <a:extLst>
              <a:ext uri="{FF2B5EF4-FFF2-40B4-BE49-F238E27FC236}">
                <a16:creationId xmlns:a16="http://schemas.microsoft.com/office/drawing/2014/main" id="{03B341DD-27E0-6E78-953D-EB8828950996}"/>
              </a:ext>
            </a:extLst>
          </p:cNvPr>
          <p:cNvCxnSpPr>
            <a:cxnSpLocks/>
          </p:cNvCxnSpPr>
          <p:nvPr/>
        </p:nvCxnSpPr>
        <p:spPr>
          <a:xfrm>
            <a:off x="5388006" y="1766222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Gerader Verbinder 1096">
            <a:extLst>
              <a:ext uri="{FF2B5EF4-FFF2-40B4-BE49-F238E27FC236}">
                <a16:creationId xmlns:a16="http://schemas.microsoft.com/office/drawing/2014/main" id="{0EDCDA5F-BE5F-BB68-146E-BB3153FC69EC}"/>
              </a:ext>
            </a:extLst>
          </p:cNvPr>
          <p:cNvCxnSpPr>
            <a:cxnSpLocks/>
          </p:cNvCxnSpPr>
          <p:nvPr/>
        </p:nvCxnSpPr>
        <p:spPr>
          <a:xfrm>
            <a:off x="5888787" y="1778011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Gerader Verbinder 1097">
            <a:extLst>
              <a:ext uri="{FF2B5EF4-FFF2-40B4-BE49-F238E27FC236}">
                <a16:creationId xmlns:a16="http://schemas.microsoft.com/office/drawing/2014/main" id="{A2A270A9-EA64-0BCC-EABE-B6E42FA805E5}"/>
              </a:ext>
            </a:extLst>
          </p:cNvPr>
          <p:cNvCxnSpPr>
            <a:cxnSpLocks/>
          </p:cNvCxnSpPr>
          <p:nvPr/>
        </p:nvCxnSpPr>
        <p:spPr>
          <a:xfrm>
            <a:off x="5850947" y="1771342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Gerader Verbinder 1098">
            <a:extLst>
              <a:ext uri="{FF2B5EF4-FFF2-40B4-BE49-F238E27FC236}">
                <a16:creationId xmlns:a16="http://schemas.microsoft.com/office/drawing/2014/main" id="{20313125-9F32-D29A-A93B-346BF4DF256D}"/>
              </a:ext>
            </a:extLst>
          </p:cNvPr>
          <p:cNvCxnSpPr>
            <a:cxnSpLocks/>
          </p:cNvCxnSpPr>
          <p:nvPr/>
        </p:nvCxnSpPr>
        <p:spPr>
          <a:xfrm>
            <a:off x="6336602" y="1772891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Gerader Verbinder 1099">
            <a:extLst>
              <a:ext uri="{FF2B5EF4-FFF2-40B4-BE49-F238E27FC236}">
                <a16:creationId xmlns:a16="http://schemas.microsoft.com/office/drawing/2014/main" id="{A34BCAB5-6ECB-79DB-DA0C-7C43998AAF3F}"/>
              </a:ext>
            </a:extLst>
          </p:cNvPr>
          <p:cNvCxnSpPr>
            <a:cxnSpLocks/>
          </p:cNvCxnSpPr>
          <p:nvPr/>
        </p:nvCxnSpPr>
        <p:spPr>
          <a:xfrm>
            <a:off x="6298762" y="1766222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Gerader Verbinder 1100">
            <a:extLst>
              <a:ext uri="{FF2B5EF4-FFF2-40B4-BE49-F238E27FC236}">
                <a16:creationId xmlns:a16="http://schemas.microsoft.com/office/drawing/2014/main" id="{274CF6A0-B10C-54F7-9A37-500E035FFFF6}"/>
              </a:ext>
            </a:extLst>
          </p:cNvPr>
          <p:cNvCxnSpPr>
            <a:cxnSpLocks/>
          </p:cNvCxnSpPr>
          <p:nvPr/>
        </p:nvCxnSpPr>
        <p:spPr>
          <a:xfrm>
            <a:off x="6796358" y="1779485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Gerader Verbinder 1101">
            <a:extLst>
              <a:ext uri="{FF2B5EF4-FFF2-40B4-BE49-F238E27FC236}">
                <a16:creationId xmlns:a16="http://schemas.microsoft.com/office/drawing/2014/main" id="{E8D6756F-EB3F-A8EC-8309-3BA7E8BD9B7E}"/>
              </a:ext>
            </a:extLst>
          </p:cNvPr>
          <p:cNvCxnSpPr>
            <a:cxnSpLocks/>
          </p:cNvCxnSpPr>
          <p:nvPr/>
        </p:nvCxnSpPr>
        <p:spPr>
          <a:xfrm>
            <a:off x="6758518" y="1772816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Gerader Verbinder 1102">
            <a:extLst>
              <a:ext uri="{FF2B5EF4-FFF2-40B4-BE49-F238E27FC236}">
                <a16:creationId xmlns:a16="http://schemas.microsoft.com/office/drawing/2014/main" id="{5FFCF53B-85B7-2C75-AAA3-A781FFC2F441}"/>
              </a:ext>
            </a:extLst>
          </p:cNvPr>
          <p:cNvCxnSpPr>
            <a:cxnSpLocks/>
          </p:cNvCxnSpPr>
          <p:nvPr/>
        </p:nvCxnSpPr>
        <p:spPr>
          <a:xfrm>
            <a:off x="7250235" y="1778011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Gerader Verbinder 1103">
            <a:extLst>
              <a:ext uri="{FF2B5EF4-FFF2-40B4-BE49-F238E27FC236}">
                <a16:creationId xmlns:a16="http://schemas.microsoft.com/office/drawing/2014/main" id="{BED7E829-CBD8-20DC-9430-23BC6504DD30}"/>
              </a:ext>
            </a:extLst>
          </p:cNvPr>
          <p:cNvCxnSpPr>
            <a:cxnSpLocks/>
          </p:cNvCxnSpPr>
          <p:nvPr/>
        </p:nvCxnSpPr>
        <p:spPr>
          <a:xfrm>
            <a:off x="7212395" y="1771342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Gerader Verbinder 1104">
            <a:extLst>
              <a:ext uri="{FF2B5EF4-FFF2-40B4-BE49-F238E27FC236}">
                <a16:creationId xmlns:a16="http://schemas.microsoft.com/office/drawing/2014/main" id="{DE5A6914-5496-CBBB-C3B9-06EC8D120D32}"/>
              </a:ext>
            </a:extLst>
          </p:cNvPr>
          <p:cNvCxnSpPr>
            <a:cxnSpLocks/>
          </p:cNvCxnSpPr>
          <p:nvPr/>
        </p:nvCxnSpPr>
        <p:spPr>
          <a:xfrm>
            <a:off x="7708036" y="1772891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Gerader Verbinder 1105">
            <a:extLst>
              <a:ext uri="{FF2B5EF4-FFF2-40B4-BE49-F238E27FC236}">
                <a16:creationId xmlns:a16="http://schemas.microsoft.com/office/drawing/2014/main" id="{A8D55B52-6A0C-2CFF-E3B5-C449CDE11389}"/>
              </a:ext>
            </a:extLst>
          </p:cNvPr>
          <p:cNvCxnSpPr>
            <a:cxnSpLocks/>
          </p:cNvCxnSpPr>
          <p:nvPr/>
        </p:nvCxnSpPr>
        <p:spPr>
          <a:xfrm>
            <a:off x="7670196" y="1766222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Gerader Verbinder 1106">
            <a:extLst>
              <a:ext uri="{FF2B5EF4-FFF2-40B4-BE49-F238E27FC236}">
                <a16:creationId xmlns:a16="http://schemas.microsoft.com/office/drawing/2014/main" id="{35D2DB13-044F-7DCA-45C8-939141454D6B}"/>
              </a:ext>
            </a:extLst>
          </p:cNvPr>
          <p:cNvCxnSpPr>
            <a:cxnSpLocks/>
            <a:endCxn id="27" idx="3"/>
          </p:cNvCxnSpPr>
          <p:nvPr/>
        </p:nvCxnSpPr>
        <p:spPr>
          <a:xfrm>
            <a:off x="4272711" y="1779161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Gerader Verbinder 1110">
            <a:extLst>
              <a:ext uri="{FF2B5EF4-FFF2-40B4-BE49-F238E27FC236}">
                <a16:creationId xmlns:a16="http://schemas.microsoft.com/office/drawing/2014/main" id="{BB2E5BE7-2796-7D99-B6C3-4ED67DB6AF84}"/>
              </a:ext>
            </a:extLst>
          </p:cNvPr>
          <p:cNvCxnSpPr>
            <a:cxnSpLocks/>
          </p:cNvCxnSpPr>
          <p:nvPr/>
        </p:nvCxnSpPr>
        <p:spPr>
          <a:xfrm>
            <a:off x="4272711" y="2230978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Gerader Verbinder 1111">
            <a:extLst>
              <a:ext uri="{FF2B5EF4-FFF2-40B4-BE49-F238E27FC236}">
                <a16:creationId xmlns:a16="http://schemas.microsoft.com/office/drawing/2014/main" id="{7C9287E5-F2A7-8A7B-1406-55E58FBB5BF1}"/>
              </a:ext>
            </a:extLst>
          </p:cNvPr>
          <p:cNvCxnSpPr>
            <a:cxnSpLocks/>
          </p:cNvCxnSpPr>
          <p:nvPr/>
        </p:nvCxnSpPr>
        <p:spPr>
          <a:xfrm>
            <a:off x="4279784" y="2693643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Gerader Verbinder 1112">
            <a:extLst>
              <a:ext uri="{FF2B5EF4-FFF2-40B4-BE49-F238E27FC236}">
                <a16:creationId xmlns:a16="http://schemas.microsoft.com/office/drawing/2014/main" id="{52CEC54C-1C6A-1291-B858-892A314B0FDF}"/>
              </a:ext>
            </a:extLst>
          </p:cNvPr>
          <p:cNvCxnSpPr>
            <a:cxnSpLocks/>
          </p:cNvCxnSpPr>
          <p:nvPr/>
        </p:nvCxnSpPr>
        <p:spPr>
          <a:xfrm>
            <a:off x="4270775" y="3138062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Gerader Verbinder 1113">
            <a:extLst>
              <a:ext uri="{FF2B5EF4-FFF2-40B4-BE49-F238E27FC236}">
                <a16:creationId xmlns:a16="http://schemas.microsoft.com/office/drawing/2014/main" id="{7A54EDC0-EC41-4746-95FD-BF1F9D33DB42}"/>
              </a:ext>
            </a:extLst>
          </p:cNvPr>
          <p:cNvCxnSpPr>
            <a:cxnSpLocks/>
          </p:cNvCxnSpPr>
          <p:nvPr/>
        </p:nvCxnSpPr>
        <p:spPr>
          <a:xfrm>
            <a:off x="4274585" y="3601309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Gerader Verbinder 1114">
            <a:extLst>
              <a:ext uri="{FF2B5EF4-FFF2-40B4-BE49-F238E27FC236}">
                <a16:creationId xmlns:a16="http://schemas.microsoft.com/office/drawing/2014/main" id="{6708204C-E1FB-462A-95DC-D929AEED7800}"/>
              </a:ext>
            </a:extLst>
          </p:cNvPr>
          <p:cNvCxnSpPr>
            <a:cxnSpLocks/>
          </p:cNvCxnSpPr>
          <p:nvPr/>
        </p:nvCxnSpPr>
        <p:spPr>
          <a:xfrm>
            <a:off x="4277848" y="4044924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Gerader Verbinder 1115">
            <a:extLst>
              <a:ext uri="{FF2B5EF4-FFF2-40B4-BE49-F238E27FC236}">
                <a16:creationId xmlns:a16="http://schemas.microsoft.com/office/drawing/2014/main" id="{CEEBEDCA-E7D2-0BDE-8EFF-33096AB5269B}"/>
              </a:ext>
            </a:extLst>
          </p:cNvPr>
          <p:cNvCxnSpPr>
            <a:cxnSpLocks/>
          </p:cNvCxnSpPr>
          <p:nvPr/>
        </p:nvCxnSpPr>
        <p:spPr>
          <a:xfrm>
            <a:off x="4269448" y="4514777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Gerader Verbinder 1116">
            <a:extLst>
              <a:ext uri="{FF2B5EF4-FFF2-40B4-BE49-F238E27FC236}">
                <a16:creationId xmlns:a16="http://schemas.microsoft.com/office/drawing/2014/main" id="{A75A21D1-FAFD-014C-234D-2B5FFA245066}"/>
              </a:ext>
            </a:extLst>
          </p:cNvPr>
          <p:cNvCxnSpPr>
            <a:cxnSpLocks/>
          </p:cNvCxnSpPr>
          <p:nvPr/>
        </p:nvCxnSpPr>
        <p:spPr>
          <a:xfrm>
            <a:off x="4272711" y="4969822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2" name="Gruppieren 1121">
            <a:extLst>
              <a:ext uri="{FF2B5EF4-FFF2-40B4-BE49-F238E27FC236}">
                <a16:creationId xmlns:a16="http://schemas.microsoft.com/office/drawing/2014/main" id="{20025263-BC12-0D2B-DDCC-6C4DE393149F}"/>
              </a:ext>
            </a:extLst>
          </p:cNvPr>
          <p:cNvGrpSpPr/>
          <p:nvPr/>
        </p:nvGrpSpPr>
        <p:grpSpPr>
          <a:xfrm>
            <a:off x="4332683" y="1635507"/>
            <a:ext cx="3516594" cy="271788"/>
            <a:chOff x="4332683" y="1635507"/>
            <a:chExt cx="3516594" cy="271788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22D1B49F-1EE9-DEAE-A0A7-0900A12B56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164086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5732FD5-2A8D-4251-EF7F-7371244E0F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16449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2">
              <a:extLst>
                <a:ext uri="{FF2B5EF4-FFF2-40B4-BE49-F238E27FC236}">
                  <a16:creationId xmlns:a16="http://schemas.microsoft.com/office/drawing/2014/main" id="{48D4030C-2A6B-A581-2437-71EC9FC98F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16449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2">
              <a:extLst>
                <a:ext uri="{FF2B5EF4-FFF2-40B4-BE49-F238E27FC236}">
                  <a16:creationId xmlns:a16="http://schemas.microsoft.com/office/drawing/2014/main" id="{DA79D3D6-BC06-4612-30DD-1AC227AEB3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16365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8D63F4B1-F81A-48C7-E78A-8EB46536FD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164187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">
              <a:extLst>
                <a:ext uri="{FF2B5EF4-FFF2-40B4-BE49-F238E27FC236}">
                  <a16:creationId xmlns:a16="http://schemas.microsoft.com/office/drawing/2014/main" id="{A32B1556-9B2F-C33C-8737-A0BC64D4B1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16439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2">
              <a:extLst>
                <a:ext uri="{FF2B5EF4-FFF2-40B4-BE49-F238E27FC236}">
                  <a16:creationId xmlns:a16="http://schemas.microsoft.com/office/drawing/2014/main" id="{A2D465C3-3390-7152-06AE-1EF23E9072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16439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2">
              <a:extLst>
                <a:ext uri="{FF2B5EF4-FFF2-40B4-BE49-F238E27FC236}">
                  <a16:creationId xmlns:a16="http://schemas.microsoft.com/office/drawing/2014/main" id="{99AAC8E1-F5B4-9166-C9BB-E35C3C687D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16355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1" name="Gruppieren 1120">
            <a:extLst>
              <a:ext uri="{FF2B5EF4-FFF2-40B4-BE49-F238E27FC236}">
                <a16:creationId xmlns:a16="http://schemas.microsoft.com/office/drawing/2014/main" id="{FA835090-2F97-FAB3-A19C-BA05E8C10E55}"/>
              </a:ext>
            </a:extLst>
          </p:cNvPr>
          <p:cNvGrpSpPr/>
          <p:nvPr/>
        </p:nvGrpSpPr>
        <p:grpSpPr>
          <a:xfrm>
            <a:off x="4332683" y="2100157"/>
            <a:ext cx="3519949" cy="271788"/>
            <a:chOff x="4332683" y="2100157"/>
            <a:chExt cx="3519949" cy="271788"/>
          </a:xfrm>
        </p:grpSpPr>
        <p:pic>
          <p:nvPicPr>
            <p:cNvPr id="1052" name="Picture 2">
              <a:extLst>
                <a:ext uri="{FF2B5EF4-FFF2-40B4-BE49-F238E27FC236}">
                  <a16:creationId xmlns:a16="http://schemas.microsoft.com/office/drawing/2014/main" id="{06C68193-DC34-01F0-1E1B-E478F79C24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10638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3" name="Picture 2">
              <a:extLst>
                <a:ext uri="{FF2B5EF4-FFF2-40B4-BE49-F238E27FC236}">
                  <a16:creationId xmlns:a16="http://schemas.microsoft.com/office/drawing/2014/main" id="{33BE23BF-4636-D5C1-4A82-C7041F3520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6869" y="210473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4" name="Picture 2">
              <a:extLst>
                <a:ext uri="{FF2B5EF4-FFF2-40B4-BE49-F238E27FC236}">
                  <a16:creationId xmlns:a16="http://schemas.microsoft.com/office/drawing/2014/main" id="{D9716BD5-5D78-A4E1-401C-D02EBFB63E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4157" y="210677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5" name="Picture 2">
              <a:extLst>
                <a:ext uri="{FF2B5EF4-FFF2-40B4-BE49-F238E27FC236}">
                  <a16:creationId xmlns:a16="http://schemas.microsoft.com/office/drawing/2014/main" id="{FB714C79-A9EA-D971-7F31-D10BB8268C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10371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6" name="Picture 2">
              <a:extLst>
                <a:ext uri="{FF2B5EF4-FFF2-40B4-BE49-F238E27FC236}">
                  <a16:creationId xmlns:a16="http://schemas.microsoft.com/office/drawing/2014/main" id="{0EEBC0CB-34E6-CD6F-ADD0-5FC30CEADF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9495" y="210958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7" name="Picture 2">
              <a:extLst>
                <a:ext uri="{FF2B5EF4-FFF2-40B4-BE49-F238E27FC236}">
                  <a16:creationId xmlns:a16="http://schemas.microsoft.com/office/drawing/2014/main" id="{2B27A10C-977E-492B-58AC-7F371E1426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6857" y="210117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2">
              <a:extLst>
                <a:ext uri="{FF2B5EF4-FFF2-40B4-BE49-F238E27FC236}">
                  <a16:creationId xmlns:a16="http://schemas.microsoft.com/office/drawing/2014/main" id="{5BE2BE21-B043-66A9-C880-3AB23B9A41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5312" y="210857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9" name="Picture 2">
              <a:extLst>
                <a:ext uri="{FF2B5EF4-FFF2-40B4-BE49-F238E27FC236}">
                  <a16:creationId xmlns:a16="http://schemas.microsoft.com/office/drawing/2014/main" id="{4940BFD2-3368-0F92-8F25-3FF6B23796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5850" y="210015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0" name="Gruppieren 1119">
            <a:extLst>
              <a:ext uri="{FF2B5EF4-FFF2-40B4-BE49-F238E27FC236}">
                <a16:creationId xmlns:a16="http://schemas.microsoft.com/office/drawing/2014/main" id="{4DBF1CF8-C870-CF1C-FE02-5DE31690EDD1}"/>
              </a:ext>
            </a:extLst>
          </p:cNvPr>
          <p:cNvGrpSpPr/>
          <p:nvPr/>
        </p:nvGrpSpPr>
        <p:grpSpPr>
          <a:xfrm>
            <a:off x="4332683" y="3003148"/>
            <a:ext cx="3519949" cy="271788"/>
            <a:chOff x="4332683" y="3003148"/>
            <a:chExt cx="3519949" cy="271788"/>
          </a:xfrm>
        </p:grpSpPr>
        <p:pic>
          <p:nvPicPr>
            <p:cNvPr id="1060" name="Picture 2">
              <a:extLst>
                <a:ext uri="{FF2B5EF4-FFF2-40B4-BE49-F238E27FC236}">
                  <a16:creationId xmlns:a16="http://schemas.microsoft.com/office/drawing/2014/main" id="{308CA1C5-59C3-41EA-19EA-F0F9751D45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300937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1" name="Picture 2">
              <a:extLst>
                <a:ext uri="{FF2B5EF4-FFF2-40B4-BE49-F238E27FC236}">
                  <a16:creationId xmlns:a16="http://schemas.microsoft.com/office/drawing/2014/main" id="{EB29492F-4F73-B406-71EB-4780660E0A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6869" y="30077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2" name="Picture 2">
              <a:extLst>
                <a:ext uri="{FF2B5EF4-FFF2-40B4-BE49-F238E27FC236}">
                  <a16:creationId xmlns:a16="http://schemas.microsoft.com/office/drawing/2014/main" id="{9E7A07C8-61F0-4BFB-36EE-C1AA330286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4157" y="3009765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3" name="Picture 2">
              <a:extLst>
                <a:ext uri="{FF2B5EF4-FFF2-40B4-BE49-F238E27FC236}">
                  <a16:creationId xmlns:a16="http://schemas.microsoft.com/office/drawing/2014/main" id="{9FA67046-B9C3-27FD-F79C-D2C93E8294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300670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4" name="Picture 2">
              <a:extLst>
                <a:ext uri="{FF2B5EF4-FFF2-40B4-BE49-F238E27FC236}">
                  <a16:creationId xmlns:a16="http://schemas.microsoft.com/office/drawing/2014/main" id="{DA37CF58-D25A-0E68-793A-0FFF103E0E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9495" y="3012575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5" name="Picture 2">
              <a:extLst>
                <a:ext uri="{FF2B5EF4-FFF2-40B4-BE49-F238E27FC236}">
                  <a16:creationId xmlns:a16="http://schemas.microsoft.com/office/drawing/2014/main" id="{CED4C29A-1447-E80B-8AAA-F240522AAF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6857" y="300416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6" name="Picture 2">
              <a:extLst>
                <a:ext uri="{FF2B5EF4-FFF2-40B4-BE49-F238E27FC236}">
                  <a16:creationId xmlns:a16="http://schemas.microsoft.com/office/drawing/2014/main" id="{A9AC2A23-B590-4254-8689-0DFECB8AF2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5312" y="3011562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7" name="Picture 2">
              <a:extLst>
                <a:ext uri="{FF2B5EF4-FFF2-40B4-BE49-F238E27FC236}">
                  <a16:creationId xmlns:a16="http://schemas.microsoft.com/office/drawing/2014/main" id="{EB140A98-1294-3673-B94B-CA0B3BE23E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5850" y="300314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9" name="Gruppieren 1118">
            <a:extLst>
              <a:ext uri="{FF2B5EF4-FFF2-40B4-BE49-F238E27FC236}">
                <a16:creationId xmlns:a16="http://schemas.microsoft.com/office/drawing/2014/main" id="{5CFAAD2D-B4A1-8DE3-B793-A68F120A9201}"/>
              </a:ext>
            </a:extLst>
          </p:cNvPr>
          <p:cNvGrpSpPr/>
          <p:nvPr/>
        </p:nvGrpSpPr>
        <p:grpSpPr>
          <a:xfrm>
            <a:off x="4330211" y="3910034"/>
            <a:ext cx="3519949" cy="271788"/>
            <a:chOff x="4330211" y="3910034"/>
            <a:chExt cx="3519949" cy="271788"/>
          </a:xfrm>
        </p:grpSpPr>
        <p:pic>
          <p:nvPicPr>
            <p:cNvPr id="1068" name="Picture 2">
              <a:extLst>
                <a:ext uri="{FF2B5EF4-FFF2-40B4-BE49-F238E27FC236}">
                  <a16:creationId xmlns:a16="http://schemas.microsoft.com/office/drawing/2014/main" id="{B4D58B39-4CD3-F8A2-0FCD-3932C3AC30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0211" y="391626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9" name="Picture 2">
              <a:extLst>
                <a:ext uri="{FF2B5EF4-FFF2-40B4-BE49-F238E27FC236}">
                  <a16:creationId xmlns:a16="http://schemas.microsoft.com/office/drawing/2014/main" id="{C7E993C2-9767-046E-8FBE-4BFD7B9D49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4397" y="391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0" name="Picture 2">
              <a:extLst>
                <a:ext uri="{FF2B5EF4-FFF2-40B4-BE49-F238E27FC236}">
                  <a16:creationId xmlns:a16="http://schemas.microsoft.com/office/drawing/2014/main" id="{E6671278-1940-6B69-07D6-8046028881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1685" y="391665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1" name="Picture 2">
              <a:extLst>
                <a:ext uri="{FF2B5EF4-FFF2-40B4-BE49-F238E27FC236}">
                  <a16:creationId xmlns:a16="http://schemas.microsoft.com/office/drawing/2014/main" id="{13C49509-01AA-AFC8-9C3D-1B7ECED934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6802" y="391359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2" name="Picture 2">
              <a:extLst>
                <a:ext uri="{FF2B5EF4-FFF2-40B4-BE49-F238E27FC236}">
                  <a16:creationId xmlns:a16="http://schemas.microsoft.com/office/drawing/2014/main" id="{76B1FCBA-D6F5-F86E-A600-FDAEB93C8E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7023" y="391946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3" name="Picture 2">
              <a:extLst>
                <a:ext uri="{FF2B5EF4-FFF2-40B4-BE49-F238E27FC236}">
                  <a16:creationId xmlns:a16="http://schemas.microsoft.com/office/drawing/2014/main" id="{1DC94DFC-8E4C-CD53-0860-700B982D2A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4385" y="391104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4" name="Picture 2">
              <a:extLst>
                <a:ext uri="{FF2B5EF4-FFF2-40B4-BE49-F238E27FC236}">
                  <a16:creationId xmlns:a16="http://schemas.microsoft.com/office/drawing/2014/main" id="{42AF4264-60CD-492C-DAEF-C246BF99B9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2840" y="391844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5" name="Picture 2">
              <a:extLst>
                <a:ext uri="{FF2B5EF4-FFF2-40B4-BE49-F238E27FC236}">
                  <a16:creationId xmlns:a16="http://schemas.microsoft.com/office/drawing/2014/main" id="{FB5D5B82-9D5F-2217-63BE-48CED91DD3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3378" y="39100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8" name="Gruppieren 1117">
            <a:extLst>
              <a:ext uri="{FF2B5EF4-FFF2-40B4-BE49-F238E27FC236}">
                <a16:creationId xmlns:a16="http://schemas.microsoft.com/office/drawing/2014/main" id="{62D42433-CC82-3BFE-485C-DA67ECEEC17E}"/>
              </a:ext>
            </a:extLst>
          </p:cNvPr>
          <p:cNvGrpSpPr/>
          <p:nvPr/>
        </p:nvGrpSpPr>
        <p:grpSpPr>
          <a:xfrm>
            <a:off x="4332683" y="4832604"/>
            <a:ext cx="3519949" cy="271788"/>
            <a:chOff x="4332683" y="4832604"/>
            <a:chExt cx="3519949" cy="271788"/>
          </a:xfrm>
        </p:grpSpPr>
        <p:pic>
          <p:nvPicPr>
            <p:cNvPr id="1076" name="Picture 2">
              <a:extLst>
                <a:ext uri="{FF2B5EF4-FFF2-40B4-BE49-F238E27FC236}">
                  <a16:creationId xmlns:a16="http://schemas.microsoft.com/office/drawing/2014/main" id="{7378D32B-3DD8-A1DF-3282-299F7EB0AC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48388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7" name="Picture 2">
              <a:extLst>
                <a:ext uri="{FF2B5EF4-FFF2-40B4-BE49-F238E27FC236}">
                  <a16:creationId xmlns:a16="http://schemas.microsoft.com/office/drawing/2014/main" id="{A7D73318-C448-B163-11D6-F73ACF126D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6869" y="483717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8" name="Picture 2">
              <a:extLst>
                <a:ext uri="{FF2B5EF4-FFF2-40B4-BE49-F238E27FC236}">
                  <a16:creationId xmlns:a16="http://schemas.microsoft.com/office/drawing/2014/main" id="{BC7E0C8E-2AD9-572D-3513-64B5235395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4157" y="48392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9" name="Picture 2">
              <a:extLst>
                <a:ext uri="{FF2B5EF4-FFF2-40B4-BE49-F238E27FC236}">
                  <a16:creationId xmlns:a16="http://schemas.microsoft.com/office/drawing/2014/main" id="{D05FDC97-D4BA-B9D6-C8F9-9FCB1180ED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483616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0" name="Picture 2">
              <a:extLst>
                <a:ext uri="{FF2B5EF4-FFF2-40B4-BE49-F238E27FC236}">
                  <a16:creationId xmlns:a16="http://schemas.microsoft.com/office/drawing/2014/main" id="{DDEB4DD9-A9D8-84A9-8FE5-35DC3A5FE4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9495" y="484203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1" name="Picture 2">
              <a:extLst>
                <a:ext uri="{FF2B5EF4-FFF2-40B4-BE49-F238E27FC236}">
                  <a16:creationId xmlns:a16="http://schemas.microsoft.com/office/drawing/2014/main" id="{9B82AB66-A7C4-77CF-9239-3A9BE18145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6857" y="483361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2" name="Picture 2">
              <a:extLst>
                <a:ext uri="{FF2B5EF4-FFF2-40B4-BE49-F238E27FC236}">
                  <a16:creationId xmlns:a16="http://schemas.microsoft.com/office/drawing/2014/main" id="{F467FEA9-AA8C-3684-1524-CF2358D189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5312" y="484101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3" name="Picture 2">
              <a:extLst>
                <a:ext uri="{FF2B5EF4-FFF2-40B4-BE49-F238E27FC236}">
                  <a16:creationId xmlns:a16="http://schemas.microsoft.com/office/drawing/2014/main" id="{BF759825-9250-4F02-0A21-4E9326763B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5850" y="483260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3" name="Gruppieren 1032">
            <a:extLst>
              <a:ext uri="{FF2B5EF4-FFF2-40B4-BE49-F238E27FC236}">
                <a16:creationId xmlns:a16="http://schemas.microsoft.com/office/drawing/2014/main" id="{AAEB46E0-7346-CE37-F387-92207AE2D0EC}"/>
              </a:ext>
            </a:extLst>
          </p:cNvPr>
          <p:cNvGrpSpPr/>
          <p:nvPr/>
        </p:nvGrpSpPr>
        <p:grpSpPr>
          <a:xfrm>
            <a:off x="4336115" y="2556193"/>
            <a:ext cx="3516594" cy="271788"/>
            <a:chOff x="4332683" y="2556193"/>
            <a:chExt cx="3516594" cy="271788"/>
          </a:xfrm>
        </p:grpSpPr>
        <p:pic>
          <p:nvPicPr>
            <p:cNvPr id="1024" name="Picture 2">
              <a:extLst>
                <a:ext uri="{FF2B5EF4-FFF2-40B4-BE49-F238E27FC236}">
                  <a16:creationId xmlns:a16="http://schemas.microsoft.com/office/drawing/2014/main" id="{0A99033C-A3ED-B154-E7EB-D46C7E80F3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5" name="Picture 2">
              <a:extLst>
                <a:ext uri="{FF2B5EF4-FFF2-40B4-BE49-F238E27FC236}">
                  <a16:creationId xmlns:a16="http://schemas.microsoft.com/office/drawing/2014/main" id="{0E25E1CD-22BF-CE19-1550-1052F6B74E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2">
              <a:extLst>
                <a:ext uri="{FF2B5EF4-FFF2-40B4-BE49-F238E27FC236}">
                  <a16:creationId xmlns:a16="http://schemas.microsoft.com/office/drawing/2014/main" id="{3707ECF4-6319-9847-5FA1-A7E9FB4524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2557206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2">
              <a:extLst>
                <a:ext uri="{FF2B5EF4-FFF2-40B4-BE49-F238E27FC236}">
                  <a16:creationId xmlns:a16="http://schemas.microsoft.com/office/drawing/2014/main" id="{8F9AEB4D-0395-086B-4276-69928E45A1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256256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2">
              <a:extLst>
                <a:ext uri="{FF2B5EF4-FFF2-40B4-BE49-F238E27FC236}">
                  <a16:creationId xmlns:a16="http://schemas.microsoft.com/office/drawing/2014/main" id="{E2B9927F-30C0-402F-3C6C-56479BFB1C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2">
              <a:extLst>
                <a:ext uri="{FF2B5EF4-FFF2-40B4-BE49-F238E27FC236}">
                  <a16:creationId xmlns:a16="http://schemas.microsoft.com/office/drawing/2014/main" id="{DD60BFAD-3837-1E11-F568-9F2F2966F7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2">
              <a:extLst>
                <a:ext uri="{FF2B5EF4-FFF2-40B4-BE49-F238E27FC236}">
                  <a16:creationId xmlns:a16="http://schemas.microsoft.com/office/drawing/2014/main" id="{1631F4EA-EC7B-5DE4-921F-E466A352B0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55619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2">
              <a:extLst>
                <a:ext uri="{FF2B5EF4-FFF2-40B4-BE49-F238E27FC236}">
                  <a16:creationId xmlns:a16="http://schemas.microsoft.com/office/drawing/2014/main" id="{358E537F-A2DD-542A-D5FB-6ABA028114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256155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4" name="Gruppieren 1033">
            <a:extLst>
              <a:ext uri="{FF2B5EF4-FFF2-40B4-BE49-F238E27FC236}">
                <a16:creationId xmlns:a16="http://schemas.microsoft.com/office/drawing/2014/main" id="{5E5BF838-949B-714F-2304-14FF0F0547DC}"/>
              </a:ext>
            </a:extLst>
          </p:cNvPr>
          <p:cNvGrpSpPr/>
          <p:nvPr/>
        </p:nvGrpSpPr>
        <p:grpSpPr>
          <a:xfrm>
            <a:off x="4332683" y="3458965"/>
            <a:ext cx="3516594" cy="271788"/>
            <a:chOff x="4332683" y="2556193"/>
            <a:chExt cx="3516594" cy="271788"/>
          </a:xfrm>
        </p:grpSpPr>
        <p:pic>
          <p:nvPicPr>
            <p:cNvPr id="1035" name="Picture 2">
              <a:extLst>
                <a:ext uri="{FF2B5EF4-FFF2-40B4-BE49-F238E27FC236}">
                  <a16:creationId xmlns:a16="http://schemas.microsoft.com/office/drawing/2014/main" id="{5CFA4ED0-00C9-134F-45F0-C8F831D4C0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2">
              <a:extLst>
                <a:ext uri="{FF2B5EF4-FFF2-40B4-BE49-F238E27FC236}">
                  <a16:creationId xmlns:a16="http://schemas.microsoft.com/office/drawing/2014/main" id="{7EE00351-1DE5-5C64-A265-56F184952E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2">
              <a:extLst>
                <a:ext uri="{FF2B5EF4-FFF2-40B4-BE49-F238E27FC236}">
                  <a16:creationId xmlns:a16="http://schemas.microsoft.com/office/drawing/2014/main" id="{91F0718E-B2CF-A6E1-5B49-BCD6E3DEAC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2557206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2">
              <a:extLst>
                <a:ext uri="{FF2B5EF4-FFF2-40B4-BE49-F238E27FC236}">
                  <a16:creationId xmlns:a16="http://schemas.microsoft.com/office/drawing/2014/main" id="{07BCE55E-41CD-C051-0B59-84F8D06528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256256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9" name="Picture 2">
              <a:extLst>
                <a:ext uri="{FF2B5EF4-FFF2-40B4-BE49-F238E27FC236}">
                  <a16:creationId xmlns:a16="http://schemas.microsoft.com/office/drawing/2014/main" id="{C4C563DD-8110-1D57-4F1C-2BCF7F917B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2">
              <a:extLst>
                <a:ext uri="{FF2B5EF4-FFF2-40B4-BE49-F238E27FC236}">
                  <a16:creationId xmlns:a16="http://schemas.microsoft.com/office/drawing/2014/main" id="{3353F813-E06E-D546-1BBB-DB00C59515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1" name="Picture 2">
              <a:extLst>
                <a:ext uri="{FF2B5EF4-FFF2-40B4-BE49-F238E27FC236}">
                  <a16:creationId xmlns:a16="http://schemas.microsoft.com/office/drawing/2014/main" id="{6A303A80-40FD-7B5E-0CF2-13FAE05EA8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55619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2">
              <a:extLst>
                <a:ext uri="{FF2B5EF4-FFF2-40B4-BE49-F238E27FC236}">
                  <a16:creationId xmlns:a16="http://schemas.microsoft.com/office/drawing/2014/main" id="{8B5CFFF6-8BB7-3A57-3A9B-7540DF0BEE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256155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3" name="Gruppieren 1042">
            <a:extLst>
              <a:ext uri="{FF2B5EF4-FFF2-40B4-BE49-F238E27FC236}">
                <a16:creationId xmlns:a16="http://schemas.microsoft.com/office/drawing/2014/main" id="{F3B603AD-AD54-D40F-A2ED-5E5301574BFC}"/>
              </a:ext>
            </a:extLst>
          </p:cNvPr>
          <p:cNvGrpSpPr/>
          <p:nvPr/>
        </p:nvGrpSpPr>
        <p:grpSpPr>
          <a:xfrm>
            <a:off x="4332683" y="4373210"/>
            <a:ext cx="3516594" cy="271788"/>
            <a:chOff x="4332683" y="2556193"/>
            <a:chExt cx="3516594" cy="271788"/>
          </a:xfrm>
        </p:grpSpPr>
        <p:pic>
          <p:nvPicPr>
            <p:cNvPr id="1044" name="Picture 2">
              <a:extLst>
                <a:ext uri="{FF2B5EF4-FFF2-40B4-BE49-F238E27FC236}">
                  <a16:creationId xmlns:a16="http://schemas.microsoft.com/office/drawing/2014/main" id="{E5F2D116-4386-07A0-A14D-8B73481276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5" name="Picture 2">
              <a:extLst>
                <a:ext uri="{FF2B5EF4-FFF2-40B4-BE49-F238E27FC236}">
                  <a16:creationId xmlns:a16="http://schemas.microsoft.com/office/drawing/2014/main" id="{3E07427D-65C9-2721-EABF-75BDF8EF5B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2">
              <a:extLst>
                <a:ext uri="{FF2B5EF4-FFF2-40B4-BE49-F238E27FC236}">
                  <a16:creationId xmlns:a16="http://schemas.microsoft.com/office/drawing/2014/main" id="{0AC16E89-0492-5FFF-5C67-FEC32B5C96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2557206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7" name="Picture 2">
              <a:extLst>
                <a:ext uri="{FF2B5EF4-FFF2-40B4-BE49-F238E27FC236}">
                  <a16:creationId xmlns:a16="http://schemas.microsoft.com/office/drawing/2014/main" id="{BFFA1BD9-2FBD-4AE7-BE2E-EA30220DCF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256256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2">
              <a:extLst>
                <a:ext uri="{FF2B5EF4-FFF2-40B4-BE49-F238E27FC236}">
                  <a16:creationId xmlns:a16="http://schemas.microsoft.com/office/drawing/2014/main" id="{BD40BA6B-A286-F2F2-4542-B1B85E13C6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9" name="Picture 2">
              <a:extLst>
                <a:ext uri="{FF2B5EF4-FFF2-40B4-BE49-F238E27FC236}">
                  <a16:creationId xmlns:a16="http://schemas.microsoft.com/office/drawing/2014/main" id="{D83CBE0D-0570-6361-65C6-664B5638FE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0" name="Picture 2">
              <a:extLst>
                <a:ext uri="{FF2B5EF4-FFF2-40B4-BE49-F238E27FC236}">
                  <a16:creationId xmlns:a16="http://schemas.microsoft.com/office/drawing/2014/main" id="{28D16E51-3989-23B6-0BA2-E2CC046139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55619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1" name="Picture 2">
              <a:extLst>
                <a:ext uri="{FF2B5EF4-FFF2-40B4-BE49-F238E27FC236}">
                  <a16:creationId xmlns:a16="http://schemas.microsoft.com/office/drawing/2014/main" id="{37377B28-2E23-9D13-C465-8827E73CB0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256155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19423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6009-75EC-3DD4-9B3C-0BB49700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18D3E5F-886C-19AC-35FB-26BBF6F2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z="1400" smtClean="0"/>
              <a:pPr rtl="0"/>
              <a:t>9</a:t>
            </a:fld>
            <a:endParaRPr lang="en-US" sz="1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873ACC5-9C48-4F1F-06AF-FBDB4744C79D}"/>
              </a:ext>
            </a:extLst>
          </p:cNvPr>
          <p:cNvSpPr txBox="1"/>
          <p:nvPr/>
        </p:nvSpPr>
        <p:spPr>
          <a:xfrm>
            <a:off x="477788" y="5733256"/>
            <a:ext cx="9725507" cy="21544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/>
            <a:r>
              <a:rPr lang="de-DE" sz="800" dirty="0"/>
              <a:t>https://github.com/ComputeGraphics/jufo25-Schachprojekt/blob/37a82418c1d73eafa6e76a4a0f8a11cf708a9672/Board-REV1/current.ino</a:t>
            </a:r>
            <a:endParaRPr lang="de" sz="800" dirty="0"/>
          </a:p>
        </p:txBody>
      </p:sp>
      <p:pic>
        <p:nvPicPr>
          <p:cNvPr id="16" name="Grafik 15" descr="Ein Bild, das Grafiken, Schrift, Logo, Schwarz enthält.&#10;&#10;KI-generierte Inhalte können fehlerhaft sein.">
            <a:extLst>
              <a:ext uri="{FF2B5EF4-FFF2-40B4-BE49-F238E27FC236}">
                <a16:creationId xmlns:a16="http://schemas.microsoft.com/office/drawing/2014/main" id="{D1D21EF5-2F9D-0A2C-93A6-751785731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965" y="6030019"/>
            <a:ext cx="1211757" cy="44915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38DC1327-8565-6EA1-1D4F-0759E1BCF9B9}"/>
              </a:ext>
            </a:extLst>
          </p:cNvPr>
          <p:cNvSpPr txBox="1"/>
          <p:nvPr/>
        </p:nvSpPr>
        <p:spPr>
          <a:xfrm>
            <a:off x="4078188" y="6093296"/>
            <a:ext cx="43669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/>
              <a:t>Arduino/Board-REV1/</a:t>
            </a:r>
            <a:r>
              <a:rPr lang="de-DE" sz="1400" dirty="0" err="1"/>
              <a:t>current.ino</a:t>
            </a:r>
            <a:endParaRPr lang="de-DE" sz="1400" dirty="0"/>
          </a:p>
        </p:txBody>
      </p:sp>
      <p:sp>
        <p:nvSpPr>
          <p:cNvPr id="22" name="Titel 10">
            <a:extLst>
              <a:ext uri="{FF2B5EF4-FFF2-40B4-BE49-F238E27FC236}">
                <a16:creationId xmlns:a16="http://schemas.microsoft.com/office/drawing/2014/main" id="{DEEF7382-5B3D-CFA8-0BD7-E40CE315C83F}"/>
              </a:ext>
            </a:extLst>
          </p:cNvPr>
          <p:cNvSpPr txBox="1">
            <a:spLocks/>
          </p:cNvSpPr>
          <p:nvPr/>
        </p:nvSpPr>
        <p:spPr>
          <a:xfrm>
            <a:off x="8454832" y="834915"/>
            <a:ext cx="3342100" cy="3618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1800" b="0" i="1" dirty="0">
                <a:solidFill>
                  <a:schemeClr val="tx1"/>
                </a:solidFill>
                <a:latin typeface="+mn-lt"/>
              </a:rPr>
              <a:t>methoden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FDA5F6E-3317-A99F-3CF7-F2C6C3941A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78788" y="4221088"/>
            <a:ext cx="1283430" cy="1283430"/>
          </a:xfrm>
          <a:prstGeom prst="roundRect">
            <a:avLst>
              <a:gd name="adj" fmla="val 6011"/>
            </a:avLst>
          </a:prstGeom>
          <a:ln w="57150"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itel 10">
            <a:extLst>
              <a:ext uri="{FF2B5EF4-FFF2-40B4-BE49-F238E27FC236}">
                <a16:creationId xmlns:a16="http://schemas.microsoft.com/office/drawing/2014/main" id="{B8DBDC9F-5096-14ED-0C3A-8B443EF110F2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CHESS.INO</a:t>
            </a:r>
          </a:p>
        </p:txBody>
      </p:sp>
      <p:sp>
        <p:nvSpPr>
          <p:cNvPr id="7" name="Titel 1">
            <a:extLst>
              <a:ext uri="{FF2B5EF4-FFF2-40B4-BE49-F238E27FC236}">
                <a16:creationId xmlns:a16="http://schemas.microsoft.com/office/drawing/2014/main" id="{F2AA3769-D1AA-6BA7-0206-BEEB51FBF4C5}"/>
              </a:ext>
            </a:extLst>
          </p:cNvPr>
          <p:cNvSpPr txBox="1">
            <a:spLocks/>
          </p:cNvSpPr>
          <p:nvPr/>
        </p:nvSpPr>
        <p:spPr>
          <a:xfrm>
            <a:off x="3794760" y="391886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400" dirty="0"/>
              <a:t>QGET</a:t>
            </a:r>
          </a:p>
        </p:txBody>
      </p:sp>
      <p:sp>
        <p:nvSpPr>
          <p:cNvPr id="9" name="Titel 10">
            <a:extLst>
              <a:ext uri="{FF2B5EF4-FFF2-40B4-BE49-F238E27FC236}">
                <a16:creationId xmlns:a16="http://schemas.microsoft.com/office/drawing/2014/main" id="{1DFCA2A2-FC87-19BD-5AD2-F88B132C8F29}"/>
              </a:ext>
            </a:extLst>
          </p:cNvPr>
          <p:cNvSpPr txBox="1">
            <a:spLocks/>
          </p:cNvSpPr>
          <p:nvPr/>
        </p:nvSpPr>
        <p:spPr>
          <a:xfrm>
            <a:off x="477787" y="834915"/>
            <a:ext cx="7967349" cy="3618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i="1" dirty="0">
                <a:solidFill>
                  <a:schemeClr val="tx1"/>
                </a:solidFill>
              </a:rPr>
              <a:t>EINZELFELDER ABRUFEN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C06464E-2863-DAF6-33BF-1BEFE4B26088}"/>
              </a:ext>
            </a:extLst>
          </p:cNvPr>
          <p:cNvGrpSpPr/>
          <p:nvPr/>
        </p:nvGrpSpPr>
        <p:grpSpPr>
          <a:xfrm>
            <a:off x="8824359" y="1294265"/>
            <a:ext cx="2592288" cy="2520280"/>
            <a:chOff x="837828" y="2204864"/>
            <a:chExt cx="2592288" cy="252028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5074C2F-6D4C-73C2-8238-C95BE50706CC}"/>
                </a:ext>
              </a:extLst>
            </p:cNvPr>
            <p:cNvSpPr/>
            <p:nvPr/>
          </p:nvSpPr>
          <p:spPr>
            <a:xfrm>
              <a:off x="837828" y="2204864"/>
              <a:ext cx="2592288" cy="2520280"/>
            </a:xfrm>
            <a:prstGeom prst="rect">
              <a:avLst/>
            </a:prstGeom>
            <a:solidFill>
              <a:srgbClr val="003A5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4" name="Picture 6" descr="arduino&quot; Icon - Download for free – Iconduck">
              <a:extLst>
                <a:ext uri="{FF2B5EF4-FFF2-40B4-BE49-F238E27FC236}">
                  <a16:creationId xmlns:a16="http://schemas.microsoft.com/office/drawing/2014/main" id="{5D421208-0304-376B-6F6F-C71ED45FC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997" y="2896336"/>
              <a:ext cx="2253949" cy="1065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itel 1">
            <a:extLst>
              <a:ext uri="{FF2B5EF4-FFF2-40B4-BE49-F238E27FC236}">
                <a16:creationId xmlns:a16="http://schemas.microsoft.com/office/drawing/2014/main" id="{21F806EC-0CAF-AB89-77FC-C70CCADFFA12}"/>
              </a:ext>
            </a:extLst>
          </p:cNvPr>
          <p:cNvSpPr txBox="1">
            <a:spLocks/>
          </p:cNvSpPr>
          <p:nvPr/>
        </p:nvSpPr>
        <p:spPr>
          <a:xfrm>
            <a:off x="8470676" y="391886"/>
            <a:ext cx="333790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ESP32-S3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0FE047E-04B7-D7FD-BF58-D6A3EFD58598}"/>
              </a:ext>
            </a:extLst>
          </p:cNvPr>
          <p:cNvSpPr txBox="1"/>
          <p:nvPr/>
        </p:nvSpPr>
        <p:spPr>
          <a:xfrm>
            <a:off x="2815580" y="511859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0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759D046-6BF2-3F00-33C7-DF12E80999E5}"/>
              </a:ext>
            </a:extLst>
          </p:cNvPr>
          <p:cNvSpPr txBox="1"/>
          <p:nvPr/>
        </p:nvSpPr>
        <p:spPr>
          <a:xfrm>
            <a:off x="3264675" y="512016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CA7C5229-6883-9791-129F-A588403AFA44}"/>
              </a:ext>
            </a:extLst>
          </p:cNvPr>
          <p:cNvSpPr txBox="1"/>
          <p:nvPr/>
        </p:nvSpPr>
        <p:spPr>
          <a:xfrm>
            <a:off x="3713769" y="511859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2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62DCDEA-D5A9-CC7B-061F-3F3B58F38A6A}"/>
              </a:ext>
            </a:extLst>
          </p:cNvPr>
          <p:cNvSpPr txBox="1"/>
          <p:nvPr/>
        </p:nvSpPr>
        <p:spPr>
          <a:xfrm>
            <a:off x="5060693" y="5117907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5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0D81FC3-EC44-0812-32C0-FDCB2A79701B}"/>
              </a:ext>
            </a:extLst>
          </p:cNvPr>
          <p:cNvSpPr txBox="1"/>
          <p:nvPr/>
        </p:nvSpPr>
        <p:spPr>
          <a:xfrm>
            <a:off x="4162863" y="511859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3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23FEE1D-7C96-EDEE-BCB1-F312682188F5}"/>
              </a:ext>
            </a:extLst>
          </p:cNvPr>
          <p:cNvSpPr txBox="1"/>
          <p:nvPr/>
        </p:nvSpPr>
        <p:spPr>
          <a:xfrm>
            <a:off x="4611778" y="5117907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4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3AD10026-FA9B-29D5-080B-C8FDD26FAC6A}"/>
              </a:ext>
            </a:extLst>
          </p:cNvPr>
          <p:cNvSpPr txBox="1"/>
          <p:nvPr/>
        </p:nvSpPr>
        <p:spPr>
          <a:xfrm>
            <a:off x="5509608" y="5117907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6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ED2EFF9-B208-411D-F009-97B5434D490A}"/>
              </a:ext>
            </a:extLst>
          </p:cNvPr>
          <p:cNvSpPr txBox="1"/>
          <p:nvPr/>
        </p:nvSpPr>
        <p:spPr>
          <a:xfrm>
            <a:off x="5958523" y="5117907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7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E78DC5FA-944C-5178-08E2-637C2E3D8ACC}"/>
              </a:ext>
            </a:extLst>
          </p:cNvPr>
          <p:cNvGrpSpPr/>
          <p:nvPr/>
        </p:nvGrpSpPr>
        <p:grpSpPr>
          <a:xfrm rot="16200000">
            <a:off x="4845640" y="3138501"/>
            <a:ext cx="3512275" cy="315165"/>
            <a:chOff x="7774848" y="2232388"/>
            <a:chExt cx="3512275" cy="315165"/>
          </a:xfrm>
        </p:grpSpPr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F5897BDC-2BC2-D73A-965E-4AC114F2205D}"/>
                </a:ext>
              </a:extLst>
            </p:cNvPr>
            <p:cNvSpPr txBox="1"/>
            <p:nvPr/>
          </p:nvSpPr>
          <p:spPr>
            <a:xfrm rot="5400000">
              <a:off x="7803061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0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2CA0C948-27C7-8C0D-57A6-DC02C08E2E25}"/>
                </a:ext>
              </a:extLst>
            </p:cNvPr>
            <p:cNvSpPr txBox="1"/>
            <p:nvPr/>
          </p:nvSpPr>
          <p:spPr>
            <a:xfrm rot="5400000">
              <a:off x="8252157" y="220643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1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B7B74F9B-3344-3458-AA62-4A6206F6A012}"/>
                </a:ext>
              </a:extLst>
            </p:cNvPr>
            <p:cNvSpPr txBox="1"/>
            <p:nvPr/>
          </p:nvSpPr>
          <p:spPr>
            <a:xfrm rot="5400000">
              <a:off x="8701251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2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7FB5A316-9CF6-94BB-2CA5-67F3462B5AE6}"/>
                </a:ext>
              </a:extLst>
            </p:cNvPr>
            <p:cNvSpPr txBox="1"/>
            <p:nvPr/>
          </p:nvSpPr>
          <p:spPr>
            <a:xfrm rot="5400000">
              <a:off x="10048174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5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8D78572C-AB59-3AE2-16F8-9797443CC66F}"/>
                </a:ext>
              </a:extLst>
            </p:cNvPr>
            <p:cNvSpPr txBox="1"/>
            <p:nvPr/>
          </p:nvSpPr>
          <p:spPr>
            <a:xfrm rot="5400000">
              <a:off x="9150345" y="2204864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3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D89706DF-CBC8-E6C9-E62F-80A8EA14B56E}"/>
                </a:ext>
              </a:extLst>
            </p:cNvPr>
            <p:cNvSpPr txBox="1"/>
            <p:nvPr/>
          </p:nvSpPr>
          <p:spPr>
            <a:xfrm rot="5400000">
              <a:off x="9599259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4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33B36579-F556-D8DE-2F23-274B7BF0A0E6}"/>
                </a:ext>
              </a:extLst>
            </p:cNvPr>
            <p:cNvSpPr txBox="1"/>
            <p:nvPr/>
          </p:nvSpPr>
          <p:spPr>
            <a:xfrm rot="5400000">
              <a:off x="10497089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6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086D00F4-0706-A45C-D67A-6487478C8FF9}"/>
                </a:ext>
              </a:extLst>
            </p:cNvPr>
            <p:cNvSpPr txBox="1"/>
            <p:nvPr/>
          </p:nvSpPr>
          <p:spPr>
            <a:xfrm rot="5400000">
              <a:off x="10946004" y="2204175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de-DE" dirty="0"/>
                <a:t>7</a:t>
              </a:r>
            </a:p>
          </p:txBody>
        </p:sp>
      </p:grpSp>
      <p:sp>
        <p:nvSpPr>
          <p:cNvPr id="53" name="Rechteck 52">
            <a:extLst>
              <a:ext uri="{FF2B5EF4-FFF2-40B4-BE49-F238E27FC236}">
                <a16:creationId xmlns:a16="http://schemas.microsoft.com/office/drawing/2014/main" id="{112D0645-21D4-FA5B-7362-A6A63398FF54}"/>
              </a:ext>
            </a:extLst>
          </p:cNvPr>
          <p:cNvSpPr/>
          <p:nvPr/>
        </p:nvSpPr>
        <p:spPr>
          <a:xfrm>
            <a:off x="3175621" y="147200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31671099-BC46-DB04-E1D5-AACF5E62121D}"/>
              </a:ext>
            </a:extLst>
          </p:cNvPr>
          <p:cNvSpPr/>
          <p:nvPr/>
        </p:nvSpPr>
        <p:spPr>
          <a:xfrm>
            <a:off x="4088924" y="147200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66AF5C15-A5B9-1ADB-254E-40D10C670D80}"/>
              </a:ext>
            </a:extLst>
          </p:cNvPr>
          <p:cNvSpPr/>
          <p:nvPr/>
        </p:nvSpPr>
        <p:spPr>
          <a:xfrm>
            <a:off x="4995669" y="147200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1C65300-AC82-35F2-1ACE-479FBF88313F}"/>
              </a:ext>
            </a:extLst>
          </p:cNvPr>
          <p:cNvSpPr/>
          <p:nvPr/>
        </p:nvSpPr>
        <p:spPr>
          <a:xfrm>
            <a:off x="5902414" y="147200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9EA420E3-BD06-190A-F8D4-D2BF922186B8}"/>
              </a:ext>
            </a:extLst>
          </p:cNvPr>
          <p:cNvSpPr/>
          <p:nvPr/>
        </p:nvSpPr>
        <p:spPr>
          <a:xfrm>
            <a:off x="2722072" y="1934080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80EF3FD2-4E4F-AA53-2A4B-C00C0B1C53CF}"/>
              </a:ext>
            </a:extLst>
          </p:cNvPr>
          <p:cNvSpPr/>
          <p:nvPr/>
        </p:nvSpPr>
        <p:spPr>
          <a:xfrm>
            <a:off x="3635375" y="1934080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78EB27ED-C85A-BA35-5603-6417ED3C94FC}"/>
              </a:ext>
            </a:extLst>
          </p:cNvPr>
          <p:cNvSpPr/>
          <p:nvPr/>
        </p:nvSpPr>
        <p:spPr>
          <a:xfrm>
            <a:off x="4542120" y="1934080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8FB9FAA9-62F1-B102-4941-848311CA4C06}"/>
              </a:ext>
            </a:extLst>
          </p:cNvPr>
          <p:cNvSpPr/>
          <p:nvPr/>
        </p:nvSpPr>
        <p:spPr>
          <a:xfrm>
            <a:off x="5448865" y="1934080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5AE8F1B-EA0B-4FA8-B044-4963C0E2776F}"/>
              </a:ext>
            </a:extLst>
          </p:cNvPr>
          <p:cNvSpPr/>
          <p:nvPr/>
        </p:nvSpPr>
        <p:spPr>
          <a:xfrm>
            <a:off x="3178707" y="2382673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8BDDB419-ACE3-7CCC-F0E5-8037703AD3D3}"/>
              </a:ext>
            </a:extLst>
          </p:cNvPr>
          <p:cNvSpPr/>
          <p:nvPr/>
        </p:nvSpPr>
        <p:spPr>
          <a:xfrm>
            <a:off x="4092010" y="2382673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85F13B42-192A-73A0-1BAF-7A14B2D160EB}"/>
              </a:ext>
            </a:extLst>
          </p:cNvPr>
          <p:cNvSpPr/>
          <p:nvPr/>
        </p:nvSpPr>
        <p:spPr>
          <a:xfrm>
            <a:off x="4998755" y="2382673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3D2A5B31-845C-586C-ED92-0A35673080DA}"/>
              </a:ext>
            </a:extLst>
          </p:cNvPr>
          <p:cNvSpPr/>
          <p:nvPr/>
        </p:nvSpPr>
        <p:spPr>
          <a:xfrm>
            <a:off x="5905500" y="2382673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D03A255C-0771-654B-1454-A61BF396BCD3}"/>
              </a:ext>
            </a:extLst>
          </p:cNvPr>
          <p:cNvSpPr/>
          <p:nvPr/>
        </p:nvSpPr>
        <p:spPr>
          <a:xfrm>
            <a:off x="2722072" y="283961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951CC367-9605-DBC4-2181-0C85489DAC06}"/>
              </a:ext>
            </a:extLst>
          </p:cNvPr>
          <p:cNvSpPr/>
          <p:nvPr/>
        </p:nvSpPr>
        <p:spPr>
          <a:xfrm>
            <a:off x="3635375" y="283961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4C070542-438B-6392-6DA0-BCEBD7A841F2}"/>
              </a:ext>
            </a:extLst>
          </p:cNvPr>
          <p:cNvSpPr/>
          <p:nvPr/>
        </p:nvSpPr>
        <p:spPr>
          <a:xfrm>
            <a:off x="4542120" y="283961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45234464-A804-694E-EE81-9FB6375F4500}"/>
              </a:ext>
            </a:extLst>
          </p:cNvPr>
          <p:cNvSpPr/>
          <p:nvPr/>
        </p:nvSpPr>
        <p:spPr>
          <a:xfrm>
            <a:off x="5448865" y="283961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D182D98E-39CE-7662-464D-D76A28F2EA25}"/>
              </a:ext>
            </a:extLst>
          </p:cNvPr>
          <p:cNvSpPr/>
          <p:nvPr/>
        </p:nvSpPr>
        <p:spPr>
          <a:xfrm>
            <a:off x="3178707" y="328821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A8E1864E-C03C-9ED5-0896-C6FC1E16B0A0}"/>
              </a:ext>
            </a:extLst>
          </p:cNvPr>
          <p:cNvSpPr/>
          <p:nvPr/>
        </p:nvSpPr>
        <p:spPr>
          <a:xfrm>
            <a:off x="4092010" y="328821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9BE33482-D660-72CC-E023-03C739AE2DE3}"/>
              </a:ext>
            </a:extLst>
          </p:cNvPr>
          <p:cNvSpPr/>
          <p:nvPr/>
        </p:nvSpPr>
        <p:spPr>
          <a:xfrm>
            <a:off x="4998755" y="328821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EBFE0233-61E5-6FCE-376C-9E8DAB2C50CC}"/>
              </a:ext>
            </a:extLst>
          </p:cNvPr>
          <p:cNvSpPr/>
          <p:nvPr/>
        </p:nvSpPr>
        <p:spPr>
          <a:xfrm>
            <a:off x="5905500" y="328821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01EEFEA7-7E64-B510-DA11-CAAF76B73097}"/>
              </a:ext>
            </a:extLst>
          </p:cNvPr>
          <p:cNvSpPr/>
          <p:nvPr/>
        </p:nvSpPr>
        <p:spPr>
          <a:xfrm>
            <a:off x="2722072" y="374380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1C768571-A93D-90EB-A766-F50DDF4DCF07}"/>
              </a:ext>
            </a:extLst>
          </p:cNvPr>
          <p:cNvSpPr/>
          <p:nvPr/>
        </p:nvSpPr>
        <p:spPr>
          <a:xfrm>
            <a:off x="3635375" y="374380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085AF905-02F8-EDA7-0D81-7349AE0D68CC}"/>
              </a:ext>
            </a:extLst>
          </p:cNvPr>
          <p:cNvSpPr/>
          <p:nvPr/>
        </p:nvSpPr>
        <p:spPr>
          <a:xfrm>
            <a:off x="4542120" y="374380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E5DBC63F-4A9C-BDEC-7854-96AEC79395A8}"/>
              </a:ext>
            </a:extLst>
          </p:cNvPr>
          <p:cNvSpPr/>
          <p:nvPr/>
        </p:nvSpPr>
        <p:spPr>
          <a:xfrm>
            <a:off x="5448865" y="374380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C984590C-25C8-E987-4944-F2EE196CB0CB}"/>
              </a:ext>
            </a:extLst>
          </p:cNvPr>
          <p:cNvSpPr/>
          <p:nvPr/>
        </p:nvSpPr>
        <p:spPr>
          <a:xfrm>
            <a:off x="3173685" y="420686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466C6E89-5D41-C4BD-4253-E3341C64E76A}"/>
              </a:ext>
            </a:extLst>
          </p:cNvPr>
          <p:cNvSpPr/>
          <p:nvPr/>
        </p:nvSpPr>
        <p:spPr>
          <a:xfrm>
            <a:off x="4086988" y="420686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D4C4B7A5-8919-1C24-14AD-D590D31D6C90}"/>
              </a:ext>
            </a:extLst>
          </p:cNvPr>
          <p:cNvSpPr/>
          <p:nvPr/>
        </p:nvSpPr>
        <p:spPr>
          <a:xfrm>
            <a:off x="4993733" y="420686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3F70AAE2-C550-D3BE-A041-398E7321F213}"/>
              </a:ext>
            </a:extLst>
          </p:cNvPr>
          <p:cNvSpPr/>
          <p:nvPr/>
        </p:nvSpPr>
        <p:spPr>
          <a:xfrm>
            <a:off x="5900478" y="4206861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26CC9B74-FF40-3BB4-AE29-62212516F7B9}"/>
              </a:ext>
            </a:extLst>
          </p:cNvPr>
          <p:cNvSpPr/>
          <p:nvPr/>
        </p:nvSpPr>
        <p:spPr>
          <a:xfrm>
            <a:off x="2722072" y="465633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19584471-D012-9DBF-28AD-043E6D1CB279}"/>
              </a:ext>
            </a:extLst>
          </p:cNvPr>
          <p:cNvSpPr/>
          <p:nvPr/>
        </p:nvSpPr>
        <p:spPr>
          <a:xfrm>
            <a:off x="3635375" y="465633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B2E4D6EC-63BE-3F6B-6185-F6DA590C8514}"/>
              </a:ext>
            </a:extLst>
          </p:cNvPr>
          <p:cNvSpPr/>
          <p:nvPr/>
        </p:nvSpPr>
        <p:spPr>
          <a:xfrm>
            <a:off x="4542120" y="465633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F79CA97E-454F-1870-5EDF-0BBD0C824C98}"/>
              </a:ext>
            </a:extLst>
          </p:cNvPr>
          <p:cNvSpPr/>
          <p:nvPr/>
        </p:nvSpPr>
        <p:spPr>
          <a:xfrm>
            <a:off x="5448865" y="4656338"/>
            <a:ext cx="460784" cy="4607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FAE2B1F9-3B60-31D3-EDA4-B1872AD2C7EF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2963529" y="1702717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23A91DFB-5988-AF87-014E-F4687FA54F0A}"/>
              </a:ext>
            </a:extLst>
          </p:cNvPr>
          <p:cNvCxnSpPr>
            <a:cxnSpLocks/>
          </p:cNvCxnSpPr>
          <p:nvPr/>
        </p:nvCxnSpPr>
        <p:spPr>
          <a:xfrm>
            <a:off x="2925689" y="1696048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5B7FDE81-352E-3AE4-1C34-CB10BF826EAA}"/>
              </a:ext>
            </a:extLst>
          </p:cNvPr>
          <p:cNvCxnSpPr>
            <a:cxnSpLocks/>
          </p:cNvCxnSpPr>
          <p:nvPr/>
        </p:nvCxnSpPr>
        <p:spPr>
          <a:xfrm>
            <a:off x="3417406" y="1701243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7D29FFDF-6E91-87AF-1314-1693E2CA3013}"/>
              </a:ext>
            </a:extLst>
          </p:cNvPr>
          <p:cNvCxnSpPr>
            <a:cxnSpLocks/>
          </p:cNvCxnSpPr>
          <p:nvPr/>
        </p:nvCxnSpPr>
        <p:spPr>
          <a:xfrm>
            <a:off x="3379566" y="1694574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08C34691-3BD8-25C6-32EB-05CADCD172BA}"/>
              </a:ext>
            </a:extLst>
          </p:cNvPr>
          <p:cNvCxnSpPr>
            <a:cxnSpLocks/>
          </p:cNvCxnSpPr>
          <p:nvPr/>
        </p:nvCxnSpPr>
        <p:spPr>
          <a:xfrm>
            <a:off x="3875207" y="1696123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6A236DEA-BA13-4DA4-A468-6F13CB5C0FF2}"/>
              </a:ext>
            </a:extLst>
          </p:cNvPr>
          <p:cNvCxnSpPr>
            <a:cxnSpLocks/>
          </p:cNvCxnSpPr>
          <p:nvPr/>
        </p:nvCxnSpPr>
        <p:spPr>
          <a:xfrm>
            <a:off x="3837367" y="1689454"/>
            <a:ext cx="422" cy="3420214"/>
          </a:xfrm>
          <a:prstGeom prst="line">
            <a:avLst/>
          </a:prstGeom>
          <a:ln w="381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960382DF-8312-3DFD-369B-F6B7E4A3544A}"/>
              </a:ext>
            </a:extLst>
          </p:cNvPr>
          <p:cNvCxnSpPr>
            <a:cxnSpLocks/>
          </p:cNvCxnSpPr>
          <p:nvPr/>
        </p:nvCxnSpPr>
        <p:spPr>
          <a:xfrm>
            <a:off x="4338148" y="1701243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B4123DF8-8927-85D5-F477-89A6EC020AF5}"/>
              </a:ext>
            </a:extLst>
          </p:cNvPr>
          <p:cNvCxnSpPr>
            <a:cxnSpLocks/>
          </p:cNvCxnSpPr>
          <p:nvPr/>
        </p:nvCxnSpPr>
        <p:spPr>
          <a:xfrm>
            <a:off x="4300308" y="1694574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7FBB4E20-192D-A488-C40A-EE2C360F3773}"/>
              </a:ext>
            </a:extLst>
          </p:cNvPr>
          <p:cNvCxnSpPr>
            <a:cxnSpLocks/>
          </p:cNvCxnSpPr>
          <p:nvPr/>
        </p:nvCxnSpPr>
        <p:spPr>
          <a:xfrm>
            <a:off x="4785963" y="1696123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BD26FD1F-93B8-776F-E020-79DCDBFC9E7F}"/>
              </a:ext>
            </a:extLst>
          </p:cNvPr>
          <p:cNvCxnSpPr>
            <a:cxnSpLocks/>
          </p:cNvCxnSpPr>
          <p:nvPr/>
        </p:nvCxnSpPr>
        <p:spPr>
          <a:xfrm>
            <a:off x="4748123" y="1689454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6F7ECB0B-2DD9-E3A5-3B72-4F8125FF633A}"/>
              </a:ext>
            </a:extLst>
          </p:cNvPr>
          <p:cNvCxnSpPr>
            <a:cxnSpLocks/>
          </p:cNvCxnSpPr>
          <p:nvPr/>
        </p:nvCxnSpPr>
        <p:spPr>
          <a:xfrm>
            <a:off x="5245719" y="1702717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B70EE850-B55B-FB52-5805-3FAF38CB87B0}"/>
              </a:ext>
            </a:extLst>
          </p:cNvPr>
          <p:cNvCxnSpPr>
            <a:cxnSpLocks/>
          </p:cNvCxnSpPr>
          <p:nvPr/>
        </p:nvCxnSpPr>
        <p:spPr>
          <a:xfrm>
            <a:off x="5207879" y="1696048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1171CF9E-3DFA-799D-F0E8-293D94923BFB}"/>
              </a:ext>
            </a:extLst>
          </p:cNvPr>
          <p:cNvCxnSpPr>
            <a:cxnSpLocks/>
          </p:cNvCxnSpPr>
          <p:nvPr/>
        </p:nvCxnSpPr>
        <p:spPr>
          <a:xfrm>
            <a:off x="5699596" y="1701243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C64E33BF-0C25-9304-29D2-C15429368282}"/>
              </a:ext>
            </a:extLst>
          </p:cNvPr>
          <p:cNvCxnSpPr>
            <a:cxnSpLocks/>
          </p:cNvCxnSpPr>
          <p:nvPr/>
        </p:nvCxnSpPr>
        <p:spPr>
          <a:xfrm>
            <a:off x="5661756" y="1694574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FD3F5809-6232-A565-7A34-41ECF6AC1FE5}"/>
              </a:ext>
            </a:extLst>
          </p:cNvPr>
          <p:cNvCxnSpPr>
            <a:cxnSpLocks/>
          </p:cNvCxnSpPr>
          <p:nvPr/>
        </p:nvCxnSpPr>
        <p:spPr>
          <a:xfrm>
            <a:off x="6157397" y="1696123"/>
            <a:ext cx="8504" cy="3415879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327E7A92-C34C-8E2A-5525-0F64C8361B1C}"/>
              </a:ext>
            </a:extLst>
          </p:cNvPr>
          <p:cNvCxnSpPr>
            <a:cxnSpLocks/>
          </p:cNvCxnSpPr>
          <p:nvPr/>
        </p:nvCxnSpPr>
        <p:spPr>
          <a:xfrm>
            <a:off x="6119557" y="1689454"/>
            <a:ext cx="422" cy="3420214"/>
          </a:xfrm>
          <a:prstGeom prst="line">
            <a:avLst/>
          </a:prstGeom>
          <a:ln w="12700">
            <a:solidFill>
              <a:srgbClr val="DB49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86026637-6D20-4400-484A-647984C7294D}"/>
              </a:ext>
            </a:extLst>
          </p:cNvPr>
          <p:cNvCxnSpPr>
            <a:cxnSpLocks/>
            <a:endCxn id="56" idx="3"/>
          </p:cNvCxnSpPr>
          <p:nvPr/>
        </p:nvCxnSpPr>
        <p:spPr>
          <a:xfrm>
            <a:off x="2722072" y="1702393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E48F837B-EE71-8BC4-66BF-5954CA5EC85A}"/>
              </a:ext>
            </a:extLst>
          </p:cNvPr>
          <p:cNvCxnSpPr>
            <a:cxnSpLocks/>
          </p:cNvCxnSpPr>
          <p:nvPr/>
        </p:nvCxnSpPr>
        <p:spPr>
          <a:xfrm>
            <a:off x="2722072" y="2154210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F70EA805-E2B9-B691-09D9-F561D3B372F6}"/>
              </a:ext>
            </a:extLst>
          </p:cNvPr>
          <p:cNvCxnSpPr>
            <a:cxnSpLocks/>
          </p:cNvCxnSpPr>
          <p:nvPr/>
        </p:nvCxnSpPr>
        <p:spPr>
          <a:xfrm>
            <a:off x="2729145" y="2616875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03CF14C5-FF36-B7A5-36FE-21EBC1A5D1CC}"/>
              </a:ext>
            </a:extLst>
          </p:cNvPr>
          <p:cNvCxnSpPr>
            <a:cxnSpLocks/>
          </p:cNvCxnSpPr>
          <p:nvPr/>
        </p:nvCxnSpPr>
        <p:spPr>
          <a:xfrm>
            <a:off x="2720136" y="3061294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018A0694-8E6E-841F-C6BE-EEF3591C8F37}"/>
              </a:ext>
            </a:extLst>
          </p:cNvPr>
          <p:cNvCxnSpPr>
            <a:cxnSpLocks/>
          </p:cNvCxnSpPr>
          <p:nvPr/>
        </p:nvCxnSpPr>
        <p:spPr>
          <a:xfrm>
            <a:off x="2723946" y="3524541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E97F6F0D-55A2-A87C-F09A-861087870721}"/>
              </a:ext>
            </a:extLst>
          </p:cNvPr>
          <p:cNvCxnSpPr>
            <a:cxnSpLocks/>
          </p:cNvCxnSpPr>
          <p:nvPr/>
        </p:nvCxnSpPr>
        <p:spPr>
          <a:xfrm>
            <a:off x="2727209" y="3968156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3E5E4D3B-CFCD-7BB3-300E-167A457E186F}"/>
              </a:ext>
            </a:extLst>
          </p:cNvPr>
          <p:cNvCxnSpPr>
            <a:cxnSpLocks/>
          </p:cNvCxnSpPr>
          <p:nvPr/>
        </p:nvCxnSpPr>
        <p:spPr>
          <a:xfrm>
            <a:off x="2718809" y="4438009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3392EB94-966A-7933-3ABB-076538C99DB8}"/>
              </a:ext>
            </a:extLst>
          </p:cNvPr>
          <p:cNvCxnSpPr>
            <a:cxnSpLocks/>
          </p:cNvCxnSpPr>
          <p:nvPr/>
        </p:nvCxnSpPr>
        <p:spPr>
          <a:xfrm>
            <a:off x="2722072" y="4893054"/>
            <a:ext cx="3641126" cy="0"/>
          </a:xfrm>
          <a:prstGeom prst="line">
            <a:avLst/>
          </a:prstGeom>
          <a:ln w="1270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3A334F9E-EAD9-193D-8E77-EE3011EF5469}"/>
              </a:ext>
            </a:extLst>
          </p:cNvPr>
          <p:cNvGrpSpPr/>
          <p:nvPr/>
        </p:nvGrpSpPr>
        <p:grpSpPr>
          <a:xfrm>
            <a:off x="2782044" y="1558739"/>
            <a:ext cx="3516594" cy="271788"/>
            <a:chOff x="4332683" y="1635507"/>
            <a:chExt cx="3516594" cy="271788"/>
          </a:xfrm>
        </p:grpSpPr>
        <p:pic>
          <p:nvPicPr>
            <p:cNvPr id="110" name="Picture 2">
              <a:extLst>
                <a:ext uri="{FF2B5EF4-FFF2-40B4-BE49-F238E27FC236}">
                  <a16:creationId xmlns:a16="http://schemas.microsoft.com/office/drawing/2014/main" id="{C94AA7F4-2398-4A97-6180-9D5C05CC1A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164086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" name="Picture 2">
              <a:extLst>
                <a:ext uri="{FF2B5EF4-FFF2-40B4-BE49-F238E27FC236}">
                  <a16:creationId xmlns:a16="http://schemas.microsoft.com/office/drawing/2014/main" id="{3E387600-9905-3876-9AD4-08131BD02E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16449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2">
              <a:extLst>
                <a:ext uri="{FF2B5EF4-FFF2-40B4-BE49-F238E27FC236}">
                  <a16:creationId xmlns:a16="http://schemas.microsoft.com/office/drawing/2014/main" id="{164666CE-45E3-CA1C-2EB0-229920B083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16449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2">
              <a:extLst>
                <a:ext uri="{FF2B5EF4-FFF2-40B4-BE49-F238E27FC236}">
                  <a16:creationId xmlns:a16="http://schemas.microsoft.com/office/drawing/2014/main" id="{F1ADCCBE-39CF-DAD4-16D9-E96EF230CE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16365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2">
              <a:extLst>
                <a:ext uri="{FF2B5EF4-FFF2-40B4-BE49-F238E27FC236}">
                  <a16:creationId xmlns:a16="http://schemas.microsoft.com/office/drawing/2014/main" id="{3C409DA4-BBAE-01F6-03E2-44B58725F0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164187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" name="Picture 2">
              <a:extLst>
                <a:ext uri="{FF2B5EF4-FFF2-40B4-BE49-F238E27FC236}">
                  <a16:creationId xmlns:a16="http://schemas.microsoft.com/office/drawing/2014/main" id="{B72B1C52-444B-DB70-016E-E8874EA724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16439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6" name="Picture 2">
              <a:extLst>
                <a:ext uri="{FF2B5EF4-FFF2-40B4-BE49-F238E27FC236}">
                  <a16:creationId xmlns:a16="http://schemas.microsoft.com/office/drawing/2014/main" id="{A5308E69-AB8D-8579-8239-5D383B1279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16439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7" name="Picture 2">
              <a:extLst>
                <a:ext uri="{FF2B5EF4-FFF2-40B4-BE49-F238E27FC236}">
                  <a16:creationId xmlns:a16="http://schemas.microsoft.com/office/drawing/2014/main" id="{60FEA958-7501-DF35-26EC-3EEA1249C4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16355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BC54558B-BC6A-6949-AC1B-8CC5F85E4374}"/>
              </a:ext>
            </a:extLst>
          </p:cNvPr>
          <p:cNvGrpSpPr/>
          <p:nvPr/>
        </p:nvGrpSpPr>
        <p:grpSpPr>
          <a:xfrm>
            <a:off x="2782044" y="2023389"/>
            <a:ext cx="3519949" cy="271788"/>
            <a:chOff x="4332683" y="2100157"/>
            <a:chExt cx="3519949" cy="271788"/>
          </a:xfrm>
        </p:grpSpPr>
        <p:pic>
          <p:nvPicPr>
            <p:cNvPr id="119" name="Picture 2">
              <a:extLst>
                <a:ext uri="{FF2B5EF4-FFF2-40B4-BE49-F238E27FC236}">
                  <a16:creationId xmlns:a16="http://schemas.microsoft.com/office/drawing/2014/main" id="{C9A3A329-3A3A-280F-2947-928F8B6425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10638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0" name="Picture 2">
              <a:extLst>
                <a:ext uri="{FF2B5EF4-FFF2-40B4-BE49-F238E27FC236}">
                  <a16:creationId xmlns:a16="http://schemas.microsoft.com/office/drawing/2014/main" id="{1B84E81B-2406-83A5-EF5A-FB0A5222C0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6869" y="210473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" name="Picture 2">
              <a:extLst>
                <a:ext uri="{FF2B5EF4-FFF2-40B4-BE49-F238E27FC236}">
                  <a16:creationId xmlns:a16="http://schemas.microsoft.com/office/drawing/2014/main" id="{7B59FBDF-7E65-8366-F8A0-4B08E9245B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4157" y="210677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A87B10B1-2A7F-44B4-3E6E-D3BA706A26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10371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2">
              <a:extLst>
                <a:ext uri="{FF2B5EF4-FFF2-40B4-BE49-F238E27FC236}">
                  <a16:creationId xmlns:a16="http://schemas.microsoft.com/office/drawing/2014/main" id="{24A48D51-55C1-5FBE-4518-FFA1108B1D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9495" y="210958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" name="Picture 2">
              <a:extLst>
                <a:ext uri="{FF2B5EF4-FFF2-40B4-BE49-F238E27FC236}">
                  <a16:creationId xmlns:a16="http://schemas.microsoft.com/office/drawing/2014/main" id="{79B134B9-2420-A68D-CDB2-E90CFF70CE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6857" y="210117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5" name="Picture 2">
              <a:extLst>
                <a:ext uri="{FF2B5EF4-FFF2-40B4-BE49-F238E27FC236}">
                  <a16:creationId xmlns:a16="http://schemas.microsoft.com/office/drawing/2014/main" id="{56F127EB-F317-7EF4-9D9F-B67F7585C9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5312" y="210857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6" name="Picture 2">
              <a:extLst>
                <a:ext uri="{FF2B5EF4-FFF2-40B4-BE49-F238E27FC236}">
                  <a16:creationId xmlns:a16="http://schemas.microsoft.com/office/drawing/2014/main" id="{95078E12-EA72-A476-3D0B-BB9A26CE29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5850" y="210015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90013078-47EC-71B6-D4AD-21F9AF6BAF91}"/>
              </a:ext>
            </a:extLst>
          </p:cNvPr>
          <p:cNvGrpSpPr/>
          <p:nvPr/>
        </p:nvGrpSpPr>
        <p:grpSpPr>
          <a:xfrm>
            <a:off x="2782044" y="2926380"/>
            <a:ext cx="3519949" cy="271788"/>
            <a:chOff x="4332683" y="3003148"/>
            <a:chExt cx="3519949" cy="271788"/>
          </a:xfrm>
        </p:grpSpPr>
        <p:pic>
          <p:nvPicPr>
            <p:cNvPr id="128" name="Picture 2">
              <a:extLst>
                <a:ext uri="{FF2B5EF4-FFF2-40B4-BE49-F238E27FC236}">
                  <a16:creationId xmlns:a16="http://schemas.microsoft.com/office/drawing/2014/main" id="{53B33BBC-D60C-37E5-4554-8D44AB7D3E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300937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Picture 2">
              <a:extLst>
                <a:ext uri="{FF2B5EF4-FFF2-40B4-BE49-F238E27FC236}">
                  <a16:creationId xmlns:a16="http://schemas.microsoft.com/office/drawing/2014/main" id="{794A13C2-671D-A56B-34D1-D7003CB47D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6869" y="30077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0" name="Picture 2">
              <a:extLst>
                <a:ext uri="{FF2B5EF4-FFF2-40B4-BE49-F238E27FC236}">
                  <a16:creationId xmlns:a16="http://schemas.microsoft.com/office/drawing/2014/main" id="{3B3AEA43-B279-0E32-C062-CDB42C05A0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4157" y="3009765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1" name="Picture 2">
              <a:extLst>
                <a:ext uri="{FF2B5EF4-FFF2-40B4-BE49-F238E27FC236}">
                  <a16:creationId xmlns:a16="http://schemas.microsoft.com/office/drawing/2014/main" id="{9B7E9F9A-FA5C-A126-2E87-7D953A1E2C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300670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" name="Picture 2">
              <a:extLst>
                <a:ext uri="{FF2B5EF4-FFF2-40B4-BE49-F238E27FC236}">
                  <a16:creationId xmlns:a16="http://schemas.microsoft.com/office/drawing/2014/main" id="{78F03AD6-8675-DFD7-5B06-FB81F98160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9495" y="3012575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AADB4820-4156-26C8-4F32-7C42086B99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6857" y="300416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4" name="Picture 2">
              <a:extLst>
                <a:ext uri="{FF2B5EF4-FFF2-40B4-BE49-F238E27FC236}">
                  <a16:creationId xmlns:a16="http://schemas.microsoft.com/office/drawing/2014/main" id="{C6B94AAE-32B9-433D-085E-E67F626B95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5312" y="3011562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5" name="Picture 2">
              <a:extLst>
                <a:ext uri="{FF2B5EF4-FFF2-40B4-BE49-F238E27FC236}">
                  <a16:creationId xmlns:a16="http://schemas.microsoft.com/office/drawing/2014/main" id="{031D95B1-D5DD-ED06-7B7B-5063DFF0CE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5850" y="300314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94C535FB-70E3-AFCC-B55E-6520831664CB}"/>
              </a:ext>
            </a:extLst>
          </p:cNvPr>
          <p:cNvGrpSpPr/>
          <p:nvPr/>
        </p:nvGrpSpPr>
        <p:grpSpPr>
          <a:xfrm>
            <a:off x="2779572" y="3833266"/>
            <a:ext cx="3519949" cy="271788"/>
            <a:chOff x="4330211" y="3910034"/>
            <a:chExt cx="3519949" cy="271788"/>
          </a:xfrm>
        </p:grpSpPr>
        <p:pic>
          <p:nvPicPr>
            <p:cNvPr id="137" name="Picture 2">
              <a:extLst>
                <a:ext uri="{FF2B5EF4-FFF2-40B4-BE49-F238E27FC236}">
                  <a16:creationId xmlns:a16="http://schemas.microsoft.com/office/drawing/2014/main" id="{1F7A109C-7901-9C0E-5697-6A2CBCDABE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0211" y="391626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" name="Picture 2">
              <a:extLst>
                <a:ext uri="{FF2B5EF4-FFF2-40B4-BE49-F238E27FC236}">
                  <a16:creationId xmlns:a16="http://schemas.microsoft.com/office/drawing/2014/main" id="{0DF7452B-527A-9BC4-BC59-BC37798647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4397" y="391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" name="Picture 2">
              <a:extLst>
                <a:ext uri="{FF2B5EF4-FFF2-40B4-BE49-F238E27FC236}">
                  <a16:creationId xmlns:a16="http://schemas.microsoft.com/office/drawing/2014/main" id="{15420DC3-C719-5D17-AFE7-E7CE9F2512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1685" y="391665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" name="Picture 2">
              <a:extLst>
                <a:ext uri="{FF2B5EF4-FFF2-40B4-BE49-F238E27FC236}">
                  <a16:creationId xmlns:a16="http://schemas.microsoft.com/office/drawing/2014/main" id="{2DC93E71-2788-B5B9-00F5-0201ED19DB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6802" y="391359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1" name="Picture 2">
              <a:extLst>
                <a:ext uri="{FF2B5EF4-FFF2-40B4-BE49-F238E27FC236}">
                  <a16:creationId xmlns:a16="http://schemas.microsoft.com/office/drawing/2014/main" id="{A2D7F3DF-23D7-0F95-06BE-23B8B13C28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7023" y="391946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2" name="Picture 2">
              <a:extLst>
                <a:ext uri="{FF2B5EF4-FFF2-40B4-BE49-F238E27FC236}">
                  <a16:creationId xmlns:a16="http://schemas.microsoft.com/office/drawing/2014/main" id="{BEAB970B-8F12-0E6C-8F6F-A7358DB104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4385" y="391104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3" name="Picture 2">
              <a:extLst>
                <a:ext uri="{FF2B5EF4-FFF2-40B4-BE49-F238E27FC236}">
                  <a16:creationId xmlns:a16="http://schemas.microsoft.com/office/drawing/2014/main" id="{6C15F00A-F243-4A55-84FC-B526F92673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2840" y="391844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4" name="Picture 2">
              <a:extLst>
                <a:ext uri="{FF2B5EF4-FFF2-40B4-BE49-F238E27FC236}">
                  <a16:creationId xmlns:a16="http://schemas.microsoft.com/office/drawing/2014/main" id="{F46F33B2-BB06-25A0-8532-30923E54F6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3378" y="39100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B9EF3E64-6A5B-665E-4AC9-B878A703226D}"/>
              </a:ext>
            </a:extLst>
          </p:cNvPr>
          <p:cNvGrpSpPr/>
          <p:nvPr/>
        </p:nvGrpSpPr>
        <p:grpSpPr>
          <a:xfrm>
            <a:off x="2782044" y="4755836"/>
            <a:ext cx="3519949" cy="271788"/>
            <a:chOff x="4332683" y="4832604"/>
            <a:chExt cx="3519949" cy="271788"/>
          </a:xfrm>
        </p:grpSpPr>
        <p:pic>
          <p:nvPicPr>
            <p:cNvPr id="146" name="Picture 2">
              <a:extLst>
                <a:ext uri="{FF2B5EF4-FFF2-40B4-BE49-F238E27FC236}">
                  <a16:creationId xmlns:a16="http://schemas.microsoft.com/office/drawing/2014/main" id="{B5BE2C10-2955-136B-343E-8CB72EF3D8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483883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7" name="Picture 2">
              <a:extLst>
                <a:ext uri="{FF2B5EF4-FFF2-40B4-BE49-F238E27FC236}">
                  <a16:creationId xmlns:a16="http://schemas.microsoft.com/office/drawing/2014/main" id="{8082914B-36BC-C79F-29E0-611F582A93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6869" y="483717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8" name="Picture 2">
              <a:extLst>
                <a:ext uri="{FF2B5EF4-FFF2-40B4-BE49-F238E27FC236}">
                  <a16:creationId xmlns:a16="http://schemas.microsoft.com/office/drawing/2014/main" id="{5BC42BC3-B29B-E5D7-6A23-423A32C284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4157" y="483922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9" name="Picture 2">
              <a:extLst>
                <a:ext uri="{FF2B5EF4-FFF2-40B4-BE49-F238E27FC236}">
                  <a16:creationId xmlns:a16="http://schemas.microsoft.com/office/drawing/2014/main" id="{EE3A40B9-540A-3724-A851-86196D2121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483616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0" name="Picture 2">
              <a:extLst>
                <a:ext uri="{FF2B5EF4-FFF2-40B4-BE49-F238E27FC236}">
                  <a16:creationId xmlns:a16="http://schemas.microsoft.com/office/drawing/2014/main" id="{B583EE3D-10C2-6959-C875-3A7C96812A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9495" y="4842031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1" name="Picture 2">
              <a:extLst>
                <a:ext uri="{FF2B5EF4-FFF2-40B4-BE49-F238E27FC236}">
                  <a16:creationId xmlns:a16="http://schemas.microsoft.com/office/drawing/2014/main" id="{E1CB719A-731C-67E5-2A6F-F2DBBA5D21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6857" y="483361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2" name="Picture 2">
              <a:extLst>
                <a:ext uri="{FF2B5EF4-FFF2-40B4-BE49-F238E27FC236}">
                  <a16:creationId xmlns:a16="http://schemas.microsoft.com/office/drawing/2014/main" id="{CEFB48CC-0BAE-BCC4-6EA8-9279118690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5312" y="4841018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3" name="Picture 2">
              <a:extLst>
                <a:ext uri="{FF2B5EF4-FFF2-40B4-BE49-F238E27FC236}">
                  <a16:creationId xmlns:a16="http://schemas.microsoft.com/office/drawing/2014/main" id="{80BD5194-406F-FC0A-8DCC-7AA466A6A9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5850" y="4832604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FF48A4A3-FA49-0F46-DC60-25C04353E858}"/>
              </a:ext>
            </a:extLst>
          </p:cNvPr>
          <p:cNvGrpSpPr/>
          <p:nvPr/>
        </p:nvGrpSpPr>
        <p:grpSpPr>
          <a:xfrm>
            <a:off x="2785476" y="2479425"/>
            <a:ext cx="3516594" cy="271788"/>
            <a:chOff x="4332683" y="2556193"/>
            <a:chExt cx="3516594" cy="271788"/>
          </a:xfrm>
        </p:grpSpPr>
        <p:pic>
          <p:nvPicPr>
            <p:cNvPr id="155" name="Picture 2">
              <a:extLst>
                <a:ext uri="{FF2B5EF4-FFF2-40B4-BE49-F238E27FC236}">
                  <a16:creationId xmlns:a16="http://schemas.microsoft.com/office/drawing/2014/main" id="{BD4C7553-4218-DD4C-D16E-F479157CD1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6" name="Picture 2">
              <a:extLst>
                <a:ext uri="{FF2B5EF4-FFF2-40B4-BE49-F238E27FC236}">
                  <a16:creationId xmlns:a16="http://schemas.microsoft.com/office/drawing/2014/main" id="{A38DF81B-6D06-0B32-35C9-5445D23EB3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7" name="Picture 2">
              <a:extLst>
                <a:ext uri="{FF2B5EF4-FFF2-40B4-BE49-F238E27FC236}">
                  <a16:creationId xmlns:a16="http://schemas.microsoft.com/office/drawing/2014/main" id="{210459FA-95F0-97E1-A110-BC13C80F08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duotone>
                <a:prstClr val="black"/>
                <a:srgbClr val="FF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aturation sat="33000"/>
                      </a14:imgEffect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2557206"/>
              <a:ext cx="326782" cy="262361"/>
            </a:xfrm>
            <a:prstGeom prst="rect">
              <a:avLst/>
            </a:prstGeom>
            <a:noFill/>
          </p:spPr>
        </p:pic>
        <p:pic>
          <p:nvPicPr>
            <p:cNvPr id="158" name="Picture 2">
              <a:extLst>
                <a:ext uri="{FF2B5EF4-FFF2-40B4-BE49-F238E27FC236}">
                  <a16:creationId xmlns:a16="http://schemas.microsoft.com/office/drawing/2014/main" id="{CAE7F153-05E5-48AD-B1D1-350095CC01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256256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9" name="Picture 2">
              <a:extLst>
                <a:ext uri="{FF2B5EF4-FFF2-40B4-BE49-F238E27FC236}">
                  <a16:creationId xmlns:a16="http://schemas.microsoft.com/office/drawing/2014/main" id="{B84D563B-F784-0DCA-D8AC-9A519567BB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0" name="Picture 2">
              <a:extLst>
                <a:ext uri="{FF2B5EF4-FFF2-40B4-BE49-F238E27FC236}">
                  <a16:creationId xmlns:a16="http://schemas.microsoft.com/office/drawing/2014/main" id="{D2C13193-1B94-5C33-1C7F-1E985E614B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1" name="Picture 2">
              <a:extLst>
                <a:ext uri="{FF2B5EF4-FFF2-40B4-BE49-F238E27FC236}">
                  <a16:creationId xmlns:a16="http://schemas.microsoft.com/office/drawing/2014/main" id="{A8296FA3-4CF7-E171-73EE-795D46B09D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55619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2" name="Picture 2">
              <a:extLst>
                <a:ext uri="{FF2B5EF4-FFF2-40B4-BE49-F238E27FC236}">
                  <a16:creationId xmlns:a16="http://schemas.microsoft.com/office/drawing/2014/main" id="{2FEFFC4B-7CA3-2E27-9D57-422A9C4676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256155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3" name="Gruppieren 162">
            <a:extLst>
              <a:ext uri="{FF2B5EF4-FFF2-40B4-BE49-F238E27FC236}">
                <a16:creationId xmlns:a16="http://schemas.microsoft.com/office/drawing/2014/main" id="{D9396D72-5520-53F9-3CC4-E5B39D489158}"/>
              </a:ext>
            </a:extLst>
          </p:cNvPr>
          <p:cNvGrpSpPr/>
          <p:nvPr/>
        </p:nvGrpSpPr>
        <p:grpSpPr>
          <a:xfrm>
            <a:off x="2782044" y="3382197"/>
            <a:ext cx="3516594" cy="271788"/>
            <a:chOff x="4332683" y="2556193"/>
            <a:chExt cx="3516594" cy="271788"/>
          </a:xfrm>
        </p:grpSpPr>
        <p:pic>
          <p:nvPicPr>
            <p:cNvPr id="164" name="Picture 2">
              <a:extLst>
                <a:ext uri="{FF2B5EF4-FFF2-40B4-BE49-F238E27FC236}">
                  <a16:creationId xmlns:a16="http://schemas.microsoft.com/office/drawing/2014/main" id="{4F8CFCA7-C18E-72C0-AC56-1957BDDA9B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5" name="Picture 2">
              <a:extLst>
                <a:ext uri="{FF2B5EF4-FFF2-40B4-BE49-F238E27FC236}">
                  <a16:creationId xmlns:a16="http://schemas.microsoft.com/office/drawing/2014/main" id="{0A7DDE3D-8A88-4375-05E5-DA6071FCE8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6" name="Picture 2">
              <a:extLst>
                <a:ext uri="{FF2B5EF4-FFF2-40B4-BE49-F238E27FC236}">
                  <a16:creationId xmlns:a16="http://schemas.microsoft.com/office/drawing/2014/main" id="{DB6D8964-3705-18B5-4B32-886461EF6A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2557206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7" name="Picture 2">
              <a:extLst>
                <a:ext uri="{FF2B5EF4-FFF2-40B4-BE49-F238E27FC236}">
                  <a16:creationId xmlns:a16="http://schemas.microsoft.com/office/drawing/2014/main" id="{74D4CCBE-98A7-2E00-4719-848FD00684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256256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2">
              <a:extLst>
                <a:ext uri="{FF2B5EF4-FFF2-40B4-BE49-F238E27FC236}">
                  <a16:creationId xmlns:a16="http://schemas.microsoft.com/office/drawing/2014/main" id="{59D433B3-366E-737E-2FB1-2F28E59C77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9" name="Picture 2">
              <a:extLst>
                <a:ext uri="{FF2B5EF4-FFF2-40B4-BE49-F238E27FC236}">
                  <a16:creationId xmlns:a16="http://schemas.microsoft.com/office/drawing/2014/main" id="{71A6DF37-A4DE-4467-66F1-252914D528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0" name="Picture 2">
              <a:extLst>
                <a:ext uri="{FF2B5EF4-FFF2-40B4-BE49-F238E27FC236}">
                  <a16:creationId xmlns:a16="http://schemas.microsoft.com/office/drawing/2014/main" id="{123D218A-E39A-3904-1755-8EAB2EEAA3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55619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1" name="Picture 2">
              <a:extLst>
                <a:ext uri="{FF2B5EF4-FFF2-40B4-BE49-F238E27FC236}">
                  <a16:creationId xmlns:a16="http://schemas.microsoft.com/office/drawing/2014/main" id="{E06B86C8-D6CF-9E96-8C98-A4BEBACA88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256155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2" name="Gruppieren 171">
            <a:extLst>
              <a:ext uri="{FF2B5EF4-FFF2-40B4-BE49-F238E27FC236}">
                <a16:creationId xmlns:a16="http://schemas.microsoft.com/office/drawing/2014/main" id="{33C208C1-401F-EC2E-D90D-1669A6220750}"/>
              </a:ext>
            </a:extLst>
          </p:cNvPr>
          <p:cNvGrpSpPr/>
          <p:nvPr/>
        </p:nvGrpSpPr>
        <p:grpSpPr>
          <a:xfrm>
            <a:off x="2782044" y="4296442"/>
            <a:ext cx="3516594" cy="271788"/>
            <a:chOff x="4332683" y="2556193"/>
            <a:chExt cx="3516594" cy="271788"/>
          </a:xfrm>
        </p:grpSpPr>
        <p:pic>
          <p:nvPicPr>
            <p:cNvPr id="173" name="Picture 2">
              <a:extLst>
                <a:ext uri="{FF2B5EF4-FFF2-40B4-BE49-F238E27FC236}">
                  <a16:creationId xmlns:a16="http://schemas.microsoft.com/office/drawing/2014/main" id="{03E53DB6-F3CB-E58C-78AD-6F4A4A34CD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332683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" name="Picture 2">
              <a:extLst>
                <a:ext uri="{FF2B5EF4-FFF2-40B4-BE49-F238E27FC236}">
                  <a16:creationId xmlns:a16="http://schemas.microsoft.com/office/drawing/2014/main" id="{710E2258-B0D8-4F68-5CF9-91E4338463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4791325" y="256562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5" name="Picture 2">
              <a:extLst>
                <a:ext uri="{FF2B5EF4-FFF2-40B4-BE49-F238E27FC236}">
                  <a16:creationId xmlns:a16="http://schemas.microsoft.com/office/drawing/2014/main" id="{C7A5330E-212A-AF9E-C43B-8B4DE2CE6F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250045" y="2557206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6" name="Picture 2">
              <a:extLst>
                <a:ext uri="{FF2B5EF4-FFF2-40B4-BE49-F238E27FC236}">
                  <a16:creationId xmlns:a16="http://schemas.microsoft.com/office/drawing/2014/main" id="{A297D0CE-B447-6048-7DB6-3DCD64F174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5710090" y="256256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7" name="Picture 2">
              <a:extLst>
                <a:ext uri="{FF2B5EF4-FFF2-40B4-BE49-F238E27FC236}">
                  <a16:creationId xmlns:a16="http://schemas.microsoft.com/office/drawing/2014/main" id="{B8977395-6E95-7F05-C92B-8CD3739DDA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16214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8" name="Picture 2">
              <a:extLst>
                <a:ext uri="{FF2B5EF4-FFF2-40B4-BE49-F238E27FC236}">
                  <a16:creationId xmlns:a16="http://schemas.microsoft.com/office/drawing/2014/main" id="{CBDF7B02-B182-CC89-305A-2695D3C34E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6617378" y="2564607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9" name="Picture 2">
              <a:extLst>
                <a:ext uri="{FF2B5EF4-FFF2-40B4-BE49-F238E27FC236}">
                  <a16:creationId xmlns:a16="http://schemas.microsoft.com/office/drawing/2014/main" id="{09E4C750-AD84-D3BD-510D-86D5CC11FE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069274" y="2556193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0" name="Picture 2">
              <a:extLst>
                <a:ext uri="{FF2B5EF4-FFF2-40B4-BE49-F238E27FC236}">
                  <a16:creationId xmlns:a16="http://schemas.microsoft.com/office/drawing/2014/main" id="{37221082-6112-FE29-4B2E-45A5C997EC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7" t="22329" r="18654" b="25301"/>
            <a:stretch/>
          </p:blipFill>
          <p:spPr bwMode="auto">
            <a:xfrm>
              <a:off x="7522495" y="2561550"/>
              <a:ext cx="326782" cy="262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78826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A111-B851-A00F-1C93-6FAF07AF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CD81238E-49D3-E386-10A8-6653D775A5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7552" y="1484784"/>
            <a:ext cx="6931152" cy="1000707"/>
          </a:xfrm>
        </p:spPr>
        <p:txBody>
          <a:bodyPr rtlCol="0">
            <a:noAutofit/>
          </a:bodyPr>
          <a:lstStyle/>
          <a:p>
            <a:pPr rtl="0"/>
            <a:r>
              <a:rPr lang="de" dirty="0"/>
              <a:t>Ruft ein einzelnes Feld ab und leitet die Daten weiter.</a:t>
            </a:r>
            <a:br>
              <a:rPr lang="de" dirty="0"/>
            </a:br>
            <a:r>
              <a:rPr lang="de" dirty="0"/>
              <a:t>Bsp. 			Feld 25</a:t>
            </a:r>
            <a:br>
              <a:rPr lang="de" dirty="0"/>
            </a:br>
            <a:br>
              <a:rPr lang="de" dirty="0"/>
            </a:br>
            <a:endParaRPr lang="de" dirty="0"/>
          </a:p>
          <a:p>
            <a:pPr rtl="0"/>
            <a:endParaRPr lang="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42E3BE2-6684-2362-1920-476449DA8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z="1400" smtClean="0"/>
              <a:pPr rtl="0"/>
              <a:t>10</a:t>
            </a:fld>
            <a:endParaRPr lang="en-US" sz="1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A137C47-F64A-6380-7383-EF3DDDF54ABD}"/>
              </a:ext>
            </a:extLst>
          </p:cNvPr>
          <p:cNvSpPr txBox="1"/>
          <p:nvPr/>
        </p:nvSpPr>
        <p:spPr>
          <a:xfrm>
            <a:off x="477788" y="5733256"/>
            <a:ext cx="9725507" cy="21544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rtl="0"/>
            <a:r>
              <a:rPr lang="de-DE" sz="800" dirty="0"/>
              <a:t>https://github.com/ComputeGraphics/jufo25-Schachprojekt/blob/37a82418c1d73eafa6e76a4a0f8a11cf708a9672/Board-REV1/current.ino</a:t>
            </a:r>
            <a:endParaRPr lang="de" sz="800" dirty="0"/>
          </a:p>
        </p:txBody>
      </p:sp>
      <p:pic>
        <p:nvPicPr>
          <p:cNvPr id="16" name="Grafik 15" descr="Ein Bild, das Grafiken, Schrift, Logo, Schwarz enthält.&#10;&#10;KI-generierte Inhalte können fehlerhaft sein.">
            <a:extLst>
              <a:ext uri="{FF2B5EF4-FFF2-40B4-BE49-F238E27FC236}">
                <a16:creationId xmlns:a16="http://schemas.microsoft.com/office/drawing/2014/main" id="{011A191E-C795-63A4-F664-F33539573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965" y="6030019"/>
            <a:ext cx="1211757" cy="44915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51FA0073-D5BA-1258-78CB-6F1E6FCA520D}"/>
              </a:ext>
            </a:extLst>
          </p:cNvPr>
          <p:cNvSpPr txBox="1"/>
          <p:nvPr/>
        </p:nvSpPr>
        <p:spPr>
          <a:xfrm>
            <a:off x="4078188" y="6093296"/>
            <a:ext cx="43669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/>
              <a:t>Arduino/Board-REV1/</a:t>
            </a:r>
            <a:r>
              <a:rPr lang="de-DE" sz="1400" dirty="0" err="1"/>
              <a:t>current.ino</a:t>
            </a:r>
            <a:endParaRPr lang="de-DE" sz="1400" dirty="0"/>
          </a:p>
        </p:txBody>
      </p:sp>
      <p:sp>
        <p:nvSpPr>
          <p:cNvPr id="22" name="Titel 10">
            <a:extLst>
              <a:ext uri="{FF2B5EF4-FFF2-40B4-BE49-F238E27FC236}">
                <a16:creationId xmlns:a16="http://schemas.microsoft.com/office/drawing/2014/main" id="{BFABC1BC-4284-F900-7A16-81E1D9A906D6}"/>
              </a:ext>
            </a:extLst>
          </p:cNvPr>
          <p:cNvSpPr txBox="1">
            <a:spLocks/>
          </p:cNvSpPr>
          <p:nvPr/>
        </p:nvSpPr>
        <p:spPr>
          <a:xfrm>
            <a:off x="8454832" y="834915"/>
            <a:ext cx="3342100" cy="3618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1800" b="0" i="1" dirty="0">
                <a:solidFill>
                  <a:schemeClr val="tx1"/>
                </a:solidFill>
                <a:latin typeface="+mn-lt"/>
              </a:rPr>
              <a:t>methoden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3CFBD6B-34FF-61C3-6735-41292E1551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78788" y="4221088"/>
            <a:ext cx="1283430" cy="1283430"/>
          </a:xfrm>
          <a:prstGeom prst="roundRect">
            <a:avLst>
              <a:gd name="adj" fmla="val 6011"/>
            </a:avLst>
          </a:prstGeom>
          <a:ln w="57150"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itel 10">
            <a:extLst>
              <a:ext uri="{FF2B5EF4-FFF2-40B4-BE49-F238E27FC236}">
                <a16:creationId xmlns:a16="http://schemas.microsoft.com/office/drawing/2014/main" id="{B07DE315-CBDC-1162-D3BA-7CEF3F7124AE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CHESS.INO</a:t>
            </a:r>
          </a:p>
        </p:txBody>
      </p:sp>
      <p:sp>
        <p:nvSpPr>
          <p:cNvPr id="7" name="Titel 1">
            <a:extLst>
              <a:ext uri="{FF2B5EF4-FFF2-40B4-BE49-F238E27FC236}">
                <a16:creationId xmlns:a16="http://schemas.microsoft.com/office/drawing/2014/main" id="{263F5246-82FF-0E5F-0923-53142438A324}"/>
              </a:ext>
            </a:extLst>
          </p:cNvPr>
          <p:cNvSpPr txBox="1">
            <a:spLocks/>
          </p:cNvSpPr>
          <p:nvPr/>
        </p:nvSpPr>
        <p:spPr>
          <a:xfrm>
            <a:off x="3794760" y="391886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400" dirty="0"/>
              <a:t>QGET</a:t>
            </a:r>
          </a:p>
        </p:txBody>
      </p:sp>
      <p:sp>
        <p:nvSpPr>
          <p:cNvPr id="9" name="Titel 10">
            <a:extLst>
              <a:ext uri="{FF2B5EF4-FFF2-40B4-BE49-F238E27FC236}">
                <a16:creationId xmlns:a16="http://schemas.microsoft.com/office/drawing/2014/main" id="{2BD148B8-C31D-B202-B542-2720D4E54702}"/>
              </a:ext>
            </a:extLst>
          </p:cNvPr>
          <p:cNvSpPr txBox="1">
            <a:spLocks/>
          </p:cNvSpPr>
          <p:nvPr/>
        </p:nvSpPr>
        <p:spPr>
          <a:xfrm>
            <a:off x="477787" y="834915"/>
            <a:ext cx="7967349" cy="3618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i="1" dirty="0">
                <a:solidFill>
                  <a:schemeClr val="tx1"/>
                </a:solidFill>
              </a:rPr>
              <a:t>EINZELFELDER ABRUFEN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E2999DFD-3263-EAC9-090B-564BAB94B52A}"/>
              </a:ext>
            </a:extLst>
          </p:cNvPr>
          <p:cNvGrpSpPr/>
          <p:nvPr/>
        </p:nvGrpSpPr>
        <p:grpSpPr>
          <a:xfrm>
            <a:off x="8824359" y="1294265"/>
            <a:ext cx="2592288" cy="2520280"/>
            <a:chOff x="837828" y="2204864"/>
            <a:chExt cx="2592288" cy="252028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0937FF8-9305-33FE-7CB1-28C6111817A0}"/>
                </a:ext>
              </a:extLst>
            </p:cNvPr>
            <p:cNvSpPr/>
            <p:nvPr/>
          </p:nvSpPr>
          <p:spPr>
            <a:xfrm>
              <a:off x="837828" y="2204864"/>
              <a:ext cx="2592288" cy="2520280"/>
            </a:xfrm>
            <a:prstGeom prst="rect">
              <a:avLst/>
            </a:prstGeom>
            <a:solidFill>
              <a:srgbClr val="003A5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4" name="Picture 6" descr="arduino&quot; Icon - Download for free – Iconduck">
              <a:extLst>
                <a:ext uri="{FF2B5EF4-FFF2-40B4-BE49-F238E27FC236}">
                  <a16:creationId xmlns:a16="http://schemas.microsoft.com/office/drawing/2014/main" id="{093F6CB9-5BFD-FB38-C8EA-9C5744EF12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997" y="2896336"/>
              <a:ext cx="2253949" cy="1065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Grafik 16" descr="Prozessor mit einfarbiger Füllung">
            <a:extLst>
              <a:ext uri="{FF2B5EF4-FFF2-40B4-BE49-F238E27FC236}">
                <a16:creationId xmlns:a16="http://schemas.microsoft.com/office/drawing/2014/main" id="{8888CDA5-2272-DBE3-017C-E2E4620F77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98761" y="2755423"/>
            <a:ext cx="609676" cy="609676"/>
          </a:xfrm>
          <a:prstGeom prst="rect">
            <a:avLst/>
          </a:prstGeom>
        </p:spPr>
      </p:pic>
      <p:pic>
        <p:nvPicPr>
          <p:cNvPr id="21" name="Grafik 20" descr="Prozessor mit einfarbiger Füllung">
            <a:extLst>
              <a:ext uri="{FF2B5EF4-FFF2-40B4-BE49-F238E27FC236}">
                <a16:creationId xmlns:a16="http://schemas.microsoft.com/office/drawing/2014/main" id="{98284AAA-1298-DB8C-7DF8-CC7E1CC0A7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4862" y="2750015"/>
            <a:ext cx="609676" cy="609676"/>
          </a:xfrm>
          <a:prstGeom prst="rect">
            <a:avLst/>
          </a:prstGeom>
        </p:spPr>
      </p:pic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AAB4643-8CA9-88A0-6B98-BF479BF436AA}"/>
              </a:ext>
            </a:extLst>
          </p:cNvPr>
          <p:cNvCxnSpPr>
            <a:cxnSpLocks/>
          </p:cNvCxnSpPr>
          <p:nvPr/>
        </p:nvCxnSpPr>
        <p:spPr>
          <a:xfrm>
            <a:off x="4405760" y="2348880"/>
            <a:ext cx="0" cy="288032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CC8BD4B3-8FEE-4671-0BFB-C5735F9F08BF}"/>
              </a:ext>
            </a:extLst>
          </p:cNvPr>
          <p:cNvCxnSpPr>
            <a:cxnSpLocks/>
          </p:cNvCxnSpPr>
          <p:nvPr/>
        </p:nvCxnSpPr>
        <p:spPr>
          <a:xfrm flipH="1">
            <a:off x="3203599" y="2630088"/>
            <a:ext cx="1202161" cy="0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B2CD61E-75A6-196D-9A4D-CA384E670C25}"/>
              </a:ext>
            </a:extLst>
          </p:cNvPr>
          <p:cNvCxnSpPr>
            <a:cxnSpLocks/>
          </p:cNvCxnSpPr>
          <p:nvPr/>
        </p:nvCxnSpPr>
        <p:spPr>
          <a:xfrm>
            <a:off x="3210423" y="2630088"/>
            <a:ext cx="0" cy="125335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EE019C63-1FD7-91C3-044F-106F1381B4DA}"/>
              </a:ext>
            </a:extLst>
          </p:cNvPr>
          <p:cNvSpPr txBox="1"/>
          <p:nvPr/>
        </p:nvSpPr>
        <p:spPr>
          <a:xfrm>
            <a:off x="4926435" y="3347331"/>
            <a:ext cx="160653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P-Multiplexer</a:t>
            </a:r>
          </a:p>
        </p:txBody>
      </p:sp>
      <p:sp>
        <p:nvSpPr>
          <p:cNvPr id="4" name="Titel 1">
            <a:extLst>
              <a:ext uri="{FF2B5EF4-FFF2-40B4-BE49-F238E27FC236}">
                <a16:creationId xmlns:a16="http://schemas.microsoft.com/office/drawing/2014/main" id="{50F73D97-B795-5FC0-147F-567860CFC42F}"/>
              </a:ext>
            </a:extLst>
          </p:cNvPr>
          <p:cNvSpPr txBox="1">
            <a:spLocks/>
          </p:cNvSpPr>
          <p:nvPr/>
        </p:nvSpPr>
        <p:spPr>
          <a:xfrm>
            <a:off x="8470676" y="391886"/>
            <a:ext cx="333790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ESP32-S3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13F335C-75F3-9E07-BA47-74809929BD9F}"/>
              </a:ext>
            </a:extLst>
          </p:cNvPr>
          <p:cNvCxnSpPr>
            <a:cxnSpLocks/>
          </p:cNvCxnSpPr>
          <p:nvPr/>
        </p:nvCxnSpPr>
        <p:spPr>
          <a:xfrm flipH="1">
            <a:off x="4534140" y="2348880"/>
            <a:ext cx="0" cy="288032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9D1E2FEC-B8A7-4154-21B3-AE493F747ACD}"/>
              </a:ext>
            </a:extLst>
          </p:cNvPr>
          <p:cNvCxnSpPr>
            <a:cxnSpLocks/>
          </p:cNvCxnSpPr>
          <p:nvPr/>
        </p:nvCxnSpPr>
        <p:spPr>
          <a:xfrm>
            <a:off x="4534140" y="2630088"/>
            <a:ext cx="1202161" cy="0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59ACDCD-3196-1C87-4613-DBBCED8D19D8}"/>
              </a:ext>
            </a:extLst>
          </p:cNvPr>
          <p:cNvCxnSpPr>
            <a:cxnSpLocks/>
          </p:cNvCxnSpPr>
          <p:nvPr/>
        </p:nvCxnSpPr>
        <p:spPr>
          <a:xfrm flipH="1">
            <a:off x="5729700" y="2636912"/>
            <a:ext cx="0" cy="125335"/>
          </a:xfrm>
          <a:prstGeom prst="line">
            <a:avLst/>
          </a:prstGeom>
          <a:ln w="19050">
            <a:solidFill>
              <a:srgbClr val="F499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8974E78B-39BD-1999-A1A9-D3D5B163C51D}"/>
              </a:ext>
            </a:extLst>
          </p:cNvPr>
          <p:cNvSpPr txBox="1"/>
          <p:nvPr/>
        </p:nvSpPr>
        <p:spPr>
          <a:xfrm>
            <a:off x="2400334" y="3365099"/>
            <a:ext cx="164179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de-DE" dirty="0"/>
              <a:t>N-Multiplexer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C2875C-DFFC-ECFD-BFB5-755D8E2B5BD4}"/>
              </a:ext>
            </a:extLst>
          </p:cNvPr>
          <p:cNvSpPr txBox="1"/>
          <p:nvPr/>
        </p:nvSpPr>
        <p:spPr>
          <a:xfrm>
            <a:off x="4614038" y="2687745"/>
            <a:ext cx="2244525" cy="1015663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r>
              <a:rPr lang="de-DE" sz="6000" dirty="0"/>
              <a:t>(       )</a:t>
            </a:r>
          </a:p>
        </p:txBody>
      </p:sp>
    </p:spTree>
    <p:extLst>
      <p:ext uri="{BB962C8B-B14F-4D97-AF65-F5344CB8AC3E}">
        <p14:creationId xmlns:p14="http://schemas.microsoft.com/office/powerpoint/2010/main" val="2598455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/>
          <p:cNvSpPr>
            <a:spLocks noGrp="1"/>
          </p:cNvSpPr>
          <p:nvPr>
            <p:ph type="title"/>
          </p:nvPr>
        </p:nvSpPr>
        <p:spPr>
          <a:xfrm>
            <a:off x="3803904" y="1984248"/>
            <a:ext cx="8001000" cy="2359152"/>
          </a:xfrm>
        </p:spPr>
        <p:txBody>
          <a:bodyPr rtlCol="0" anchor="ctr">
            <a:normAutofit/>
          </a:bodyPr>
          <a:lstStyle/>
          <a:p>
            <a:pPr rtl="0"/>
            <a:r>
              <a:rPr lang="de" dirty="0"/>
              <a:t>INSIDE</a:t>
            </a:r>
            <a:br>
              <a:rPr lang="de" dirty="0"/>
            </a:br>
            <a:r>
              <a:rPr lang="de" dirty="0"/>
              <a:t>CHESS.CORE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803904" y="4379976"/>
            <a:ext cx="8001000" cy="10332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de" dirty="0"/>
              <a:t>Jugend Forscht 2025</a:t>
            </a:r>
          </a:p>
          <a:p>
            <a:pPr rtl="0"/>
            <a:r>
              <a:rPr lang="de" dirty="0"/>
              <a:t>Arthur Hildebrand und Jan-Philipp Günther</a:t>
            </a:r>
          </a:p>
        </p:txBody>
      </p:sp>
    </p:spTree>
    <p:extLst>
      <p:ext uri="{BB962C8B-B14F-4D97-AF65-F5344CB8AC3E}">
        <p14:creationId xmlns:p14="http://schemas.microsoft.com/office/powerpoint/2010/main" val="26317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60FDDD59-9DFE-4386-EC2A-F15A37D3CD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7282447"/>
              </p:ext>
            </p:extLst>
          </p:nvPr>
        </p:nvGraphicFramePr>
        <p:xfrm>
          <a:off x="1413892" y="620688"/>
          <a:ext cx="8125883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el 1">
            <a:extLst>
              <a:ext uri="{FF2B5EF4-FFF2-40B4-BE49-F238E27FC236}">
                <a16:creationId xmlns:a16="http://schemas.microsoft.com/office/drawing/2014/main" id="{C286BEA3-B491-CC2F-5425-06AF417A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760" y="391886"/>
            <a:ext cx="4650377" cy="428170"/>
          </a:xfrm>
        </p:spPr>
        <p:txBody>
          <a:bodyPr rtlCol="0" anchor="ctr">
            <a:noAutofit/>
          </a:bodyPr>
          <a:lstStyle/>
          <a:p>
            <a:pPr rtl="0"/>
            <a:r>
              <a:rPr lang="de" sz="2400" dirty="0"/>
              <a:t>programmSTRUKTUR</a:t>
            </a:r>
          </a:p>
        </p:txBody>
      </p:sp>
      <p:sp>
        <p:nvSpPr>
          <p:cNvPr id="9" name="Titel 1">
            <a:extLst>
              <a:ext uri="{FF2B5EF4-FFF2-40B4-BE49-F238E27FC236}">
                <a16:creationId xmlns:a16="http://schemas.microsoft.com/office/drawing/2014/main" id="{46BE7AB6-38DE-2094-78AD-1388A1A01F15}"/>
              </a:ext>
            </a:extLst>
          </p:cNvPr>
          <p:cNvSpPr txBox="1">
            <a:spLocks/>
          </p:cNvSpPr>
          <p:nvPr/>
        </p:nvSpPr>
        <p:spPr>
          <a:xfrm>
            <a:off x="3794760" y="6052661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0" baseline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/>
              <a:t>Chess.core</a:t>
            </a:r>
          </a:p>
        </p:txBody>
      </p:sp>
      <p:sp>
        <p:nvSpPr>
          <p:cNvPr id="10" name="Titel 10">
            <a:extLst>
              <a:ext uri="{FF2B5EF4-FFF2-40B4-BE49-F238E27FC236}">
                <a16:creationId xmlns:a16="http://schemas.microsoft.com/office/drawing/2014/main" id="{4952DA74-661C-DBA1-5D0E-0235C4B9481E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CHESS.CORE</a:t>
            </a:r>
          </a:p>
        </p:txBody>
      </p:sp>
      <p:sp>
        <p:nvSpPr>
          <p:cNvPr id="13" name="Foliennummernplatzhalter 1">
            <a:extLst>
              <a:ext uri="{FF2B5EF4-FFF2-40B4-BE49-F238E27FC236}">
                <a16:creationId xmlns:a16="http://schemas.microsoft.com/office/drawing/2014/main" id="{A5349311-4B9E-96C5-F60B-E8E9BAEF208D}"/>
              </a:ext>
            </a:extLst>
          </p:cNvPr>
          <p:cNvSpPr txBox="1">
            <a:spLocks/>
          </p:cNvSpPr>
          <p:nvPr/>
        </p:nvSpPr>
        <p:spPr>
          <a:xfrm>
            <a:off x="10895012" y="6102626"/>
            <a:ext cx="838201" cy="276228"/>
          </a:xfrm>
          <a:prstGeom prst="rect">
            <a:avLst/>
          </a:prstGeom>
        </p:spPr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A013F82-EE5E-44EE-A61D-E31C6657F26F}" type="slidenum">
              <a:rPr lang="en-US" sz="1400" smtClean="0"/>
              <a:pPr algn="r"/>
              <a:t>12</a:t>
            </a:fld>
            <a:endParaRPr lang="en-US" sz="1400" dirty="0"/>
          </a:p>
        </p:txBody>
      </p:sp>
      <p:sp>
        <p:nvSpPr>
          <p:cNvPr id="2" name="Titel 10">
            <a:extLst>
              <a:ext uri="{FF2B5EF4-FFF2-40B4-BE49-F238E27FC236}">
                <a16:creationId xmlns:a16="http://schemas.microsoft.com/office/drawing/2014/main" id="{1CAE119A-6680-8807-D31A-D3AD86F62726}"/>
              </a:ext>
            </a:extLst>
          </p:cNvPr>
          <p:cNvSpPr txBox="1">
            <a:spLocks/>
          </p:cNvSpPr>
          <p:nvPr/>
        </p:nvSpPr>
        <p:spPr>
          <a:xfrm>
            <a:off x="8454832" y="377026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ABSCHNITT 1</a:t>
            </a:r>
          </a:p>
        </p:txBody>
      </p:sp>
    </p:spTree>
    <p:extLst>
      <p:ext uri="{BB962C8B-B14F-4D97-AF65-F5344CB8AC3E}">
        <p14:creationId xmlns:p14="http://schemas.microsoft.com/office/powerpoint/2010/main" val="176616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4C3C-4C82-56DC-A0AF-5C359C33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1">
            <a:extLst>
              <a:ext uri="{FF2B5EF4-FFF2-40B4-BE49-F238E27FC236}">
                <a16:creationId xmlns:a16="http://schemas.microsoft.com/office/drawing/2014/main" id="{0635E6E7-D555-1DF3-B733-4FE553B8FC8A}"/>
              </a:ext>
            </a:extLst>
          </p:cNvPr>
          <p:cNvSpPr txBox="1">
            <a:spLocks/>
          </p:cNvSpPr>
          <p:nvPr/>
        </p:nvSpPr>
        <p:spPr>
          <a:xfrm>
            <a:off x="10895012" y="6102626"/>
            <a:ext cx="838201" cy="276228"/>
          </a:xfrm>
          <a:prstGeom prst="rect">
            <a:avLst/>
          </a:prstGeom>
        </p:spPr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A013F82-EE5E-44EE-A61D-E31C6657F26F}" type="slidenum">
              <a:rPr lang="en-US" sz="1400" smtClean="0"/>
              <a:pPr algn="r"/>
              <a:t>13</a:t>
            </a:fld>
            <a:endParaRPr lang="en-US" sz="1400" dirty="0"/>
          </a:p>
        </p:txBody>
      </p:sp>
      <p:sp>
        <p:nvSpPr>
          <p:cNvPr id="4" name="Titel 10">
            <a:extLst>
              <a:ext uri="{FF2B5EF4-FFF2-40B4-BE49-F238E27FC236}">
                <a16:creationId xmlns:a16="http://schemas.microsoft.com/office/drawing/2014/main" id="{44D4AB6E-61E2-5E68-911C-865DE92B3D32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CHESS.CORE</a:t>
            </a:r>
          </a:p>
        </p:txBody>
      </p:sp>
      <p:sp>
        <p:nvSpPr>
          <p:cNvPr id="6" name="Titel 1">
            <a:extLst>
              <a:ext uri="{FF2B5EF4-FFF2-40B4-BE49-F238E27FC236}">
                <a16:creationId xmlns:a16="http://schemas.microsoft.com/office/drawing/2014/main" id="{FB5B4DFA-37E9-1707-34CA-0270F8ECBF2A}"/>
              </a:ext>
            </a:extLst>
          </p:cNvPr>
          <p:cNvSpPr txBox="1">
            <a:spLocks/>
          </p:cNvSpPr>
          <p:nvPr/>
        </p:nvSpPr>
        <p:spPr>
          <a:xfrm>
            <a:off x="3794760" y="391886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400" dirty="0"/>
              <a:t>RENDERER</a:t>
            </a:r>
          </a:p>
        </p:txBody>
      </p:sp>
      <p:sp>
        <p:nvSpPr>
          <p:cNvPr id="7" name="Titel 10">
            <a:extLst>
              <a:ext uri="{FF2B5EF4-FFF2-40B4-BE49-F238E27FC236}">
                <a16:creationId xmlns:a16="http://schemas.microsoft.com/office/drawing/2014/main" id="{B5810EA5-EBF5-C6C1-0118-38B654127021}"/>
              </a:ext>
            </a:extLst>
          </p:cNvPr>
          <p:cNvSpPr txBox="1">
            <a:spLocks/>
          </p:cNvSpPr>
          <p:nvPr/>
        </p:nvSpPr>
        <p:spPr>
          <a:xfrm>
            <a:off x="8454832" y="377026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ABSCHNITT 2</a:t>
            </a:r>
          </a:p>
        </p:txBody>
      </p:sp>
      <p:pic>
        <p:nvPicPr>
          <p:cNvPr id="11" name="Grafik 10" descr="Ein Bild, das Grafiken, Schrift, Logo, Schwarz enthält.&#10;&#10;KI-generierte Inhalte können fehlerhaft sein.">
            <a:extLst>
              <a:ext uri="{FF2B5EF4-FFF2-40B4-BE49-F238E27FC236}">
                <a16:creationId xmlns:a16="http://schemas.microsoft.com/office/drawing/2014/main" id="{851723E7-2318-2A48-F850-649324048B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965" y="6030019"/>
            <a:ext cx="1211757" cy="44915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7549968-A074-7A16-84FF-E642770FF5CA}"/>
              </a:ext>
            </a:extLst>
          </p:cNvPr>
          <p:cNvSpPr txBox="1"/>
          <p:nvPr/>
        </p:nvSpPr>
        <p:spPr>
          <a:xfrm>
            <a:off x="4078188" y="6093296"/>
            <a:ext cx="43669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 err="1"/>
              <a:t>ChessCORE</a:t>
            </a:r>
            <a:r>
              <a:rPr lang="de-DE" sz="1400" dirty="0"/>
              <a:t>/</a:t>
            </a:r>
            <a:r>
              <a:rPr lang="de-DE" sz="1400" dirty="0" err="1"/>
              <a:t>ChessCORE</a:t>
            </a:r>
            <a:r>
              <a:rPr lang="de-DE" sz="1400" dirty="0"/>
              <a:t>/</a:t>
            </a:r>
            <a:r>
              <a:rPr lang="de-DE" sz="1400" dirty="0" err="1"/>
              <a:t>renderer.cs</a:t>
            </a:r>
            <a:endParaRPr lang="de-DE" sz="140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63C7E24-09A9-A300-EE0E-626BE2ED6B34}"/>
              </a:ext>
            </a:extLst>
          </p:cNvPr>
          <p:cNvSpPr/>
          <p:nvPr/>
        </p:nvSpPr>
        <p:spPr>
          <a:xfrm>
            <a:off x="693812" y="1340768"/>
            <a:ext cx="10945216" cy="2880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D93975F-897B-4439-9357-FA740FA0EC87}" type="datetime10">
              <a:rPr lang="de-DE" smtClean="0">
                <a:solidFill>
                  <a:schemeClr val="bg1"/>
                </a:solidFill>
                <a:latin typeface="Consolas" panose="020B0609020204030204" pitchFamily="49" charset="0"/>
              </a:rPr>
              <a:t>15:27</a:t>
            </a:fld>
            <a:endParaRPr lang="de-DE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D99D8FA-094B-622C-1B29-2F33754C2E0C}"/>
              </a:ext>
            </a:extLst>
          </p:cNvPr>
          <p:cNvSpPr/>
          <p:nvPr/>
        </p:nvSpPr>
        <p:spPr>
          <a:xfrm>
            <a:off x="621804" y="4898820"/>
            <a:ext cx="10945216" cy="4578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de-DE" sz="1100" b="0" dirty="0">
                <a:solidFill>
                  <a:schemeClr val="bg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(ESC)   (F10</a:t>
            </a:r>
            <a:r>
              <a:rPr lang="de-DE" sz="1100" b="0">
                <a:solidFill>
                  <a:schemeClr val="bg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)   (</a:t>
            </a:r>
            <a:r>
              <a:rPr lang="de-DE" sz="110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F5</a:t>
            </a:r>
            <a:r>
              <a:rPr lang="de-DE" sz="1100" b="0">
                <a:solidFill>
                  <a:schemeClr val="bg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r>
              <a:rPr lang="de-DE" sz="1100" b="0" dirty="0">
                <a:solidFill>
                  <a:schemeClr val="bg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					</a:t>
            </a:r>
            <a:r>
              <a:rPr lang="de-DE" sz="1100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			(</a:t>
            </a:r>
            <a:r>
              <a:rPr lang="de-DE" sz="1100" b="0" dirty="0">
                <a:solidFill>
                  <a:schemeClr val="bg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F1)   (F2)    (F3)   (F4)    (F12)</a:t>
            </a:r>
            <a:br>
              <a:rPr lang="de-DE" sz="1100" b="0" dirty="0">
                <a:solidFill>
                  <a:schemeClr val="bg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de-DE" sz="1100" b="0" dirty="0">
                <a:solidFill>
                  <a:schemeClr val="bg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  ⇱      🖴       ↻							          	</a:t>
            </a:r>
            <a:r>
              <a:rPr lang="de-DE" sz="11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⏪     🔽     ⏩     ⏹️     ⏺️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D31B382-FB62-E2FD-A0B9-6821FA515191}"/>
              </a:ext>
            </a:extLst>
          </p:cNvPr>
          <p:cNvSpPr txBox="1"/>
          <p:nvPr/>
        </p:nvSpPr>
        <p:spPr>
          <a:xfrm>
            <a:off x="693812" y="1858281"/>
            <a:ext cx="4310927" cy="31700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┏━━┯━━┯━━┯━━┯━━┯━━┯━━┯━━┓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8 ┃ ♖ │ ♘ │ ♗ │ ♕ │ ♔ │ ♗ │ ♘ │ ♖ ┃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7 ┃ ♙ │ ♙ │ ♙ │ ♙ │ ♙ │ ♙ │ ♙ │ ♙ ┃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6 ┃    │    │    │    │    │    │    │    ┃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5 ┃    │    │    │    │    │    │    │    ┃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4 ┃    │    │    │    │    │    │    │    ┃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3 ┃    │    │    │    │    │    │    │    ┃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2 ┃ ♟ │ ♟ │ ♟ │ ♟ │ ♟ │ ♟ │ ♟ │ ♟ ┃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1 ┃ ♜ │ ♞ │ ♝ │ ♛ │ ♚ │ ♝ │ ♞ │ ♜ ┃</a:t>
            </a:r>
          </a:p>
          <a:p>
            <a:pPr>
              <a:lnSpc>
                <a:spcPts val="1200"/>
              </a:lnSpc>
            </a:pPr>
            <a: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┗━━┷━━┷━━┷━━┷━━┷━━┷━━┷━━┛ </a:t>
            </a:r>
          </a:p>
          <a:p>
            <a:pPr>
              <a:lnSpc>
                <a:spcPts val="1200"/>
              </a:lnSpc>
            </a:pPr>
            <a:br>
              <a:rPr lang="de-DE" sz="120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</a:br>
            <a:endParaRPr lang="de-DE" sz="1200" b="0" dirty="0">
              <a:solidFill>
                <a:srgbClr val="CCCCCC"/>
              </a:solidFill>
              <a:effectLst/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>
              <a:lnSpc>
                <a:spcPts val="1200"/>
              </a:lnSpc>
            </a:pPr>
            <a:endParaRPr lang="de-DE" sz="1200" b="0" dirty="0">
              <a:solidFill>
                <a:srgbClr val="CCCCCC"/>
              </a:solidFill>
              <a:effectLst/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380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032A4B0-0E2C-A9D4-E502-16D4A62F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z="1400" smtClean="0"/>
              <a:pPr rtl="0"/>
              <a:t>14</a:t>
            </a:fld>
            <a:endParaRPr lang="en-US" sz="1400" dirty="0"/>
          </a:p>
        </p:txBody>
      </p:sp>
      <p:sp>
        <p:nvSpPr>
          <p:cNvPr id="4" name="Titel 10">
            <a:extLst>
              <a:ext uri="{FF2B5EF4-FFF2-40B4-BE49-F238E27FC236}">
                <a16:creationId xmlns:a16="http://schemas.microsoft.com/office/drawing/2014/main" id="{D476290B-2EDA-39E1-1910-211B4FC9FA7B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CHESS.CORE</a:t>
            </a:r>
          </a:p>
        </p:txBody>
      </p:sp>
      <p:sp>
        <p:nvSpPr>
          <p:cNvPr id="5" name="Titel 1">
            <a:extLst>
              <a:ext uri="{FF2B5EF4-FFF2-40B4-BE49-F238E27FC236}">
                <a16:creationId xmlns:a16="http://schemas.microsoft.com/office/drawing/2014/main" id="{2CF35017-B2E9-890D-A8EF-D523C5E73029}"/>
              </a:ext>
            </a:extLst>
          </p:cNvPr>
          <p:cNvSpPr txBox="1">
            <a:spLocks/>
          </p:cNvSpPr>
          <p:nvPr/>
        </p:nvSpPr>
        <p:spPr>
          <a:xfrm>
            <a:off x="3794760" y="391886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400" dirty="0"/>
              <a:t>FIGURENIDENTIFIKATION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9EA4321-64DE-6E7B-1E49-15D7635CFCD6}"/>
              </a:ext>
            </a:extLst>
          </p:cNvPr>
          <p:cNvGrpSpPr/>
          <p:nvPr/>
        </p:nvGrpSpPr>
        <p:grpSpPr>
          <a:xfrm>
            <a:off x="1197868" y="1093972"/>
            <a:ext cx="8744208" cy="4855308"/>
            <a:chOff x="1970224" y="1071889"/>
            <a:chExt cx="8744208" cy="485530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AEAB6791-F1A9-337D-94C6-6DD1B0DC616D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>
              <a:off x="1970224" y="1285974"/>
              <a:ext cx="1" cy="4641223"/>
            </a:xfrm>
            <a:prstGeom prst="line">
              <a:avLst/>
            </a:prstGeom>
            <a:ln w="28575">
              <a:solidFill>
                <a:srgbClr val="F4997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A8414CFD-1A8B-27DB-0C67-BB9D8D9617F1}"/>
                </a:ext>
              </a:extLst>
            </p:cNvPr>
            <p:cNvGrpSpPr/>
            <p:nvPr/>
          </p:nvGrpSpPr>
          <p:grpSpPr>
            <a:xfrm>
              <a:off x="1970224" y="1071889"/>
              <a:ext cx="8744208" cy="4653889"/>
              <a:chOff x="1970224" y="1071889"/>
              <a:chExt cx="8744208" cy="4653889"/>
            </a:xfrm>
          </p:grpSpPr>
          <p:sp>
            <p:nvSpPr>
              <p:cNvPr id="2" name="Rechteck: abgerundete Ecken 1">
                <a:extLst>
                  <a:ext uri="{FF2B5EF4-FFF2-40B4-BE49-F238E27FC236}">
                    <a16:creationId xmlns:a16="http://schemas.microsoft.com/office/drawing/2014/main" id="{37F99487-8BE2-1F9C-EFA4-2B8B8453A2DD}"/>
                  </a:ext>
                </a:extLst>
              </p:cNvPr>
              <p:cNvSpPr/>
              <p:nvPr/>
            </p:nvSpPr>
            <p:spPr>
              <a:xfrm>
                <a:off x="1970224" y="1071889"/>
                <a:ext cx="8162037" cy="428170"/>
              </a:xfrm>
              <a:prstGeom prst="roundRect">
                <a:avLst/>
              </a:prstGeom>
              <a:solidFill>
                <a:srgbClr val="F4997C"/>
              </a:solidFill>
              <a:ln w="28575">
                <a:solidFill>
                  <a:srgbClr val="F4997C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Wiederhole für jede Reihe</a:t>
                </a:r>
              </a:p>
            </p:txBody>
          </p:sp>
          <p:sp>
            <p:nvSpPr>
              <p:cNvPr id="10" name="Rechteck: abgerundete Ecken 9">
                <a:extLst>
                  <a:ext uri="{FF2B5EF4-FFF2-40B4-BE49-F238E27FC236}">
                    <a16:creationId xmlns:a16="http://schemas.microsoft.com/office/drawing/2014/main" id="{E892029D-B2AC-E643-2378-2D4DF662983E}"/>
                  </a:ext>
                </a:extLst>
              </p:cNvPr>
              <p:cNvSpPr/>
              <p:nvPr/>
            </p:nvSpPr>
            <p:spPr>
              <a:xfrm>
                <a:off x="2266270" y="2147123"/>
                <a:ext cx="8162037" cy="428170"/>
              </a:xfrm>
              <a:prstGeom prst="roundRect">
                <a:avLst/>
              </a:prstGeom>
              <a:solidFill>
                <a:srgbClr val="003A52"/>
              </a:solidFill>
              <a:ln w="28575">
                <a:solidFill>
                  <a:srgbClr val="F4997C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QRANGE Abfrage</a:t>
                </a:r>
              </a:p>
            </p:txBody>
          </p:sp>
          <p:sp>
            <p:nvSpPr>
              <p:cNvPr id="11" name="Rechteck: abgerundete Ecken 10">
                <a:extLst>
                  <a:ext uri="{FF2B5EF4-FFF2-40B4-BE49-F238E27FC236}">
                    <a16:creationId xmlns:a16="http://schemas.microsoft.com/office/drawing/2014/main" id="{A65B3D1D-A7C3-D258-631F-132262E9344F}"/>
                  </a:ext>
                </a:extLst>
              </p:cNvPr>
              <p:cNvSpPr/>
              <p:nvPr/>
            </p:nvSpPr>
            <p:spPr>
              <a:xfrm>
                <a:off x="2121520" y="1610804"/>
                <a:ext cx="8162037" cy="428170"/>
              </a:xfrm>
              <a:prstGeom prst="roundRect">
                <a:avLst/>
              </a:prstGeom>
              <a:solidFill>
                <a:srgbClr val="003A52"/>
              </a:solidFill>
              <a:ln w="28575">
                <a:solidFill>
                  <a:srgbClr val="F4997C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Reihe funktioniert?</a:t>
                </a:r>
              </a:p>
            </p:txBody>
          </p: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E1F9A01-B956-DF94-4807-8FF4F2F55417}"/>
                  </a:ext>
                </a:extLst>
              </p:cNvPr>
              <p:cNvCxnSpPr>
                <a:cxnSpLocks/>
                <a:stCxn id="11" idx="1"/>
              </p:cNvCxnSpPr>
              <p:nvPr/>
            </p:nvCxnSpPr>
            <p:spPr>
              <a:xfrm>
                <a:off x="2121520" y="1824889"/>
                <a:ext cx="0" cy="3900889"/>
              </a:xfrm>
              <a:prstGeom prst="line">
                <a:avLst/>
              </a:prstGeom>
              <a:ln w="28575">
                <a:solidFill>
                  <a:srgbClr val="F4997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hteck: abgerundete Ecken 15">
                <a:extLst>
                  <a:ext uri="{FF2B5EF4-FFF2-40B4-BE49-F238E27FC236}">
                    <a16:creationId xmlns:a16="http://schemas.microsoft.com/office/drawing/2014/main" id="{383205C7-38AC-1194-C368-E17B3D9A2D21}"/>
                  </a:ext>
                </a:extLst>
              </p:cNvPr>
              <p:cNvSpPr/>
              <p:nvPr/>
            </p:nvSpPr>
            <p:spPr>
              <a:xfrm>
                <a:off x="2272816" y="2681019"/>
                <a:ext cx="8162037" cy="428170"/>
              </a:xfrm>
              <a:prstGeom prst="roundRect">
                <a:avLst/>
              </a:prstGeom>
              <a:solidFill>
                <a:srgbClr val="F4997C"/>
              </a:solidFill>
              <a:ln w="28575">
                <a:solidFill>
                  <a:srgbClr val="F4997C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Wiederhole für jedes Feld</a:t>
                </a:r>
              </a:p>
            </p:txBody>
          </p: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C6EEF32C-18AA-7092-8674-8A7B12FB8A44}"/>
                  </a:ext>
                </a:extLst>
              </p:cNvPr>
              <p:cNvCxnSpPr>
                <a:cxnSpLocks/>
                <a:stCxn id="16" idx="1"/>
              </p:cNvCxnSpPr>
              <p:nvPr/>
            </p:nvCxnSpPr>
            <p:spPr>
              <a:xfrm>
                <a:off x="2272816" y="2895104"/>
                <a:ext cx="0" cy="2686658"/>
              </a:xfrm>
              <a:prstGeom prst="line">
                <a:avLst/>
              </a:prstGeom>
              <a:ln w="28575">
                <a:solidFill>
                  <a:srgbClr val="F4997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hteck: abgerundete Ecken 20">
                <a:extLst>
                  <a:ext uri="{FF2B5EF4-FFF2-40B4-BE49-F238E27FC236}">
                    <a16:creationId xmlns:a16="http://schemas.microsoft.com/office/drawing/2014/main" id="{449BE1AD-7AAF-C092-1114-471F8C3163CB}"/>
                  </a:ext>
                </a:extLst>
              </p:cNvPr>
              <p:cNvSpPr/>
              <p:nvPr/>
            </p:nvSpPr>
            <p:spPr>
              <a:xfrm>
                <a:off x="2422004" y="3214915"/>
                <a:ext cx="8162037" cy="428170"/>
              </a:xfrm>
              <a:prstGeom prst="roundRect">
                <a:avLst/>
              </a:prstGeom>
              <a:solidFill>
                <a:srgbClr val="003A52"/>
              </a:solidFill>
              <a:ln w="28575">
                <a:solidFill>
                  <a:srgbClr val="F4997C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Feld funktioniert?</a:t>
                </a:r>
              </a:p>
            </p:txBody>
          </p: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25ECFEB4-A489-F739-7FEB-39C090951025}"/>
                  </a:ext>
                </a:extLst>
              </p:cNvPr>
              <p:cNvCxnSpPr>
                <a:cxnSpLocks/>
                <a:stCxn id="21" idx="1"/>
              </p:cNvCxnSpPr>
              <p:nvPr/>
            </p:nvCxnSpPr>
            <p:spPr>
              <a:xfrm>
                <a:off x="2422004" y="3429000"/>
                <a:ext cx="0" cy="2008746"/>
              </a:xfrm>
              <a:prstGeom prst="line">
                <a:avLst/>
              </a:prstGeom>
              <a:ln w="28575">
                <a:solidFill>
                  <a:srgbClr val="F4997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hteck: abgerundete Ecken 23">
                <a:extLst>
                  <a:ext uri="{FF2B5EF4-FFF2-40B4-BE49-F238E27FC236}">
                    <a16:creationId xmlns:a16="http://schemas.microsoft.com/office/drawing/2014/main" id="{F95EE9D5-26DF-687F-B090-DCE41639C1A5}"/>
                  </a:ext>
                </a:extLst>
              </p:cNvPr>
              <p:cNvSpPr/>
              <p:nvPr/>
            </p:nvSpPr>
            <p:spPr>
              <a:xfrm>
                <a:off x="2552395" y="3748811"/>
                <a:ext cx="8162037" cy="428170"/>
              </a:xfrm>
              <a:prstGeom prst="roundRect">
                <a:avLst/>
              </a:prstGeom>
              <a:solidFill>
                <a:srgbClr val="003A52"/>
              </a:solidFill>
              <a:ln w="28575">
                <a:solidFill>
                  <a:srgbClr val="F4997C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Kalibrierung anwenden</a:t>
                </a:r>
              </a:p>
            </p:txBody>
          </p:sp>
          <p:sp>
            <p:nvSpPr>
              <p:cNvPr id="27" name="Rechteck: abgerundete Ecken 26">
                <a:extLst>
                  <a:ext uri="{FF2B5EF4-FFF2-40B4-BE49-F238E27FC236}">
                    <a16:creationId xmlns:a16="http://schemas.microsoft.com/office/drawing/2014/main" id="{31E14B98-A3FE-168F-C4CB-9047CC90BD1D}"/>
                  </a:ext>
                </a:extLst>
              </p:cNvPr>
              <p:cNvSpPr/>
              <p:nvPr/>
            </p:nvSpPr>
            <p:spPr>
              <a:xfrm>
                <a:off x="2552394" y="4282707"/>
                <a:ext cx="8162037" cy="428170"/>
              </a:xfrm>
              <a:prstGeom prst="roundRect">
                <a:avLst/>
              </a:prstGeom>
              <a:solidFill>
                <a:srgbClr val="003A52"/>
              </a:solidFill>
              <a:ln w="28575">
                <a:solidFill>
                  <a:srgbClr val="F4997C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Figur identifizieren (</a:t>
                </a:r>
                <a:r>
                  <a:rPr lang="de-DE" dirty="0" err="1"/>
                  <a:t>autoEnumerator</a:t>
                </a:r>
                <a:r>
                  <a:rPr lang="de-DE" dirty="0"/>
                  <a:t>)</a:t>
                </a:r>
              </a:p>
            </p:txBody>
          </p:sp>
          <p:sp>
            <p:nvSpPr>
              <p:cNvPr id="37" name="Rechteck: abgerundete Ecken 36">
                <a:extLst>
                  <a:ext uri="{FF2B5EF4-FFF2-40B4-BE49-F238E27FC236}">
                    <a16:creationId xmlns:a16="http://schemas.microsoft.com/office/drawing/2014/main" id="{AECA250F-5028-D5EF-6079-7E7C29907127}"/>
                  </a:ext>
                </a:extLst>
              </p:cNvPr>
              <p:cNvSpPr/>
              <p:nvPr/>
            </p:nvSpPr>
            <p:spPr>
              <a:xfrm>
                <a:off x="2552394" y="4816603"/>
                <a:ext cx="8162037" cy="428170"/>
              </a:xfrm>
              <a:prstGeom prst="roundRect">
                <a:avLst/>
              </a:prstGeom>
              <a:solidFill>
                <a:srgbClr val="003A52"/>
              </a:solidFill>
              <a:ln w="28575">
                <a:solidFill>
                  <a:srgbClr val="F4997C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Daten in den RAM laden und Magnetfeldwerte zurückgeben</a:t>
                </a:r>
              </a:p>
            </p:txBody>
          </p:sp>
        </p:grpSp>
      </p:grpSp>
      <p:sp>
        <p:nvSpPr>
          <p:cNvPr id="43" name="Titel 10">
            <a:extLst>
              <a:ext uri="{FF2B5EF4-FFF2-40B4-BE49-F238E27FC236}">
                <a16:creationId xmlns:a16="http://schemas.microsoft.com/office/drawing/2014/main" id="{BB10CA3B-EB04-5C55-9849-98070305B23A}"/>
              </a:ext>
            </a:extLst>
          </p:cNvPr>
          <p:cNvSpPr txBox="1">
            <a:spLocks/>
          </p:cNvSpPr>
          <p:nvPr/>
        </p:nvSpPr>
        <p:spPr>
          <a:xfrm>
            <a:off x="8454832" y="377026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ABSCHNITT 3</a:t>
            </a:r>
          </a:p>
        </p:txBody>
      </p:sp>
      <p:pic>
        <p:nvPicPr>
          <p:cNvPr id="44" name="Grafik 43" descr="Ein Bild, das Grafiken, Schrift, Logo, Schwarz enthält.&#10;&#10;KI-generierte Inhalte können fehlerhaft sein.">
            <a:extLst>
              <a:ext uri="{FF2B5EF4-FFF2-40B4-BE49-F238E27FC236}">
                <a16:creationId xmlns:a16="http://schemas.microsoft.com/office/drawing/2014/main" id="{002639F4-A239-1BFA-97CA-5C3538E5D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965" y="6030019"/>
            <a:ext cx="1211757" cy="449158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57C6B9E3-4121-2A35-CDE4-6B00AB17C5DC}"/>
              </a:ext>
            </a:extLst>
          </p:cNvPr>
          <p:cNvSpPr txBox="1"/>
          <p:nvPr/>
        </p:nvSpPr>
        <p:spPr>
          <a:xfrm>
            <a:off x="4078188" y="6093296"/>
            <a:ext cx="43669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 err="1"/>
              <a:t>ChessCORE</a:t>
            </a:r>
            <a:r>
              <a:rPr lang="de-DE" sz="1400" dirty="0"/>
              <a:t>/</a:t>
            </a:r>
            <a:r>
              <a:rPr lang="de-DE" sz="1400" dirty="0" err="1"/>
              <a:t>ChessCORE</a:t>
            </a:r>
            <a:r>
              <a:rPr lang="de-DE" sz="1400" dirty="0"/>
              <a:t>/</a:t>
            </a:r>
            <a:r>
              <a:rPr lang="de-DE" sz="1400" dirty="0" err="1"/>
              <a:t>board_visual.cs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57542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A414-8AB4-E60C-23FD-BF070B20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F1A1614-97CF-35A9-12AB-3AFD8C81D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n-US" sz="1400" smtClean="0"/>
              <a:pPr rtl="0"/>
              <a:t>15</a:t>
            </a:fld>
            <a:endParaRPr lang="en-US" sz="1400" dirty="0"/>
          </a:p>
        </p:txBody>
      </p:sp>
      <p:sp>
        <p:nvSpPr>
          <p:cNvPr id="4" name="Titel 10">
            <a:extLst>
              <a:ext uri="{FF2B5EF4-FFF2-40B4-BE49-F238E27FC236}">
                <a16:creationId xmlns:a16="http://schemas.microsoft.com/office/drawing/2014/main" id="{63E15CFA-5101-D5CC-BB16-073F3EA8423C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CHESS.CORE</a:t>
            </a:r>
          </a:p>
        </p:txBody>
      </p:sp>
      <p:sp>
        <p:nvSpPr>
          <p:cNvPr id="5" name="Titel 1">
            <a:extLst>
              <a:ext uri="{FF2B5EF4-FFF2-40B4-BE49-F238E27FC236}">
                <a16:creationId xmlns:a16="http://schemas.microsoft.com/office/drawing/2014/main" id="{1EFEF106-79F1-C49D-FC42-79C33D582A76}"/>
              </a:ext>
            </a:extLst>
          </p:cNvPr>
          <p:cNvSpPr txBox="1">
            <a:spLocks/>
          </p:cNvSpPr>
          <p:nvPr/>
        </p:nvSpPr>
        <p:spPr>
          <a:xfrm>
            <a:off x="3794760" y="391886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400" dirty="0"/>
              <a:t>POST-PROCESSOR</a:t>
            </a:r>
          </a:p>
        </p:txBody>
      </p:sp>
      <p:sp>
        <p:nvSpPr>
          <p:cNvPr id="43" name="Titel 10">
            <a:extLst>
              <a:ext uri="{FF2B5EF4-FFF2-40B4-BE49-F238E27FC236}">
                <a16:creationId xmlns:a16="http://schemas.microsoft.com/office/drawing/2014/main" id="{5911E807-3C02-53C7-F81E-E729B89C84FB}"/>
              </a:ext>
            </a:extLst>
          </p:cNvPr>
          <p:cNvSpPr txBox="1">
            <a:spLocks/>
          </p:cNvSpPr>
          <p:nvPr/>
        </p:nvSpPr>
        <p:spPr>
          <a:xfrm>
            <a:off x="8454832" y="377026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ABSCHNITT 4</a:t>
            </a:r>
          </a:p>
        </p:txBody>
      </p:sp>
      <p:pic>
        <p:nvPicPr>
          <p:cNvPr id="44" name="Grafik 43" descr="Ein Bild, das Grafiken, Schrift, Logo, Schwarz enthält.&#10;&#10;KI-generierte Inhalte können fehlerhaft sein.">
            <a:extLst>
              <a:ext uri="{FF2B5EF4-FFF2-40B4-BE49-F238E27FC236}">
                <a16:creationId xmlns:a16="http://schemas.microsoft.com/office/drawing/2014/main" id="{173BF23B-C583-24EF-7C03-061D292B8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965" y="6030019"/>
            <a:ext cx="1211757" cy="449158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4211F39B-3C96-2420-4DD1-97622C2E9A44}"/>
              </a:ext>
            </a:extLst>
          </p:cNvPr>
          <p:cNvSpPr txBox="1"/>
          <p:nvPr/>
        </p:nvSpPr>
        <p:spPr>
          <a:xfrm>
            <a:off x="4078188" y="6093296"/>
            <a:ext cx="43669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 err="1"/>
              <a:t>ChessCORE</a:t>
            </a:r>
            <a:r>
              <a:rPr lang="de-DE" sz="1400" dirty="0"/>
              <a:t>/</a:t>
            </a:r>
            <a:r>
              <a:rPr lang="de-DE" sz="1400" dirty="0" err="1"/>
              <a:t>ChessCORE</a:t>
            </a:r>
            <a:r>
              <a:rPr lang="de-DE" sz="1400" dirty="0"/>
              <a:t>/</a:t>
            </a:r>
            <a:r>
              <a:rPr lang="de-DE" sz="1400" dirty="0" err="1"/>
              <a:t>board_visual.cs</a:t>
            </a:r>
            <a:endParaRPr lang="de-DE" sz="1400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BC44266-EEC1-B201-82C6-F9E39BFAFDA0}"/>
              </a:ext>
            </a:extLst>
          </p:cNvPr>
          <p:cNvGrpSpPr/>
          <p:nvPr/>
        </p:nvGrpSpPr>
        <p:grpSpPr>
          <a:xfrm>
            <a:off x="4379475" y="1041730"/>
            <a:ext cx="3764374" cy="651744"/>
            <a:chOff x="745863" y="1121072"/>
            <a:chExt cx="3764374" cy="65174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9D8AF12-4AD4-21A3-9BA5-C0D296CD620D}"/>
                </a:ext>
              </a:extLst>
            </p:cNvPr>
            <p:cNvSpPr/>
            <p:nvPr/>
          </p:nvSpPr>
          <p:spPr>
            <a:xfrm>
              <a:off x="745863" y="1121072"/>
              <a:ext cx="3764374" cy="651744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200" b="1" dirty="0">
                  <a:solidFill>
                    <a:schemeClr val="bg1"/>
                  </a:solidFill>
                </a:rPr>
                <a:t>    FIGUR-PUFFER</a:t>
              </a:r>
            </a:p>
          </p:txBody>
        </p:sp>
        <p:pic>
          <p:nvPicPr>
            <p:cNvPr id="9" name="Grafik 8" descr="Datenbank mit einfarbiger Füllung">
              <a:extLst>
                <a:ext uri="{FF2B5EF4-FFF2-40B4-BE49-F238E27FC236}">
                  <a16:creationId xmlns:a16="http://schemas.microsoft.com/office/drawing/2014/main" id="{0726D5B4-BCCF-7A3B-91EF-6574DDD51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8980" y="1131582"/>
              <a:ext cx="630723" cy="630723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D2E6293-D0DE-08A7-AFE2-0C65D49BAF1B}"/>
              </a:ext>
            </a:extLst>
          </p:cNvPr>
          <p:cNvGrpSpPr/>
          <p:nvPr/>
        </p:nvGrpSpPr>
        <p:grpSpPr>
          <a:xfrm>
            <a:off x="752580" y="2063112"/>
            <a:ext cx="3764374" cy="651744"/>
            <a:chOff x="752580" y="1948012"/>
            <a:chExt cx="3764374" cy="651744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3264F60B-C35C-71FA-0036-3315C1FF552B}"/>
                </a:ext>
              </a:extLst>
            </p:cNvPr>
            <p:cNvSpPr/>
            <p:nvPr/>
          </p:nvSpPr>
          <p:spPr>
            <a:xfrm>
              <a:off x="752580" y="1948012"/>
              <a:ext cx="3764374" cy="651744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200" b="1" dirty="0">
                  <a:solidFill>
                    <a:schemeClr val="bg1"/>
                  </a:solidFill>
                </a:rPr>
                <a:t>   FELD-PUFFER</a:t>
              </a:r>
            </a:p>
          </p:txBody>
        </p:sp>
        <p:pic>
          <p:nvPicPr>
            <p:cNvPr id="14" name="Grafik 13" descr="Zukunft mit einfarbiger Füllung">
              <a:extLst>
                <a:ext uri="{FF2B5EF4-FFF2-40B4-BE49-F238E27FC236}">
                  <a16:creationId xmlns:a16="http://schemas.microsoft.com/office/drawing/2014/main" id="{2237E54A-0BA9-4F6B-FA4D-012E76264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4153" y="1991465"/>
              <a:ext cx="560378" cy="560378"/>
            </a:xfrm>
            <a:prstGeom prst="rect">
              <a:avLst/>
            </a:prstGeom>
          </p:spPr>
        </p:pic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CE415B3E-DC6E-5057-636E-EDEA8537749D}"/>
              </a:ext>
            </a:extLst>
          </p:cNvPr>
          <p:cNvSpPr txBox="1"/>
          <p:nvPr/>
        </p:nvSpPr>
        <p:spPr>
          <a:xfrm>
            <a:off x="752580" y="2698200"/>
            <a:ext cx="4307061" cy="317009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┏━━┯━━┯━━┯━━┯━━┯━━┯━━┯━━┓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8 ┃ ♖ │ ♘ │ ♗ │ ♕ │ ♔ │ ♗ │ ♘ │ ♖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7 ┃ ♙ │ ♙ │ ♙ │ ♙ │ ♙ │ ♙ │ ♙ │ ♙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6 ┃    │    │    │    │    │    │    │   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5 ┃    │    │    │    │    │    │    │   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4 ┃    │    │    │    │    │    │    │   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3 ┃    │    │    │    │    │    │    │    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2 ┃ ♟ │ ♟ │ ♟ │ ♟ │ ♟ │ ♟ │ ♟ │ ♟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1 ┃ ♜ │ ♞ │ ♝ │ ♛ │ ♚ │ ♝ │ ♞ │ ♜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┗━━┷━━┷━━┷━━┷━━┷━━┷━━┷━━┛ </a:t>
            </a:r>
          </a:p>
          <a:p>
            <a:pPr>
              <a:lnSpc>
                <a:spcPts val="1200"/>
              </a:lnSpc>
            </a:pPr>
            <a:b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</a:br>
            <a:endParaRPr lang="de-DE" sz="1050" b="0" dirty="0">
              <a:solidFill>
                <a:srgbClr val="CCCCCC"/>
              </a:solidFill>
              <a:effectLst/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>
              <a:lnSpc>
                <a:spcPts val="1200"/>
              </a:lnSpc>
            </a:pPr>
            <a:endParaRPr lang="de-DE" sz="1050" b="0" dirty="0">
              <a:solidFill>
                <a:srgbClr val="CCCCCC"/>
              </a:solidFill>
              <a:effectLst/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4596DF4-0D26-3FBA-730C-D2BFABB5D735}"/>
              </a:ext>
            </a:extLst>
          </p:cNvPr>
          <p:cNvGrpSpPr/>
          <p:nvPr/>
        </p:nvGrpSpPr>
        <p:grpSpPr>
          <a:xfrm>
            <a:off x="7878635" y="2063112"/>
            <a:ext cx="3764374" cy="651744"/>
            <a:chOff x="752580" y="1948012"/>
            <a:chExt cx="3764374" cy="651744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B8FBA694-F0D5-5D73-48A4-2F8AD59F383E}"/>
                </a:ext>
              </a:extLst>
            </p:cNvPr>
            <p:cNvSpPr/>
            <p:nvPr/>
          </p:nvSpPr>
          <p:spPr>
            <a:xfrm>
              <a:off x="752580" y="1948012"/>
              <a:ext cx="3764374" cy="651744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200" b="1" dirty="0">
                  <a:solidFill>
                    <a:schemeClr val="bg1"/>
                  </a:solidFill>
                </a:rPr>
                <a:t>   AKTUELL</a:t>
              </a:r>
            </a:p>
          </p:txBody>
        </p:sp>
        <p:pic>
          <p:nvPicPr>
            <p:cNvPr id="31" name="Grafik 30" descr="Schachfiguren mit einfarbiger Füllung">
              <a:extLst>
                <a:ext uri="{FF2B5EF4-FFF2-40B4-BE49-F238E27FC236}">
                  <a16:creationId xmlns:a16="http://schemas.microsoft.com/office/drawing/2014/main" id="{C292DFEB-9ADA-66A6-BA30-EC234EC38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864153" y="1991465"/>
              <a:ext cx="560378" cy="560378"/>
            </a:xfrm>
            <a:prstGeom prst="rect">
              <a:avLst/>
            </a:prstGeom>
          </p:spPr>
        </p:pic>
      </p:grpSp>
      <p:sp>
        <p:nvSpPr>
          <p:cNvPr id="32" name="Textfeld 31">
            <a:extLst>
              <a:ext uri="{FF2B5EF4-FFF2-40B4-BE49-F238E27FC236}">
                <a16:creationId xmlns:a16="http://schemas.microsoft.com/office/drawing/2014/main" id="{6BD92074-226B-4181-04C1-62EE33B7A0FF}"/>
              </a:ext>
            </a:extLst>
          </p:cNvPr>
          <p:cNvSpPr txBox="1"/>
          <p:nvPr/>
        </p:nvSpPr>
        <p:spPr>
          <a:xfrm>
            <a:off x="7874769" y="2698200"/>
            <a:ext cx="4310927" cy="317009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┏━━┯━━┯━━┯━━┯━━┯━━┯━━┯━━┓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8 ┃ ♖ │ ♘ │ ♗ │ ♕ │ ♔ │ ♗ │ ♘ │ ♖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7 ┃ ♙ │ ♙ │ ♙ │ ♙ │ ♙ │ ♙ │ ♙ │ ♙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6 ┃    │    │    │    │    │    │    │   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5 ┃    │    │    │    │    │    │    │   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4 ┃    │    │    │ ♟ │    │    │    │   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3 ┃    │    │    │    │    │    │    │    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2 ┃ ♟ │ ♟ │ ♟ │    │ ♟ │ ♟ │ ♟ │ ♟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1 ┃ ♜ │ ♞ │ ♝ │ ♛ │ ♚ │ ♝ │ ♞ │ ♜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┗━━┷━━┷━━┷━━┷━━┷━━┷━━┷━━┛ </a:t>
            </a:r>
          </a:p>
          <a:p>
            <a:pPr>
              <a:lnSpc>
                <a:spcPts val="1200"/>
              </a:lnSpc>
            </a:pPr>
            <a:b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</a:br>
            <a:endParaRPr lang="de-DE" sz="1050" b="0" dirty="0">
              <a:solidFill>
                <a:srgbClr val="CCCCCC"/>
              </a:solidFill>
              <a:effectLst/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>
              <a:lnSpc>
                <a:spcPts val="1200"/>
              </a:lnSpc>
            </a:pPr>
            <a:endParaRPr lang="de-DE" sz="1050" b="0" dirty="0">
              <a:solidFill>
                <a:srgbClr val="CCCCCC"/>
              </a:solidFill>
              <a:effectLst/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B8E97604-2532-C270-007D-E7ADD89BACB6}"/>
              </a:ext>
            </a:extLst>
          </p:cNvPr>
          <p:cNvSpPr txBox="1"/>
          <p:nvPr/>
        </p:nvSpPr>
        <p:spPr>
          <a:xfrm>
            <a:off x="4323500" y="2701523"/>
            <a:ext cx="4307061" cy="31700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┏━━┯━━┯━━┯━━┯━━┯━━┯━━┯━━┓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8 ┃ ♖ │ ♘ │ ♗ │ ♕ │ ♔ │ ♗ │ ♘ │ ♖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7 ┃ ♙ │ ♙ │ ♙ │ ♙ │ ♙ │ ♙ │ ♙ │ ♙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6 ┃    │    │    │    │    │    │    │   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5 ┃    │    │    │    │    │    │    │   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4 ┃    │    │    │ </a:t>
            </a:r>
            <a:r>
              <a:rPr lang="de-DE" sz="1050" dirty="0">
                <a:solidFill>
                  <a:srgbClr val="CCCCCC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 </a:t>
            </a: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│    │    │    │   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3 ┃    │    │    │    │    │    │    │    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2 ┃ ♟ │ ♟ │ ♟ │ </a:t>
            </a:r>
            <a:r>
              <a:rPr lang="de-DE" sz="1050" b="0" dirty="0">
                <a:solidFill>
                  <a:srgbClr val="A0CEDF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!!</a:t>
            </a: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 │ ♟ │ ♟ │ ♟ │ ♟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┠──┼──┼──┼──┼──┼──┼──┼──┨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1 ┃ ♜ │ ♞ │ ♝ │ ♛ │ ♚ │ ♝ │ ♞ │ ♜ ┃</a:t>
            </a:r>
          </a:p>
          <a:p>
            <a:pPr>
              <a:lnSpc>
                <a:spcPts val="1200"/>
              </a:lnSpc>
            </a:pPr>
            <a: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  ┗━━┷━━┷━━┷━━┷━━┷━━┷━━┷━━┛ </a:t>
            </a:r>
          </a:p>
          <a:p>
            <a:pPr>
              <a:lnSpc>
                <a:spcPts val="1200"/>
              </a:lnSpc>
            </a:pPr>
            <a:br>
              <a:rPr lang="de-DE" sz="1050" b="0" dirty="0">
                <a:solidFill>
                  <a:srgbClr val="CCCCCC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</a:br>
            <a:endParaRPr lang="de-DE" sz="1050" b="0" dirty="0">
              <a:solidFill>
                <a:srgbClr val="CCCCCC"/>
              </a:solidFill>
              <a:effectLst/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>
              <a:lnSpc>
                <a:spcPts val="1200"/>
              </a:lnSpc>
            </a:pPr>
            <a:endParaRPr lang="de-DE" sz="1050" b="0" dirty="0">
              <a:solidFill>
                <a:srgbClr val="CCCCCC"/>
              </a:solidFill>
              <a:effectLst/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66138C98-28D1-43F3-B7CF-DEB052FAB6DA}"/>
              </a:ext>
            </a:extLst>
          </p:cNvPr>
          <p:cNvCxnSpPr/>
          <p:nvPr/>
        </p:nvCxnSpPr>
        <p:spPr>
          <a:xfrm flipV="1">
            <a:off x="6238428" y="1844824"/>
            <a:ext cx="0" cy="822119"/>
          </a:xfrm>
          <a:prstGeom prst="straightConnector1">
            <a:avLst/>
          </a:prstGeom>
          <a:ln w="38100">
            <a:solidFill>
              <a:schemeClr val="accent5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4E0559AC-2380-4400-0F17-227C032418FF}"/>
              </a:ext>
            </a:extLst>
          </p:cNvPr>
          <p:cNvCxnSpPr>
            <a:cxnSpLocks/>
          </p:cNvCxnSpPr>
          <p:nvPr/>
        </p:nvCxnSpPr>
        <p:spPr>
          <a:xfrm>
            <a:off x="9752052" y="1367601"/>
            <a:ext cx="0" cy="544644"/>
          </a:xfrm>
          <a:prstGeom prst="straightConnector1">
            <a:avLst/>
          </a:prstGeom>
          <a:ln w="38100">
            <a:solidFill>
              <a:schemeClr val="accent5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9BA25590-503C-B689-8407-9F88FB021BA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143849" y="1367602"/>
            <a:ext cx="1622841" cy="1193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E3180D0C-4E17-44EC-8396-A2DE4380DB43}"/>
              </a:ext>
            </a:extLst>
          </p:cNvPr>
          <p:cNvSpPr/>
          <p:nvPr/>
        </p:nvSpPr>
        <p:spPr>
          <a:xfrm>
            <a:off x="5914172" y="2225552"/>
            <a:ext cx="648511" cy="295402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104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3E9BBAFD-44EB-4089-7D9A-9AF6672758E7}"/>
              </a:ext>
            </a:extLst>
          </p:cNvPr>
          <p:cNvSpPr/>
          <p:nvPr/>
        </p:nvSpPr>
        <p:spPr>
          <a:xfrm>
            <a:off x="8454832" y="1223075"/>
            <a:ext cx="648511" cy="295402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104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F09335F7-603A-D730-BBDB-C98726D9EAFD}"/>
              </a:ext>
            </a:extLst>
          </p:cNvPr>
          <p:cNvCxnSpPr>
            <a:cxnSpLocks/>
          </p:cNvCxnSpPr>
          <p:nvPr/>
        </p:nvCxnSpPr>
        <p:spPr>
          <a:xfrm>
            <a:off x="6209553" y="5585632"/>
            <a:ext cx="3551269" cy="0"/>
          </a:xfrm>
          <a:prstGeom prst="straightConnector1">
            <a:avLst/>
          </a:prstGeom>
          <a:ln w="57150">
            <a:solidFill>
              <a:schemeClr val="accent5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6DFDC1CE-229C-4D9D-04F1-2F9379667773}"/>
              </a:ext>
            </a:extLst>
          </p:cNvPr>
          <p:cNvCxnSpPr>
            <a:cxnSpLocks/>
          </p:cNvCxnSpPr>
          <p:nvPr/>
        </p:nvCxnSpPr>
        <p:spPr>
          <a:xfrm>
            <a:off x="2658284" y="5585632"/>
            <a:ext cx="3551269" cy="0"/>
          </a:xfrm>
          <a:prstGeom prst="straightConnector1">
            <a:avLst/>
          </a:prstGeom>
          <a:ln w="57150">
            <a:solidFill>
              <a:schemeClr val="accent5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135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E173F64-C531-498D-E1F9-623172840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804980"/>
              </p:ext>
            </p:extLst>
          </p:nvPr>
        </p:nvGraphicFramePr>
        <p:xfrm>
          <a:off x="981844" y="1628800"/>
          <a:ext cx="10225135" cy="360040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704190">
                  <a:extLst>
                    <a:ext uri="{9D8B030D-6E8A-4147-A177-3AD203B41FA5}">
                      <a16:colId xmlns:a16="http://schemas.microsoft.com/office/drawing/2014/main" val="529496021"/>
                    </a:ext>
                  </a:extLst>
                </a:gridCol>
                <a:gridCol w="1704189">
                  <a:extLst>
                    <a:ext uri="{9D8B030D-6E8A-4147-A177-3AD203B41FA5}">
                      <a16:colId xmlns:a16="http://schemas.microsoft.com/office/drawing/2014/main" val="3530392514"/>
                    </a:ext>
                  </a:extLst>
                </a:gridCol>
                <a:gridCol w="1704189">
                  <a:extLst>
                    <a:ext uri="{9D8B030D-6E8A-4147-A177-3AD203B41FA5}">
                      <a16:colId xmlns:a16="http://schemas.microsoft.com/office/drawing/2014/main" val="3168989014"/>
                    </a:ext>
                  </a:extLst>
                </a:gridCol>
                <a:gridCol w="1704189">
                  <a:extLst>
                    <a:ext uri="{9D8B030D-6E8A-4147-A177-3AD203B41FA5}">
                      <a16:colId xmlns:a16="http://schemas.microsoft.com/office/drawing/2014/main" val="970025946"/>
                    </a:ext>
                  </a:extLst>
                </a:gridCol>
                <a:gridCol w="1704189">
                  <a:extLst>
                    <a:ext uri="{9D8B030D-6E8A-4147-A177-3AD203B41FA5}">
                      <a16:colId xmlns:a16="http://schemas.microsoft.com/office/drawing/2014/main" val="2774814627"/>
                    </a:ext>
                  </a:extLst>
                </a:gridCol>
                <a:gridCol w="1704189">
                  <a:extLst>
                    <a:ext uri="{9D8B030D-6E8A-4147-A177-3AD203B41FA5}">
                      <a16:colId xmlns:a16="http://schemas.microsoft.com/office/drawing/2014/main" val="494631773"/>
                    </a:ext>
                  </a:extLst>
                </a:gridCol>
              </a:tblGrid>
              <a:tr h="477597">
                <a:tc>
                  <a:txBody>
                    <a:bodyPr/>
                    <a:lstStyle/>
                    <a:p>
                      <a:r>
                        <a:rPr lang="de-DE" dirty="0"/>
                        <a:t>Springer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Läufer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Turm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König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Bauer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807496"/>
                  </a:ext>
                </a:extLst>
              </a:tr>
              <a:tr h="361588">
                <a:tc gridSpan="6">
                  <a:txBody>
                    <a:bodyPr/>
                    <a:lstStyle/>
                    <a:p>
                      <a:pPr algn="l"/>
                      <a:r>
                        <a:rPr lang="de-DE" sz="1600" b="1" dirty="0"/>
                        <a:t>Weiß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551831"/>
                  </a:ext>
                </a:extLst>
              </a:tr>
              <a:tr h="399938">
                <a:tc>
                  <a:txBody>
                    <a:bodyPr/>
                    <a:lstStyle/>
                    <a:p>
                      <a:r>
                        <a:rPr lang="de-DE" dirty="0"/>
                        <a:t>115-116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113-114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111-112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101-108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100299"/>
                  </a:ext>
                </a:extLst>
              </a:tr>
              <a:tr h="399938">
                <a:tc>
                  <a:txBody>
                    <a:bodyPr/>
                    <a:lstStyle/>
                    <a:p>
                      <a:r>
                        <a:rPr lang="de-DE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978035"/>
                  </a:ext>
                </a:extLst>
              </a:tr>
              <a:tr h="399938">
                <a:tc>
                  <a:txBody>
                    <a:bodyPr/>
                    <a:lstStyle/>
                    <a:p>
                      <a:r>
                        <a:rPr lang="de-DE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60320"/>
                  </a:ext>
                </a:extLst>
              </a:tr>
              <a:tr h="361588">
                <a:tc gridSpan="6">
                  <a:txBody>
                    <a:bodyPr/>
                    <a:lstStyle/>
                    <a:p>
                      <a:pPr algn="l"/>
                      <a:r>
                        <a:rPr lang="de-DE" sz="1600" b="1" dirty="0"/>
                        <a:t>Schwarz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402425"/>
                  </a:ext>
                </a:extLst>
              </a:tr>
              <a:tr h="399938">
                <a:tc>
                  <a:txBody>
                    <a:bodyPr/>
                    <a:lstStyle/>
                    <a:p>
                      <a:r>
                        <a:rPr lang="de-DE" dirty="0"/>
                        <a:t>15-16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13-14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01-08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101390"/>
                  </a:ext>
                </a:extLst>
              </a:tr>
              <a:tr h="399938">
                <a:tc>
                  <a:txBody>
                    <a:bodyPr/>
                    <a:lstStyle/>
                    <a:p>
                      <a:r>
                        <a:rPr lang="de-DE" dirty="0"/>
                        <a:t>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389008"/>
                  </a:ext>
                </a:extLst>
              </a:tr>
              <a:tr h="399938">
                <a:tc>
                  <a:txBody>
                    <a:bodyPr/>
                    <a:lstStyle/>
                    <a:p>
                      <a:r>
                        <a:rPr lang="de-DE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747407"/>
                  </a:ext>
                </a:extLst>
              </a:tr>
            </a:tbl>
          </a:graphicData>
        </a:graphic>
      </p:graphicFrame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95FFC1A3-DA82-715F-8750-DE479901F2BD}"/>
              </a:ext>
            </a:extLst>
          </p:cNvPr>
          <p:cNvSpPr txBox="1">
            <a:spLocks/>
          </p:cNvSpPr>
          <p:nvPr/>
        </p:nvSpPr>
        <p:spPr>
          <a:xfrm>
            <a:off x="10895012" y="6102626"/>
            <a:ext cx="838201" cy="276228"/>
          </a:xfrm>
          <a:prstGeom prst="rect">
            <a:avLst/>
          </a:prstGeom>
        </p:spPr>
        <p:txBody>
          <a:bodyPr rtlCol="0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013F82-EE5E-44EE-A61D-E31C6657F26F}" type="slidenum">
              <a:rPr lang="en-US" sz="1400" smtClean="0"/>
              <a:pPr/>
              <a:t>16</a:t>
            </a:fld>
            <a:endParaRPr lang="en-US" sz="1400" dirty="0"/>
          </a:p>
        </p:txBody>
      </p:sp>
      <p:sp>
        <p:nvSpPr>
          <p:cNvPr id="5" name="Titel 10">
            <a:extLst>
              <a:ext uri="{FF2B5EF4-FFF2-40B4-BE49-F238E27FC236}">
                <a16:creationId xmlns:a16="http://schemas.microsoft.com/office/drawing/2014/main" id="{4BD3CFE0-0B3B-BA9B-3C5D-F663152EC7FE}"/>
              </a:ext>
            </a:extLst>
          </p:cNvPr>
          <p:cNvSpPr txBox="1">
            <a:spLocks/>
          </p:cNvSpPr>
          <p:nvPr/>
        </p:nvSpPr>
        <p:spPr>
          <a:xfrm>
            <a:off x="442965" y="378823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INSIDE CHESS.CORE</a:t>
            </a:r>
          </a:p>
        </p:txBody>
      </p:sp>
      <p:sp>
        <p:nvSpPr>
          <p:cNvPr id="6" name="Titel 1">
            <a:extLst>
              <a:ext uri="{FF2B5EF4-FFF2-40B4-BE49-F238E27FC236}">
                <a16:creationId xmlns:a16="http://schemas.microsoft.com/office/drawing/2014/main" id="{F0570992-8619-E3B6-CF53-FBB74A3B23A5}"/>
              </a:ext>
            </a:extLst>
          </p:cNvPr>
          <p:cNvSpPr txBox="1">
            <a:spLocks/>
          </p:cNvSpPr>
          <p:nvPr/>
        </p:nvSpPr>
        <p:spPr>
          <a:xfrm>
            <a:off x="3794760" y="391886"/>
            <a:ext cx="4650377" cy="428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400" dirty="0"/>
              <a:t>FIGURENIDENTIFIKATION</a:t>
            </a:r>
          </a:p>
        </p:txBody>
      </p:sp>
      <p:sp>
        <p:nvSpPr>
          <p:cNvPr id="7" name="Titel 10">
            <a:extLst>
              <a:ext uri="{FF2B5EF4-FFF2-40B4-BE49-F238E27FC236}">
                <a16:creationId xmlns:a16="http://schemas.microsoft.com/office/drawing/2014/main" id="{9E6FB7C3-9486-1715-6551-0BECD2721A87}"/>
              </a:ext>
            </a:extLst>
          </p:cNvPr>
          <p:cNvSpPr txBox="1">
            <a:spLocks/>
          </p:cNvSpPr>
          <p:nvPr/>
        </p:nvSpPr>
        <p:spPr>
          <a:xfrm>
            <a:off x="8454832" y="377026"/>
            <a:ext cx="3342100" cy="457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spc="0" baseline="0">
                <a:ln w="9525">
                  <a:noFill/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" sz="2000" dirty="0">
                <a:solidFill>
                  <a:schemeClr val="tx1"/>
                </a:solidFill>
              </a:rPr>
              <a:t>ABSCHNITT 5</a:t>
            </a:r>
          </a:p>
        </p:txBody>
      </p:sp>
      <p:pic>
        <p:nvPicPr>
          <p:cNvPr id="8" name="Grafik 7" descr="Ein Bild, das Grafiken, Schrift, Logo, Schwarz enthält.&#10;&#10;KI-generierte Inhalte können fehlerhaft sein.">
            <a:extLst>
              <a:ext uri="{FF2B5EF4-FFF2-40B4-BE49-F238E27FC236}">
                <a16:creationId xmlns:a16="http://schemas.microsoft.com/office/drawing/2014/main" id="{AA9A9265-02E4-321F-6F86-4449E386B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965" y="6030019"/>
            <a:ext cx="1211757" cy="449158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280D4EF-033D-5AD1-0CDC-D6FE66AE2F95}"/>
              </a:ext>
            </a:extLst>
          </p:cNvPr>
          <p:cNvSpPr txBox="1"/>
          <p:nvPr/>
        </p:nvSpPr>
        <p:spPr>
          <a:xfrm>
            <a:off x="4078188" y="6093296"/>
            <a:ext cx="43669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 err="1"/>
              <a:t>ChessCORE</a:t>
            </a:r>
            <a:r>
              <a:rPr lang="de-DE" sz="1400" dirty="0"/>
              <a:t>/</a:t>
            </a:r>
            <a:r>
              <a:rPr lang="de-DE" sz="1400" dirty="0" err="1"/>
              <a:t>ChessCORE</a:t>
            </a:r>
            <a:r>
              <a:rPr lang="de-DE" sz="1400" dirty="0"/>
              <a:t>/</a:t>
            </a:r>
            <a:r>
              <a:rPr lang="de-DE" sz="1400" dirty="0" err="1"/>
              <a:t>database.cs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23274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8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Blaues Atomdesign">
  <a:themeElements>
    <a:clrScheme name="Custom 412">
      <a:dk1>
        <a:sysClr val="windowText" lastClr="000000"/>
      </a:dk1>
      <a:lt1>
        <a:sysClr val="window" lastClr="FFFFFF"/>
      </a:lt1>
      <a:dk2>
        <a:srgbClr val="003A52"/>
      </a:dk2>
      <a:lt2>
        <a:srgbClr val="F4997C"/>
      </a:lt2>
      <a:accent1>
        <a:srgbClr val="99CB38"/>
      </a:accent1>
      <a:accent2>
        <a:srgbClr val="F4997C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F4997C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36_win32_CP_v6.potx" id="{13DD5795-0574-4A2F-AC34-68E02D4DE4FF}" vid="{9EAE3170-BE99-45F7-9667-8704B80AC0CC}"/>
    </a:ext>
  </a:extLst>
</a:theme>
</file>

<file path=ppt/theme/theme2.xml><?xml version="1.0" encoding="utf-8"?>
<a:theme xmlns:a="http://schemas.openxmlformats.org/drawingml/2006/main" name="Office-Desig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16707D-7BDD-4F76-AF2C-932988E8AB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E69059-4068-4547-AFCF-42D3194F92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E1A5E8-8BE0-4CCA-9433-A727D932CB4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Blaue Atom-Designfolien</Template>
  <TotalTime>0</TotalTime>
  <Words>1150</Words>
  <Application>Microsoft Office PowerPoint</Application>
  <PresentationFormat>Benutzerdefiniert</PresentationFormat>
  <Paragraphs>324</Paragraphs>
  <Slides>17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MS Gothic</vt:lpstr>
      <vt:lpstr>Arial</vt:lpstr>
      <vt:lpstr>Century Gothic</vt:lpstr>
      <vt:lpstr>Consolas</vt:lpstr>
      <vt:lpstr>Blaues Atomdesign</vt:lpstr>
      <vt:lpstr>CODE</vt:lpstr>
      <vt:lpstr>INSIDE CHESS.INO</vt:lpstr>
      <vt:lpstr>programmSTRUKTUR</vt:lpstr>
      <vt:lpstr>KONZEPTE</vt:lpstr>
      <vt:lpstr>PowerPoint-Präsentation</vt:lpstr>
      <vt:lpstr>PowerPoint-Präsentation</vt:lpstr>
      <vt:lpstr>KONZEPTE</vt:lpstr>
      <vt:lpstr>KONZEPTE</vt:lpstr>
      <vt:lpstr>PowerPoint-Präsentation</vt:lpstr>
      <vt:lpstr>PowerPoint-Präsentation</vt:lpstr>
      <vt:lpstr>INSIDE CHESS.CORE</vt:lpstr>
      <vt:lpstr>programmSTRUKTUR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Hildebrand</dc:creator>
  <cp:lastModifiedBy>Arthur Hildebrand</cp:lastModifiedBy>
  <cp:revision>68</cp:revision>
  <dcterms:created xsi:type="dcterms:W3CDTF">2025-02-19T14:45:56Z</dcterms:created>
  <dcterms:modified xsi:type="dcterms:W3CDTF">2025-03-25T14:28:19Z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