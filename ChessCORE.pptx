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Lst>
  <p:notesMasterIdLst>
    <p:notesMasterId r:id="rId33"/>
  </p:notesMasterIdLst>
  <p:handoutMasterIdLst>
    <p:handoutMasterId r:id="rId34"/>
  </p:handoutMasterIdLst>
  <p:sldIdLst>
    <p:sldId id="423" r:id="rId5"/>
    <p:sldId id="418" r:id="rId6"/>
    <p:sldId id="419" r:id="rId7"/>
    <p:sldId id="422" r:id="rId8"/>
    <p:sldId id="420" r:id="rId9"/>
    <p:sldId id="421" r:id="rId10"/>
    <p:sldId id="424" r:id="rId11"/>
    <p:sldId id="425" r:id="rId12"/>
    <p:sldId id="426" r:id="rId13"/>
    <p:sldId id="379" r:id="rId14"/>
    <p:sldId id="398" r:id="rId15"/>
    <p:sldId id="371" r:id="rId16"/>
    <p:sldId id="399" r:id="rId17"/>
    <p:sldId id="400" r:id="rId18"/>
    <p:sldId id="401" r:id="rId19"/>
    <p:sldId id="403" r:id="rId20"/>
    <p:sldId id="404" r:id="rId21"/>
    <p:sldId id="406" r:id="rId22"/>
    <p:sldId id="407" r:id="rId23"/>
    <p:sldId id="409" r:id="rId24"/>
    <p:sldId id="410" r:id="rId25"/>
    <p:sldId id="412" r:id="rId26"/>
    <p:sldId id="427" r:id="rId27"/>
    <p:sldId id="413" r:id="rId28"/>
    <p:sldId id="415" r:id="rId29"/>
    <p:sldId id="416" r:id="rId30"/>
    <p:sldId id="390" r:id="rId31"/>
    <p:sldId id="393" r:id="rId32"/>
  </p:sldIdLst>
  <p:sldSz cx="12188825" cy="6858000"/>
  <p:notesSz cx="6858000" cy="9144000"/>
  <p:custDataLst>
    <p:tags r:id="rId35"/>
  </p:custDataLst>
  <p:defaultTex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200">
          <p15:clr>
            <a:srgbClr val="A4A3A4"/>
          </p15:clr>
        </p15:guide>
        <p15:guide id="4" orient="horz" pos="1008">
          <p15:clr>
            <a:srgbClr val="A4A3A4"/>
          </p15:clr>
        </p15:guide>
        <p15:guide id="5" orient="horz" pos="3792">
          <p15:clr>
            <a:srgbClr val="A4A3A4"/>
          </p15:clr>
        </p15:guide>
        <p15:guide id="6" orient="horz">
          <p15:clr>
            <a:srgbClr val="A4A3A4"/>
          </p15:clr>
        </p15:guide>
        <p15:guide id="7" orient="horz" pos="3360">
          <p15:clr>
            <a:srgbClr val="A4A3A4"/>
          </p15:clr>
        </p15:guide>
        <p15:guide id="8" orient="horz" pos="3312">
          <p15:clr>
            <a:srgbClr val="A4A3A4"/>
          </p15:clr>
        </p15:guide>
        <p15:guide id="9" orient="horz" pos="240">
          <p15:clr>
            <a:srgbClr val="A4A3A4"/>
          </p15:clr>
        </p15:guide>
        <p15:guide id="10" orient="horz" pos="432">
          <p15:clr>
            <a:srgbClr val="A4A3A4"/>
          </p15:clr>
        </p15:guide>
        <p15:guide id="11" orient="horz" pos="2784">
          <p15:clr>
            <a:srgbClr val="A4A3A4"/>
          </p15:clr>
        </p15:guide>
        <p15:guide id="12" pos="3839">
          <p15:clr>
            <a:srgbClr val="A4A3A4"/>
          </p15:clr>
        </p15:guide>
        <p15:guide id="13" pos="959">
          <p15:clr>
            <a:srgbClr val="A4A3A4"/>
          </p15:clr>
        </p15:guide>
        <p15:guide id="14" pos="6143">
          <p15:clr>
            <a:srgbClr val="A4A3A4"/>
          </p15:clr>
        </p15:guide>
        <p15:guide id="15" pos="1247">
          <p15:clr>
            <a:srgbClr val="A4A3A4"/>
          </p15:clr>
        </p15:guide>
        <p15:guide id="16" pos="7007">
          <p15:clr>
            <a:srgbClr val="A4A3A4"/>
          </p15:clr>
        </p15:guide>
        <p15:guide id="17" pos="5855">
          <p15:clr>
            <a:srgbClr val="A4A3A4"/>
          </p15:clr>
        </p15:guide>
        <p15:guide id="18" pos="671">
          <p15:clr>
            <a:srgbClr val="A4A3A4"/>
          </p15:clr>
        </p15:guide>
        <p15:guide id="19" pos="7151">
          <p15:clr>
            <a:srgbClr val="A4A3A4"/>
          </p15:clr>
        </p15:guide>
        <p15:guide id="20" pos="311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997C"/>
    <a:srgbClr val="A0CEDF"/>
    <a:srgbClr val="003A52"/>
    <a:srgbClr val="00577B"/>
    <a:srgbClr val="00567B"/>
    <a:srgbClr val="E56D55"/>
    <a:srgbClr val="DE9F5B"/>
    <a:srgbClr val="F28360"/>
    <a:srgbClr val="BA6964"/>
    <a:srgbClr val="DB49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7" autoAdjust="0"/>
    <p:restoredTop sz="92109" autoAdjust="0"/>
  </p:normalViewPr>
  <p:slideViewPr>
    <p:cSldViewPr showGuides="1">
      <p:cViewPr varScale="1">
        <p:scale>
          <a:sx n="147" d="100"/>
          <a:sy n="147" d="100"/>
        </p:scale>
        <p:origin x="120" y="234"/>
      </p:cViewPr>
      <p:guideLst>
        <p:guide orient="horz" pos="2160"/>
        <p:guide orient="horz" pos="4030"/>
        <p:guide orient="horz" pos="1200"/>
        <p:guide orient="horz" pos="1008"/>
        <p:guide orient="horz" pos="3792"/>
        <p:guide orient="horz"/>
        <p:guide orient="horz" pos="3360"/>
        <p:guide orient="horz" pos="3312"/>
        <p:guide orient="horz" pos="240"/>
        <p:guide orient="horz" pos="432"/>
        <p:guide orient="horz" pos="2784"/>
        <p:guide pos="3839"/>
        <p:guide pos="959"/>
        <p:guide pos="6143"/>
        <p:guide pos="1247"/>
        <p:guide pos="7007"/>
        <p:guide pos="5855"/>
        <p:guide pos="671"/>
        <p:guide pos="7151"/>
        <p:guide pos="3119"/>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79" d="100"/>
          <a:sy n="79" d="100"/>
        </p:scale>
        <p:origin x="2496"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gs" Target="tags/tag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4">
  <dgm:title val=""/>
  <dgm:desc val=""/>
  <dgm:catLst>
    <dgm:cat type="accent5" pri="11400"/>
  </dgm:catLst>
  <dgm:styleLbl name="node0">
    <dgm:fillClrLst meth="cycle">
      <a:schemeClr val="accent5">
        <a:shade val="60000"/>
      </a:schemeClr>
    </dgm:fillClrLst>
    <dgm:linClrLst meth="repeat">
      <a:schemeClr val="lt1"/>
    </dgm:linClrLst>
    <dgm:effectClrLst/>
    <dgm:txLinClrLst/>
    <dgm:txFillClrLst/>
    <dgm:txEffectClrLst/>
  </dgm:styleLbl>
  <dgm:styleLbl name="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alignNode1">
    <dgm:fillClrLst meth="cycle">
      <a:schemeClr val="accent5">
        <a:shade val="50000"/>
      </a:schemeClr>
      <a:schemeClr val="accent5">
        <a:tint val="55000"/>
      </a:schemeClr>
    </dgm:fillClrLst>
    <dgm:linClrLst meth="cycle">
      <a:schemeClr val="accent5">
        <a:shade val="50000"/>
      </a:schemeClr>
      <a:schemeClr val="accent5">
        <a:tint val="55000"/>
      </a:schemeClr>
    </dgm:linClrLst>
    <dgm:effectClrLst/>
    <dgm:txLinClrLst/>
    <dgm:txFillClrLst/>
    <dgm:txEffectClrLst/>
  </dgm:styleLbl>
  <dgm:styleLbl name="lnNode1">
    <dgm:fillClrLst meth="cycle">
      <a:schemeClr val="accent5">
        <a:shade val="50000"/>
      </a:schemeClr>
      <a:schemeClr val="accent5">
        <a:tint val="55000"/>
      </a:schemeClr>
    </dgm:fillClrLst>
    <dgm:linClrLst meth="repeat">
      <a:schemeClr val="lt1"/>
    </dgm:linClrLst>
    <dgm:effectClrLst/>
    <dgm:txLinClrLst/>
    <dgm:txFillClrLst/>
    <dgm:txEffectClrLst/>
  </dgm:styleLbl>
  <dgm:styleLbl name="vennNode1">
    <dgm:fillClrLst meth="cycle">
      <a:schemeClr val="accent5">
        <a:shade val="80000"/>
        <a:alpha val="50000"/>
      </a:schemeClr>
      <a:schemeClr val="accent5">
        <a:tint val="50000"/>
        <a:alpha val="50000"/>
      </a:schemeClr>
    </dgm:fillClrLst>
    <dgm:linClrLst meth="repeat">
      <a:schemeClr val="lt1"/>
    </dgm:linClrLst>
    <dgm:effectClrLst/>
    <dgm:txLinClrLst/>
    <dgm:txFillClrLst/>
    <dgm:txEffectClrLst/>
  </dgm:styleLbl>
  <dgm:styleLbl name="node2">
    <dgm:fillClrLst>
      <a:schemeClr val="accent5">
        <a:shade val="80000"/>
      </a:schemeClr>
    </dgm:fillClrLst>
    <dgm:linClrLst meth="repeat">
      <a:schemeClr val="lt1"/>
    </dgm:linClrLst>
    <dgm:effectClrLst/>
    <dgm:txLinClrLst/>
    <dgm:txFillClrLst/>
    <dgm:txEffectClrLst/>
  </dgm:styleLbl>
  <dgm:styleLbl name="node3">
    <dgm:fillClrLst>
      <a:schemeClr val="accent5">
        <a:tint val="99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b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fgSibTrans2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dgm:txEffectClrLst/>
  </dgm:styleLbl>
  <dgm:styleLbl name="sibTrans1D1">
    <dgm:fillClrLst meth="cycle">
      <a:schemeClr val="accent5">
        <a:shade val="90000"/>
      </a:schemeClr>
      <a:schemeClr val="accent5">
        <a:tint val="50000"/>
      </a:schemeClr>
    </dgm:fillClrLst>
    <dgm:linClrLst meth="cycle">
      <a:schemeClr val="accent5">
        <a:shade val="90000"/>
      </a:schemeClr>
      <a:schemeClr val="accent5">
        <a:tint val="5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0000"/>
      </a:schemeClr>
    </dgm:fillClrLst>
    <dgm:linClrLst meth="repeat">
      <a:schemeClr val="lt1"/>
    </dgm:linClrLst>
    <dgm:effectClrLst/>
    <dgm:txLinClrLst/>
    <dgm:txFillClrLst/>
    <dgm:txEffectClrLst/>
  </dgm:styleLbl>
  <dgm:styleLbl name="asst3">
    <dgm:fillClrLst>
      <a:schemeClr val="accent5">
        <a:tint val="70000"/>
      </a:schemeClr>
    </dgm:fillClrLst>
    <dgm:linClrLst meth="repeat">
      <a:schemeClr val="lt1"/>
    </dgm:linClrLst>
    <dgm:effectClrLst/>
    <dgm:txLinClrLst/>
    <dgm:txFillClrLst/>
    <dgm:txEffectClrLst/>
  </dgm:styleLbl>
  <dgm:styleLbl name="asst4">
    <dgm:fillClrLst>
      <a:schemeClr val="accent5">
        <a:tint val="5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shade val="80000"/>
      </a:schemeClr>
    </dgm:linClrLst>
    <dgm:effectClrLst/>
    <dgm:txLinClrLst/>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dk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0000"/>
      </a:schemeClr>
    </dgm:fillClrLst>
    <dgm:linClrLst meth="repeat">
      <a:schemeClr val="accent5">
        <a:tint val="90000"/>
      </a:schemeClr>
    </dgm:linClrLst>
    <dgm:effectClrLst/>
    <dgm:txLinClrLst/>
    <dgm:txFillClrLst meth="repeat">
      <a:schemeClr val="tx1"/>
    </dgm:txFillClrLst>
    <dgm:txEffectClrLst/>
  </dgm:styleLbl>
  <dgm:styleLbl name="parChTrans1D3">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5">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5">
        <a:shade val="50000"/>
      </a:schemeClr>
      <a:schemeClr val="accent5">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alignAccFollowNode1">
    <dgm:fillClrLst meth="repeat">
      <a:schemeClr val="accent5">
        <a:alpha val="90000"/>
        <a:tint val="55000"/>
      </a:schemeClr>
    </dgm:fillClrLst>
    <dgm:linClrLst meth="repeat">
      <a:schemeClr val="accent5">
        <a:alpha val="90000"/>
        <a:tint val="55000"/>
      </a:schemeClr>
    </dgm:linClrLst>
    <dgm:effectClrLst/>
    <dgm:txLinClrLst/>
    <dgm:txFillClrLst meth="repeat">
      <a:schemeClr val="dk1"/>
    </dgm:txFillClrLst>
    <dgm:txEffectClrLst/>
  </dgm:styleLbl>
  <dgm:styleLbl name="bgAccFollowNode1">
    <dgm:fillClrLst meth="repeat">
      <a:schemeClr val="accent5">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50000"/>
      </a:schemeClr>
    </dgm:linClrLst>
    <dgm:effectClrLst/>
    <dgm:txLinClrLst/>
    <dgm:txFillClrLst meth="repeat">
      <a:schemeClr val="dk1"/>
    </dgm:txFillClrLst>
    <dgm:txEffectClrLst/>
  </dgm:styleLbl>
  <dgm:styleLbl name="bgShp">
    <dgm:fillClrLst meth="repeat">
      <a:schemeClr val="accent5">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55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C2F80C-FCAE-42F9-884F-ACD6A9A3F6C2}" type="doc">
      <dgm:prSet loTypeId="urn:microsoft.com/office/officeart/2005/8/layout/orgChart1" loCatId="hierarchy" qsTypeId="urn:microsoft.com/office/officeart/2005/8/quickstyle/simple5" qsCatId="simple" csTypeId="urn:microsoft.com/office/officeart/2005/8/colors/accent5_4" csCatId="accent5" phldr="1"/>
      <dgm:spPr/>
      <dgm:t>
        <a:bodyPr/>
        <a:lstStyle/>
        <a:p>
          <a:endParaRPr lang="de-DE"/>
        </a:p>
      </dgm:t>
    </dgm:pt>
    <dgm:pt modelId="{2034D3BA-66C9-429C-BD31-4EBA6DFBCF47}">
      <dgm:prSet phldrT="[Text]" custT="1"/>
      <dgm:spPr>
        <a:solidFill>
          <a:srgbClr val="00577B"/>
        </a:solidFill>
      </dgm:spPr>
      <dgm:t>
        <a:bodyPr/>
        <a:lstStyle/>
        <a:p>
          <a:r>
            <a:rPr lang="de-DE" sz="2000" dirty="0"/>
            <a:t>Setup</a:t>
          </a:r>
        </a:p>
      </dgm:t>
    </dgm:pt>
    <dgm:pt modelId="{26FD8154-F501-464F-9123-10ADA02C1BC0}" type="parTrans" cxnId="{296AF81F-62AD-4CA9-9D5D-A47A41748EE9}">
      <dgm:prSet/>
      <dgm:spPr/>
      <dgm:t>
        <a:bodyPr/>
        <a:lstStyle/>
        <a:p>
          <a:endParaRPr lang="de-DE"/>
        </a:p>
      </dgm:t>
    </dgm:pt>
    <dgm:pt modelId="{6227A59B-8CFC-4848-9B02-B10AFC4E1E29}" type="sibTrans" cxnId="{296AF81F-62AD-4CA9-9D5D-A47A41748EE9}">
      <dgm:prSet/>
      <dgm:spPr/>
      <dgm:t>
        <a:bodyPr/>
        <a:lstStyle/>
        <a:p>
          <a:endParaRPr lang="de-DE"/>
        </a:p>
      </dgm:t>
    </dgm:pt>
    <dgm:pt modelId="{64ED6D74-0EA8-4F33-9F70-C26265C4DECB}">
      <dgm:prSet phldrT="[Text]" custT="1"/>
      <dgm:spPr>
        <a:solidFill>
          <a:srgbClr val="00577B"/>
        </a:solidFill>
      </dgm:spPr>
      <dgm:t>
        <a:bodyPr/>
        <a:lstStyle/>
        <a:p>
          <a:r>
            <a:rPr lang="de-DE" sz="2000" dirty="0"/>
            <a:t>Loop</a:t>
          </a:r>
        </a:p>
      </dgm:t>
    </dgm:pt>
    <dgm:pt modelId="{77D0E9AD-1903-4EF3-B619-67B2592268E8}" type="parTrans" cxnId="{7A7AD450-1C8D-4B8B-A27F-E3EEDF9BE16D}">
      <dgm:prSet/>
      <dgm:spPr/>
      <dgm:t>
        <a:bodyPr/>
        <a:lstStyle/>
        <a:p>
          <a:endParaRPr lang="de-DE"/>
        </a:p>
      </dgm:t>
    </dgm:pt>
    <dgm:pt modelId="{39F3403E-4675-4BD4-AE6B-37CE31F91EAB}" type="sibTrans" cxnId="{7A7AD450-1C8D-4B8B-A27F-E3EEDF9BE16D}">
      <dgm:prSet/>
      <dgm:spPr/>
      <dgm:t>
        <a:bodyPr/>
        <a:lstStyle/>
        <a:p>
          <a:endParaRPr lang="de-DE"/>
        </a:p>
      </dgm:t>
    </dgm:pt>
    <dgm:pt modelId="{9B6DAC25-CA29-4E1D-AD62-8D0D232F1E18}">
      <dgm:prSet phldrT="[Text]" custT="1"/>
      <dgm:spPr>
        <a:solidFill>
          <a:srgbClr val="00577B"/>
        </a:solidFill>
      </dgm:spPr>
      <dgm:t>
        <a:bodyPr/>
        <a:lstStyle/>
        <a:p>
          <a:r>
            <a:rPr lang="de-DE" sz="2000" dirty="0" err="1"/>
            <a:t>qget</a:t>
          </a:r>
          <a:endParaRPr lang="de-DE" sz="2000" dirty="0"/>
        </a:p>
      </dgm:t>
    </dgm:pt>
    <dgm:pt modelId="{2D74F328-F6AD-473A-BFA8-B4D63E59C040}" type="parTrans" cxnId="{F02E25A8-857A-48A3-B15A-5A1BE6639530}">
      <dgm:prSet/>
      <dgm:spPr/>
      <dgm:t>
        <a:bodyPr/>
        <a:lstStyle/>
        <a:p>
          <a:endParaRPr lang="de-DE"/>
        </a:p>
      </dgm:t>
    </dgm:pt>
    <dgm:pt modelId="{19C5EA10-5C43-4F8F-8231-970393910AB3}" type="sibTrans" cxnId="{F02E25A8-857A-48A3-B15A-5A1BE6639530}">
      <dgm:prSet/>
      <dgm:spPr/>
      <dgm:t>
        <a:bodyPr/>
        <a:lstStyle/>
        <a:p>
          <a:endParaRPr lang="de-DE"/>
        </a:p>
      </dgm:t>
    </dgm:pt>
    <dgm:pt modelId="{0C81F721-2A4A-4BA2-B6D0-201DCFFA1F4B}">
      <dgm:prSet phldrT="[Text]" custT="1"/>
      <dgm:spPr>
        <a:solidFill>
          <a:srgbClr val="00577B"/>
        </a:solidFill>
      </dgm:spPr>
      <dgm:t>
        <a:bodyPr/>
        <a:lstStyle/>
        <a:p>
          <a:r>
            <a:rPr lang="de-DE" sz="2000" dirty="0" err="1"/>
            <a:t>qgetRange</a:t>
          </a:r>
          <a:endParaRPr lang="de-DE" sz="2000" dirty="0"/>
        </a:p>
      </dgm:t>
    </dgm:pt>
    <dgm:pt modelId="{B113BF63-BA5B-44F0-830C-41ECFD769A17}" type="parTrans" cxnId="{01BBF3EA-44FF-4410-B24B-6B1ABB4468C6}">
      <dgm:prSet/>
      <dgm:spPr/>
      <dgm:t>
        <a:bodyPr/>
        <a:lstStyle/>
        <a:p>
          <a:endParaRPr lang="de-DE"/>
        </a:p>
      </dgm:t>
    </dgm:pt>
    <dgm:pt modelId="{98955B0E-D086-43E9-9ED0-B1D0D45115B8}" type="sibTrans" cxnId="{01BBF3EA-44FF-4410-B24B-6B1ABB4468C6}">
      <dgm:prSet/>
      <dgm:spPr/>
      <dgm:t>
        <a:bodyPr/>
        <a:lstStyle/>
        <a:p>
          <a:endParaRPr lang="de-DE"/>
        </a:p>
      </dgm:t>
    </dgm:pt>
    <dgm:pt modelId="{47D417EB-E5C7-4E54-94BE-C83FF1EABFA4}">
      <dgm:prSet phldrT="[Text]" custT="1"/>
      <dgm:spPr>
        <a:solidFill>
          <a:srgbClr val="00577B"/>
        </a:solidFill>
      </dgm:spPr>
      <dgm:t>
        <a:bodyPr/>
        <a:lstStyle/>
        <a:p>
          <a:r>
            <a:rPr lang="de-DE" sz="2000" dirty="0" err="1"/>
            <a:t>qgetAll</a:t>
          </a:r>
          <a:endParaRPr lang="de-DE" sz="2000" dirty="0"/>
        </a:p>
      </dgm:t>
    </dgm:pt>
    <dgm:pt modelId="{11AD0219-9D84-4D70-B2F9-5092B111ABAB}" type="parTrans" cxnId="{796F62D1-08A0-48CD-9742-83D17DDCEB1C}">
      <dgm:prSet/>
      <dgm:spPr/>
      <dgm:t>
        <a:bodyPr/>
        <a:lstStyle/>
        <a:p>
          <a:endParaRPr lang="de-DE"/>
        </a:p>
      </dgm:t>
    </dgm:pt>
    <dgm:pt modelId="{4883C2A5-935B-4734-A161-3172A39D4231}" type="sibTrans" cxnId="{796F62D1-08A0-48CD-9742-83D17DDCEB1C}">
      <dgm:prSet/>
      <dgm:spPr/>
      <dgm:t>
        <a:bodyPr/>
        <a:lstStyle/>
        <a:p>
          <a:endParaRPr lang="de-DE"/>
        </a:p>
      </dgm:t>
    </dgm:pt>
    <dgm:pt modelId="{E1D91D0E-47B6-45FF-8898-9243D2491F93}" type="pres">
      <dgm:prSet presAssocID="{1FC2F80C-FCAE-42F9-884F-ACD6A9A3F6C2}" presName="hierChild1" presStyleCnt="0">
        <dgm:presLayoutVars>
          <dgm:orgChart val="1"/>
          <dgm:chPref val="1"/>
          <dgm:dir val="rev"/>
          <dgm:animOne val="branch"/>
          <dgm:animLvl val="lvl"/>
          <dgm:resizeHandles/>
        </dgm:presLayoutVars>
      </dgm:prSet>
      <dgm:spPr/>
    </dgm:pt>
    <dgm:pt modelId="{B8B35649-9036-42EC-BA08-9B8AC86EEE0B}" type="pres">
      <dgm:prSet presAssocID="{2034D3BA-66C9-429C-BD31-4EBA6DFBCF47}" presName="hierRoot1" presStyleCnt="0">
        <dgm:presLayoutVars>
          <dgm:hierBranch val="init"/>
        </dgm:presLayoutVars>
      </dgm:prSet>
      <dgm:spPr/>
    </dgm:pt>
    <dgm:pt modelId="{4083D943-1B8A-47C5-8715-818BC1CF5C29}" type="pres">
      <dgm:prSet presAssocID="{2034D3BA-66C9-429C-BD31-4EBA6DFBCF47}" presName="rootComposite1" presStyleCnt="0"/>
      <dgm:spPr/>
    </dgm:pt>
    <dgm:pt modelId="{0D96F364-A6E1-4FE5-992E-9E06BCE2F1B1}" type="pres">
      <dgm:prSet presAssocID="{2034D3BA-66C9-429C-BD31-4EBA6DFBCF47}" presName="rootText1" presStyleLbl="node0" presStyleIdx="0" presStyleCnt="1" custScaleX="81904" custScaleY="42117" custLinFactNeighborX="8355" custLinFactNeighborY="7626">
        <dgm:presLayoutVars>
          <dgm:chPref val="3"/>
        </dgm:presLayoutVars>
      </dgm:prSet>
      <dgm:spPr/>
    </dgm:pt>
    <dgm:pt modelId="{9F209419-025D-4F0C-9C4A-3CA856B6ABB5}" type="pres">
      <dgm:prSet presAssocID="{2034D3BA-66C9-429C-BD31-4EBA6DFBCF47}" presName="rootConnector1" presStyleLbl="node1" presStyleIdx="0" presStyleCnt="0"/>
      <dgm:spPr/>
    </dgm:pt>
    <dgm:pt modelId="{44A986E1-3DFD-4908-BBE4-24B3936D2C36}" type="pres">
      <dgm:prSet presAssocID="{2034D3BA-66C9-429C-BD31-4EBA6DFBCF47}" presName="hierChild2" presStyleCnt="0"/>
      <dgm:spPr/>
    </dgm:pt>
    <dgm:pt modelId="{11223A5C-367C-4930-92A9-E12F1366893C}" type="pres">
      <dgm:prSet presAssocID="{77D0E9AD-1903-4EF3-B619-67B2592268E8}" presName="Name37" presStyleLbl="parChTrans1D2" presStyleIdx="0" presStyleCnt="1"/>
      <dgm:spPr/>
    </dgm:pt>
    <dgm:pt modelId="{642FE819-CF72-4CE4-BB5F-5B42B9394810}" type="pres">
      <dgm:prSet presAssocID="{64ED6D74-0EA8-4F33-9F70-C26265C4DECB}" presName="hierRoot2" presStyleCnt="0">
        <dgm:presLayoutVars>
          <dgm:hierBranch val="hang"/>
        </dgm:presLayoutVars>
      </dgm:prSet>
      <dgm:spPr/>
    </dgm:pt>
    <dgm:pt modelId="{E0B39604-34E4-4922-9438-0F2ADD7584C8}" type="pres">
      <dgm:prSet presAssocID="{64ED6D74-0EA8-4F33-9F70-C26265C4DECB}" presName="rootComposite" presStyleCnt="0"/>
      <dgm:spPr/>
    </dgm:pt>
    <dgm:pt modelId="{43AD4552-CBD4-481C-BDF1-F598F7D7BC88}" type="pres">
      <dgm:prSet presAssocID="{64ED6D74-0EA8-4F33-9F70-C26265C4DECB}" presName="rootText" presStyleLbl="node2" presStyleIdx="0" presStyleCnt="1" custScaleX="81904" custScaleY="42117" custLinFactNeighborX="8355" custLinFactNeighborY="-17869">
        <dgm:presLayoutVars>
          <dgm:chPref val="3"/>
        </dgm:presLayoutVars>
      </dgm:prSet>
      <dgm:spPr/>
    </dgm:pt>
    <dgm:pt modelId="{75F23CF9-A12E-4991-999A-A531AC18793A}" type="pres">
      <dgm:prSet presAssocID="{64ED6D74-0EA8-4F33-9F70-C26265C4DECB}" presName="rootConnector" presStyleLbl="node2" presStyleIdx="0" presStyleCnt="1"/>
      <dgm:spPr/>
    </dgm:pt>
    <dgm:pt modelId="{34163ECA-D4C2-4FA2-B3E4-D33157BB5BF5}" type="pres">
      <dgm:prSet presAssocID="{64ED6D74-0EA8-4F33-9F70-C26265C4DECB}" presName="hierChild4" presStyleCnt="0"/>
      <dgm:spPr/>
    </dgm:pt>
    <dgm:pt modelId="{DE226FEA-FB64-4279-8574-DE11BEBD93F5}" type="pres">
      <dgm:prSet presAssocID="{2D74F328-F6AD-473A-BFA8-B4D63E59C040}" presName="Name48" presStyleLbl="parChTrans1D3" presStyleIdx="0" presStyleCnt="3"/>
      <dgm:spPr/>
    </dgm:pt>
    <dgm:pt modelId="{04E50188-FFD5-4A93-B361-5CEB7132935D}" type="pres">
      <dgm:prSet presAssocID="{9B6DAC25-CA29-4E1D-AD62-8D0D232F1E18}" presName="hierRoot2" presStyleCnt="0">
        <dgm:presLayoutVars>
          <dgm:hierBranch val="init"/>
        </dgm:presLayoutVars>
      </dgm:prSet>
      <dgm:spPr/>
    </dgm:pt>
    <dgm:pt modelId="{3EFB5E83-7106-45FA-AAC4-50D4BA5A9854}" type="pres">
      <dgm:prSet presAssocID="{9B6DAC25-CA29-4E1D-AD62-8D0D232F1E18}" presName="rootComposite" presStyleCnt="0"/>
      <dgm:spPr/>
    </dgm:pt>
    <dgm:pt modelId="{A83DB353-E3C5-402C-BFA6-C26D79F97485}" type="pres">
      <dgm:prSet presAssocID="{9B6DAC25-CA29-4E1D-AD62-8D0D232F1E18}" presName="rootText" presStyleLbl="node3" presStyleIdx="0" presStyleCnt="3" custScaleX="81904" custScaleY="42117" custLinFactX="-2399" custLinFactNeighborX="-100000" custLinFactNeighborY="-43369">
        <dgm:presLayoutVars>
          <dgm:chPref val="3"/>
        </dgm:presLayoutVars>
      </dgm:prSet>
      <dgm:spPr/>
    </dgm:pt>
    <dgm:pt modelId="{2DF2EC40-8607-46AB-B3C1-DE681FAE920E}" type="pres">
      <dgm:prSet presAssocID="{9B6DAC25-CA29-4E1D-AD62-8D0D232F1E18}" presName="rootConnector" presStyleLbl="node3" presStyleIdx="0" presStyleCnt="3"/>
      <dgm:spPr/>
    </dgm:pt>
    <dgm:pt modelId="{D73F2AF9-51C7-49F2-A0A3-783AAA6CE324}" type="pres">
      <dgm:prSet presAssocID="{9B6DAC25-CA29-4E1D-AD62-8D0D232F1E18}" presName="hierChild4" presStyleCnt="0"/>
      <dgm:spPr/>
    </dgm:pt>
    <dgm:pt modelId="{EAD5E2CC-9E86-4B6A-9C39-E61E777C80F5}" type="pres">
      <dgm:prSet presAssocID="{9B6DAC25-CA29-4E1D-AD62-8D0D232F1E18}" presName="hierChild5" presStyleCnt="0"/>
      <dgm:spPr/>
    </dgm:pt>
    <dgm:pt modelId="{2A0565FC-9F38-45B8-B8D5-9FD45FB94A24}" type="pres">
      <dgm:prSet presAssocID="{B113BF63-BA5B-44F0-830C-41ECFD769A17}" presName="Name48" presStyleLbl="parChTrans1D3" presStyleIdx="1" presStyleCnt="3"/>
      <dgm:spPr/>
    </dgm:pt>
    <dgm:pt modelId="{243CCADD-FD24-46FF-89E0-A2391ED5CA9A}" type="pres">
      <dgm:prSet presAssocID="{0C81F721-2A4A-4BA2-B6D0-201DCFFA1F4B}" presName="hierRoot2" presStyleCnt="0">
        <dgm:presLayoutVars>
          <dgm:hierBranch val="init"/>
        </dgm:presLayoutVars>
      </dgm:prSet>
      <dgm:spPr/>
    </dgm:pt>
    <dgm:pt modelId="{1A24F98F-B7D9-4E10-8A6D-A359DB6D7D2B}" type="pres">
      <dgm:prSet presAssocID="{0C81F721-2A4A-4BA2-B6D0-201DCFFA1F4B}" presName="rootComposite" presStyleCnt="0"/>
      <dgm:spPr/>
    </dgm:pt>
    <dgm:pt modelId="{1595BF25-7772-4814-9910-164A310FB1CF}" type="pres">
      <dgm:prSet presAssocID="{0C81F721-2A4A-4BA2-B6D0-201DCFFA1F4B}" presName="rootText" presStyleLbl="node3" presStyleIdx="1" presStyleCnt="3" custScaleX="81904" custScaleY="42117" custLinFactX="18346" custLinFactNeighborX="100000" custLinFactNeighborY="-43363">
        <dgm:presLayoutVars>
          <dgm:chPref val="3"/>
        </dgm:presLayoutVars>
      </dgm:prSet>
      <dgm:spPr/>
    </dgm:pt>
    <dgm:pt modelId="{D1B69702-5826-41D1-8E22-185098D6C17E}" type="pres">
      <dgm:prSet presAssocID="{0C81F721-2A4A-4BA2-B6D0-201DCFFA1F4B}" presName="rootConnector" presStyleLbl="node3" presStyleIdx="1" presStyleCnt="3"/>
      <dgm:spPr/>
    </dgm:pt>
    <dgm:pt modelId="{8998D217-183C-4414-A048-8EDDAB72D261}" type="pres">
      <dgm:prSet presAssocID="{0C81F721-2A4A-4BA2-B6D0-201DCFFA1F4B}" presName="hierChild4" presStyleCnt="0"/>
      <dgm:spPr/>
    </dgm:pt>
    <dgm:pt modelId="{82E42C2A-FED6-47CD-8435-F3F77B5BA8B7}" type="pres">
      <dgm:prSet presAssocID="{0C81F721-2A4A-4BA2-B6D0-201DCFFA1F4B}" presName="hierChild5" presStyleCnt="0"/>
      <dgm:spPr/>
    </dgm:pt>
    <dgm:pt modelId="{AC69563F-C4DC-4080-A6B0-3C30394A4EF9}" type="pres">
      <dgm:prSet presAssocID="{11AD0219-9D84-4D70-B2F9-5092B111ABAB}" presName="Name48" presStyleLbl="parChTrans1D3" presStyleIdx="2" presStyleCnt="3"/>
      <dgm:spPr/>
    </dgm:pt>
    <dgm:pt modelId="{F431829A-6963-4D69-AD76-FB6E647CC661}" type="pres">
      <dgm:prSet presAssocID="{47D417EB-E5C7-4E54-94BE-C83FF1EABFA4}" presName="hierRoot2" presStyleCnt="0">
        <dgm:presLayoutVars>
          <dgm:hierBranch val="init"/>
        </dgm:presLayoutVars>
      </dgm:prSet>
      <dgm:spPr/>
    </dgm:pt>
    <dgm:pt modelId="{524E5659-E91F-490B-B773-1EBCF4F48835}" type="pres">
      <dgm:prSet presAssocID="{47D417EB-E5C7-4E54-94BE-C83FF1EABFA4}" presName="rootComposite" presStyleCnt="0"/>
      <dgm:spPr/>
    </dgm:pt>
    <dgm:pt modelId="{EA620BE0-9AA8-4687-829B-39C68B39DF71}" type="pres">
      <dgm:prSet presAssocID="{47D417EB-E5C7-4E54-94BE-C83FF1EABFA4}" presName="rootText" presStyleLbl="node3" presStyleIdx="2" presStyleCnt="3" custScaleX="81892" custScaleY="42203" custLinFactNeighborX="15400" custLinFactNeighborY="-76674">
        <dgm:presLayoutVars>
          <dgm:chPref val="3"/>
        </dgm:presLayoutVars>
      </dgm:prSet>
      <dgm:spPr/>
    </dgm:pt>
    <dgm:pt modelId="{801C66AC-07AF-465C-A37F-C352DACF4DE1}" type="pres">
      <dgm:prSet presAssocID="{47D417EB-E5C7-4E54-94BE-C83FF1EABFA4}" presName="rootConnector" presStyleLbl="node3" presStyleIdx="2" presStyleCnt="3"/>
      <dgm:spPr/>
    </dgm:pt>
    <dgm:pt modelId="{4F5C5E50-41BD-4E0D-AE78-9167805B14B0}" type="pres">
      <dgm:prSet presAssocID="{47D417EB-E5C7-4E54-94BE-C83FF1EABFA4}" presName="hierChild4" presStyleCnt="0"/>
      <dgm:spPr/>
    </dgm:pt>
    <dgm:pt modelId="{641B9923-F906-4A27-86EA-3C023E7EFD5E}" type="pres">
      <dgm:prSet presAssocID="{47D417EB-E5C7-4E54-94BE-C83FF1EABFA4}" presName="hierChild5" presStyleCnt="0"/>
      <dgm:spPr/>
    </dgm:pt>
    <dgm:pt modelId="{AC2D4C23-EBF4-4611-B7DD-F314138B3F6A}" type="pres">
      <dgm:prSet presAssocID="{64ED6D74-0EA8-4F33-9F70-C26265C4DECB}" presName="hierChild5" presStyleCnt="0"/>
      <dgm:spPr/>
    </dgm:pt>
    <dgm:pt modelId="{4218F541-3D9C-4758-92D2-7D36A0C78291}" type="pres">
      <dgm:prSet presAssocID="{2034D3BA-66C9-429C-BD31-4EBA6DFBCF47}" presName="hierChild3" presStyleCnt="0"/>
      <dgm:spPr/>
    </dgm:pt>
  </dgm:ptLst>
  <dgm:cxnLst>
    <dgm:cxn modelId="{C5B40D1E-6EDD-4D98-97B5-33F7200A9F18}" type="presOf" srcId="{64ED6D74-0EA8-4F33-9F70-C26265C4DECB}" destId="{75F23CF9-A12E-4991-999A-A531AC18793A}" srcOrd="1" destOrd="0" presId="urn:microsoft.com/office/officeart/2005/8/layout/orgChart1"/>
    <dgm:cxn modelId="{296AF81F-62AD-4CA9-9D5D-A47A41748EE9}" srcId="{1FC2F80C-FCAE-42F9-884F-ACD6A9A3F6C2}" destId="{2034D3BA-66C9-429C-BD31-4EBA6DFBCF47}" srcOrd="0" destOrd="0" parTransId="{26FD8154-F501-464F-9123-10ADA02C1BC0}" sibTransId="{6227A59B-8CFC-4848-9B02-B10AFC4E1E29}"/>
    <dgm:cxn modelId="{3520A029-2A88-4385-A3DC-71F27974EA7D}" type="presOf" srcId="{77D0E9AD-1903-4EF3-B619-67B2592268E8}" destId="{11223A5C-367C-4930-92A9-E12F1366893C}" srcOrd="0" destOrd="0" presId="urn:microsoft.com/office/officeart/2005/8/layout/orgChart1"/>
    <dgm:cxn modelId="{1D8B3932-212A-428F-92EF-31DAE17F89C5}" type="presOf" srcId="{2034D3BA-66C9-429C-BD31-4EBA6DFBCF47}" destId="{0D96F364-A6E1-4FE5-992E-9E06BCE2F1B1}" srcOrd="0" destOrd="0" presId="urn:microsoft.com/office/officeart/2005/8/layout/orgChart1"/>
    <dgm:cxn modelId="{48160648-6D35-4564-8164-8E92BC28C15D}" type="presOf" srcId="{47D417EB-E5C7-4E54-94BE-C83FF1EABFA4}" destId="{801C66AC-07AF-465C-A37F-C352DACF4DE1}" srcOrd="1" destOrd="0" presId="urn:microsoft.com/office/officeart/2005/8/layout/orgChart1"/>
    <dgm:cxn modelId="{F4883E6B-29B8-4DC0-A7DD-A40EDBCB6C39}" type="presOf" srcId="{47D417EB-E5C7-4E54-94BE-C83FF1EABFA4}" destId="{EA620BE0-9AA8-4687-829B-39C68B39DF71}" srcOrd="0" destOrd="0" presId="urn:microsoft.com/office/officeart/2005/8/layout/orgChart1"/>
    <dgm:cxn modelId="{6F2CFB6F-0E88-44E2-B11C-178A8418D9B1}" type="presOf" srcId="{2034D3BA-66C9-429C-BD31-4EBA6DFBCF47}" destId="{9F209419-025D-4F0C-9C4A-3CA856B6ABB5}" srcOrd="1" destOrd="0" presId="urn:microsoft.com/office/officeart/2005/8/layout/orgChart1"/>
    <dgm:cxn modelId="{7A7AD450-1C8D-4B8B-A27F-E3EEDF9BE16D}" srcId="{2034D3BA-66C9-429C-BD31-4EBA6DFBCF47}" destId="{64ED6D74-0EA8-4F33-9F70-C26265C4DECB}" srcOrd="0" destOrd="0" parTransId="{77D0E9AD-1903-4EF3-B619-67B2592268E8}" sibTransId="{39F3403E-4675-4BD4-AE6B-37CE31F91EAB}"/>
    <dgm:cxn modelId="{1859AB90-9736-46EF-90A1-5FE90C102178}" type="presOf" srcId="{0C81F721-2A4A-4BA2-B6D0-201DCFFA1F4B}" destId="{D1B69702-5826-41D1-8E22-185098D6C17E}" srcOrd="1" destOrd="0" presId="urn:microsoft.com/office/officeart/2005/8/layout/orgChart1"/>
    <dgm:cxn modelId="{F02E25A8-857A-48A3-B15A-5A1BE6639530}" srcId="{64ED6D74-0EA8-4F33-9F70-C26265C4DECB}" destId="{9B6DAC25-CA29-4E1D-AD62-8D0D232F1E18}" srcOrd="0" destOrd="0" parTransId="{2D74F328-F6AD-473A-BFA8-B4D63E59C040}" sibTransId="{19C5EA10-5C43-4F8F-8231-970393910AB3}"/>
    <dgm:cxn modelId="{1158A6B3-9CA7-4607-8487-A537F4BC85E7}" type="presOf" srcId="{0C81F721-2A4A-4BA2-B6D0-201DCFFA1F4B}" destId="{1595BF25-7772-4814-9910-164A310FB1CF}" srcOrd="0" destOrd="0" presId="urn:microsoft.com/office/officeart/2005/8/layout/orgChart1"/>
    <dgm:cxn modelId="{751638B7-7162-40B3-8F6B-6E47089EF997}" type="presOf" srcId="{9B6DAC25-CA29-4E1D-AD62-8D0D232F1E18}" destId="{A83DB353-E3C5-402C-BFA6-C26D79F97485}" srcOrd="0" destOrd="0" presId="urn:microsoft.com/office/officeart/2005/8/layout/orgChart1"/>
    <dgm:cxn modelId="{3B828DBE-764F-42D4-B175-B8349B0C61CE}" type="presOf" srcId="{11AD0219-9D84-4D70-B2F9-5092B111ABAB}" destId="{AC69563F-C4DC-4080-A6B0-3C30394A4EF9}" srcOrd="0" destOrd="0" presId="urn:microsoft.com/office/officeart/2005/8/layout/orgChart1"/>
    <dgm:cxn modelId="{225D1DC7-644D-4BCD-9104-0DE603BDD313}" type="presOf" srcId="{1FC2F80C-FCAE-42F9-884F-ACD6A9A3F6C2}" destId="{E1D91D0E-47B6-45FF-8898-9243D2491F93}" srcOrd="0" destOrd="0" presId="urn:microsoft.com/office/officeart/2005/8/layout/orgChart1"/>
    <dgm:cxn modelId="{796F62D1-08A0-48CD-9742-83D17DDCEB1C}" srcId="{64ED6D74-0EA8-4F33-9F70-C26265C4DECB}" destId="{47D417EB-E5C7-4E54-94BE-C83FF1EABFA4}" srcOrd="2" destOrd="0" parTransId="{11AD0219-9D84-4D70-B2F9-5092B111ABAB}" sibTransId="{4883C2A5-935B-4734-A161-3172A39D4231}"/>
    <dgm:cxn modelId="{E292F4D3-A72D-48C5-A86F-21444728672B}" type="presOf" srcId="{9B6DAC25-CA29-4E1D-AD62-8D0D232F1E18}" destId="{2DF2EC40-8607-46AB-B3C1-DE681FAE920E}" srcOrd="1" destOrd="0" presId="urn:microsoft.com/office/officeart/2005/8/layout/orgChart1"/>
    <dgm:cxn modelId="{95B1B9D5-A3B0-44B2-A081-E2D17EB6F8CB}" type="presOf" srcId="{B113BF63-BA5B-44F0-830C-41ECFD769A17}" destId="{2A0565FC-9F38-45B8-B8D5-9FD45FB94A24}" srcOrd="0" destOrd="0" presId="urn:microsoft.com/office/officeart/2005/8/layout/orgChart1"/>
    <dgm:cxn modelId="{01BBF3EA-44FF-4410-B24B-6B1ABB4468C6}" srcId="{64ED6D74-0EA8-4F33-9F70-C26265C4DECB}" destId="{0C81F721-2A4A-4BA2-B6D0-201DCFFA1F4B}" srcOrd="1" destOrd="0" parTransId="{B113BF63-BA5B-44F0-830C-41ECFD769A17}" sibTransId="{98955B0E-D086-43E9-9ED0-B1D0D45115B8}"/>
    <dgm:cxn modelId="{491073ED-67B6-4A88-B57F-88AC12CDA87C}" type="presOf" srcId="{64ED6D74-0EA8-4F33-9F70-C26265C4DECB}" destId="{43AD4552-CBD4-481C-BDF1-F598F7D7BC88}" srcOrd="0" destOrd="0" presId="urn:microsoft.com/office/officeart/2005/8/layout/orgChart1"/>
    <dgm:cxn modelId="{1DD6F6F9-9231-46C7-A08B-D6C9399D6685}" type="presOf" srcId="{2D74F328-F6AD-473A-BFA8-B4D63E59C040}" destId="{DE226FEA-FB64-4279-8574-DE11BEBD93F5}" srcOrd="0" destOrd="0" presId="urn:microsoft.com/office/officeart/2005/8/layout/orgChart1"/>
    <dgm:cxn modelId="{4EEB0FEB-6204-4686-B5C9-F6A23BD6B98A}" type="presParOf" srcId="{E1D91D0E-47B6-45FF-8898-9243D2491F93}" destId="{B8B35649-9036-42EC-BA08-9B8AC86EEE0B}" srcOrd="0" destOrd="0" presId="urn:microsoft.com/office/officeart/2005/8/layout/orgChart1"/>
    <dgm:cxn modelId="{12359E23-D516-42DC-B4A8-9DDA6BA6B43E}" type="presParOf" srcId="{B8B35649-9036-42EC-BA08-9B8AC86EEE0B}" destId="{4083D943-1B8A-47C5-8715-818BC1CF5C29}" srcOrd="0" destOrd="0" presId="urn:microsoft.com/office/officeart/2005/8/layout/orgChart1"/>
    <dgm:cxn modelId="{24D6625E-6211-4D10-ACEB-B825D9D19F68}" type="presParOf" srcId="{4083D943-1B8A-47C5-8715-818BC1CF5C29}" destId="{0D96F364-A6E1-4FE5-992E-9E06BCE2F1B1}" srcOrd="0" destOrd="0" presId="urn:microsoft.com/office/officeart/2005/8/layout/orgChart1"/>
    <dgm:cxn modelId="{151ACBB4-E7C5-4B6B-81BD-8516B2DF8DE9}" type="presParOf" srcId="{4083D943-1B8A-47C5-8715-818BC1CF5C29}" destId="{9F209419-025D-4F0C-9C4A-3CA856B6ABB5}" srcOrd="1" destOrd="0" presId="urn:microsoft.com/office/officeart/2005/8/layout/orgChart1"/>
    <dgm:cxn modelId="{89118B05-D217-4A67-A37F-54738B5BE2A6}" type="presParOf" srcId="{B8B35649-9036-42EC-BA08-9B8AC86EEE0B}" destId="{44A986E1-3DFD-4908-BBE4-24B3936D2C36}" srcOrd="1" destOrd="0" presId="urn:microsoft.com/office/officeart/2005/8/layout/orgChart1"/>
    <dgm:cxn modelId="{41396377-8850-4237-ABC3-A453AD8940B1}" type="presParOf" srcId="{44A986E1-3DFD-4908-BBE4-24B3936D2C36}" destId="{11223A5C-367C-4930-92A9-E12F1366893C}" srcOrd="0" destOrd="0" presId="urn:microsoft.com/office/officeart/2005/8/layout/orgChart1"/>
    <dgm:cxn modelId="{7FE1183A-248D-4DE3-BA75-DBFF317DE03D}" type="presParOf" srcId="{44A986E1-3DFD-4908-BBE4-24B3936D2C36}" destId="{642FE819-CF72-4CE4-BB5F-5B42B9394810}" srcOrd="1" destOrd="0" presId="urn:microsoft.com/office/officeart/2005/8/layout/orgChart1"/>
    <dgm:cxn modelId="{5C8A93FF-212A-402F-B438-24E358AC8213}" type="presParOf" srcId="{642FE819-CF72-4CE4-BB5F-5B42B9394810}" destId="{E0B39604-34E4-4922-9438-0F2ADD7584C8}" srcOrd="0" destOrd="0" presId="urn:microsoft.com/office/officeart/2005/8/layout/orgChart1"/>
    <dgm:cxn modelId="{AB283428-1E8C-4BD9-BCA3-9131A06ED107}" type="presParOf" srcId="{E0B39604-34E4-4922-9438-0F2ADD7584C8}" destId="{43AD4552-CBD4-481C-BDF1-F598F7D7BC88}" srcOrd="0" destOrd="0" presId="urn:microsoft.com/office/officeart/2005/8/layout/orgChart1"/>
    <dgm:cxn modelId="{04874690-2189-481F-A1A9-80487B5732E1}" type="presParOf" srcId="{E0B39604-34E4-4922-9438-0F2ADD7584C8}" destId="{75F23CF9-A12E-4991-999A-A531AC18793A}" srcOrd="1" destOrd="0" presId="urn:microsoft.com/office/officeart/2005/8/layout/orgChart1"/>
    <dgm:cxn modelId="{68A005FA-ED29-4D1D-A5D7-1F2D02856CCD}" type="presParOf" srcId="{642FE819-CF72-4CE4-BB5F-5B42B9394810}" destId="{34163ECA-D4C2-4FA2-B3E4-D33157BB5BF5}" srcOrd="1" destOrd="0" presId="urn:microsoft.com/office/officeart/2005/8/layout/orgChart1"/>
    <dgm:cxn modelId="{30AA2C34-B71A-4D51-BA5B-E2D532E7AF3C}" type="presParOf" srcId="{34163ECA-D4C2-4FA2-B3E4-D33157BB5BF5}" destId="{DE226FEA-FB64-4279-8574-DE11BEBD93F5}" srcOrd="0" destOrd="0" presId="urn:microsoft.com/office/officeart/2005/8/layout/orgChart1"/>
    <dgm:cxn modelId="{EBC79857-116D-4958-9829-95701A36EDAF}" type="presParOf" srcId="{34163ECA-D4C2-4FA2-B3E4-D33157BB5BF5}" destId="{04E50188-FFD5-4A93-B361-5CEB7132935D}" srcOrd="1" destOrd="0" presId="urn:microsoft.com/office/officeart/2005/8/layout/orgChart1"/>
    <dgm:cxn modelId="{6467575A-DC9B-4AEE-8880-7E1C0A31F34A}" type="presParOf" srcId="{04E50188-FFD5-4A93-B361-5CEB7132935D}" destId="{3EFB5E83-7106-45FA-AAC4-50D4BA5A9854}" srcOrd="0" destOrd="0" presId="urn:microsoft.com/office/officeart/2005/8/layout/orgChart1"/>
    <dgm:cxn modelId="{096375F0-D9E6-4755-AFE5-45A6D40E874A}" type="presParOf" srcId="{3EFB5E83-7106-45FA-AAC4-50D4BA5A9854}" destId="{A83DB353-E3C5-402C-BFA6-C26D79F97485}" srcOrd="0" destOrd="0" presId="urn:microsoft.com/office/officeart/2005/8/layout/orgChart1"/>
    <dgm:cxn modelId="{45056B0B-0B51-4F95-A9D4-D4252D8A8C33}" type="presParOf" srcId="{3EFB5E83-7106-45FA-AAC4-50D4BA5A9854}" destId="{2DF2EC40-8607-46AB-B3C1-DE681FAE920E}" srcOrd="1" destOrd="0" presId="urn:microsoft.com/office/officeart/2005/8/layout/orgChart1"/>
    <dgm:cxn modelId="{00567EF4-97BC-4EDE-98F4-D2727472C236}" type="presParOf" srcId="{04E50188-FFD5-4A93-B361-5CEB7132935D}" destId="{D73F2AF9-51C7-49F2-A0A3-783AAA6CE324}" srcOrd="1" destOrd="0" presId="urn:microsoft.com/office/officeart/2005/8/layout/orgChart1"/>
    <dgm:cxn modelId="{D7F42DE3-CE2D-494D-84CD-BD156AD5EB85}" type="presParOf" srcId="{04E50188-FFD5-4A93-B361-5CEB7132935D}" destId="{EAD5E2CC-9E86-4B6A-9C39-E61E777C80F5}" srcOrd="2" destOrd="0" presId="urn:microsoft.com/office/officeart/2005/8/layout/orgChart1"/>
    <dgm:cxn modelId="{20E6A51B-4B94-4459-9438-DE9E6C6F09D6}" type="presParOf" srcId="{34163ECA-D4C2-4FA2-B3E4-D33157BB5BF5}" destId="{2A0565FC-9F38-45B8-B8D5-9FD45FB94A24}" srcOrd="2" destOrd="0" presId="urn:microsoft.com/office/officeart/2005/8/layout/orgChart1"/>
    <dgm:cxn modelId="{111D5F05-F105-45D9-9001-6DCFC61B3293}" type="presParOf" srcId="{34163ECA-D4C2-4FA2-B3E4-D33157BB5BF5}" destId="{243CCADD-FD24-46FF-89E0-A2391ED5CA9A}" srcOrd="3" destOrd="0" presId="urn:microsoft.com/office/officeart/2005/8/layout/orgChart1"/>
    <dgm:cxn modelId="{52244F64-472B-4EBB-8EBD-525BD5CF69FE}" type="presParOf" srcId="{243CCADD-FD24-46FF-89E0-A2391ED5CA9A}" destId="{1A24F98F-B7D9-4E10-8A6D-A359DB6D7D2B}" srcOrd="0" destOrd="0" presId="urn:microsoft.com/office/officeart/2005/8/layout/orgChart1"/>
    <dgm:cxn modelId="{7FE0DFC8-E98D-48D4-BBCF-25671C6E7B38}" type="presParOf" srcId="{1A24F98F-B7D9-4E10-8A6D-A359DB6D7D2B}" destId="{1595BF25-7772-4814-9910-164A310FB1CF}" srcOrd="0" destOrd="0" presId="urn:microsoft.com/office/officeart/2005/8/layout/orgChart1"/>
    <dgm:cxn modelId="{9B83D7FE-275A-4ABC-B68A-65184021F2F4}" type="presParOf" srcId="{1A24F98F-B7D9-4E10-8A6D-A359DB6D7D2B}" destId="{D1B69702-5826-41D1-8E22-185098D6C17E}" srcOrd="1" destOrd="0" presId="urn:microsoft.com/office/officeart/2005/8/layout/orgChart1"/>
    <dgm:cxn modelId="{5EF16F35-6ABB-4DAA-B98F-2A787F2CB47F}" type="presParOf" srcId="{243CCADD-FD24-46FF-89E0-A2391ED5CA9A}" destId="{8998D217-183C-4414-A048-8EDDAB72D261}" srcOrd="1" destOrd="0" presId="urn:microsoft.com/office/officeart/2005/8/layout/orgChart1"/>
    <dgm:cxn modelId="{1AC325F8-BAE2-489B-ADD4-234A0AD0263B}" type="presParOf" srcId="{243CCADD-FD24-46FF-89E0-A2391ED5CA9A}" destId="{82E42C2A-FED6-47CD-8435-F3F77B5BA8B7}" srcOrd="2" destOrd="0" presId="urn:microsoft.com/office/officeart/2005/8/layout/orgChart1"/>
    <dgm:cxn modelId="{AB10B616-CA82-4194-AE77-350D4BC8D09A}" type="presParOf" srcId="{34163ECA-D4C2-4FA2-B3E4-D33157BB5BF5}" destId="{AC69563F-C4DC-4080-A6B0-3C30394A4EF9}" srcOrd="4" destOrd="0" presId="urn:microsoft.com/office/officeart/2005/8/layout/orgChart1"/>
    <dgm:cxn modelId="{7E51AB6E-A16F-4CE2-A499-0EC822187046}" type="presParOf" srcId="{34163ECA-D4C2-4FA2-B3E4-D33157BB5BF5}" destId="{F431829A-6963-4D69-AD76-FB6E647CC661}" srcOrd="5" destOrd="0" presId="urn:microsoft.com/office/officeart/2005/8/layout/orgChart1"/>
    <dgm:cxn modelId="{11E64B03-BCC7-4ADD-A9EF-D267871D5848}" type="presParOf" srcId="{F431829A-6963-4D69-AD76-FB6E647CC661}" destId="{524E5659-E91F-490B-B773-1EBCF4F48835}" srcOrd="0" destOrd="0" presId="urn:microsoft.com/office/officeart/2005/8/layout/orgChart1"/>
    <dgm:cxn modelId="{176805A4-87DC-4C62-B61D-12FA2297C6F8}" type="presParOf" srcId="{524E5659-E91F-490B-B773-1EBCF4F48835}" destId="{EA620BE0-9AA8-4687-829B-39C68B39DF71}" srcOrd="0" destOrd="0" presId="urn:microsoft.com/office/officeart/2005/8/layout/orgChart1"/>
    <dgm:cxn modelId="{DA57900F-86AB-4F6B-A444-57E510F7B823}" type="presParOf" srcId="{524E5659-E91F-490B-B773-1EBCF4F48835}" destId="{801C66AC-07AF-465C-A37F-C352DACF4DE1}" srcOrd="1" destOrd="0" presId="urn:microsoft.com/office/officeart/2005/8/layout/orgChart1"/>
    <dgm:cxn modelId="{8FAE74D0-7EFC-4097-9B73-35960CDB4EA7}" type="presParOf" srcId="{F431829A-6963-4D69-AD76-FB6E647CC661}" destId="{4F5C5E50-41BD-4E0D-AE78-9167805B14B0}" srcOrd="1" destOrd="0" presId="urn:microsoft.com/office/officeart/2005/8/layout/orgChart1"/>
    <dgm:cxn modelId="{9FBAE7D5-426A-4C06-80E6-07F2BD802529}" type="presParOf" srcId="{F431829A-6963-4D69-AD76-FB6E647CC661}" destId="{641B9923-F906-4A27-86EA-3C023E7EFD5E}" srcOrd="2" destOrd="0" presId="urn:microsoft.com/office/officeart/2005/8/layout/orgChart1"/>
    <dgm:cxn modelId="{59F8449D-0E3E-441E-B910-6DF7775F66FF}" type="presParOf" srcId="{642FE819-CF72-4CE4-BB5F-5B42B9394810}" destId="{AC2D4C23-EBF4-4611-B7DD-F314138B3F6A}" srcOrd="2" destOrd="0" presId="urn:microsoft.com/office/officeart/2005/8/layout/orgChart1"/>
    <dgm:cxn modelId="{398CBBE3-FC86-49E1-8BAF-F8F69CF1CD09}" type="presParOf" srcId="{B8B35649-9036-42EC-BA08-9B8AC86EEE0B}" destId="{4218F541-3D9C-4758-92D2-7D36A0C78291}"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FC2F80C-FCAE-42F9-884F-ACD6A9A3F6C2}" type="doc">
      <dgm:prSet loTypeId="urn:microsoft.com/office/officeart/2005/8/layout/orgChart1" loCatId="hierarchy" qsTypeId="urn:microsoft.com/office/officeart/2005/8/quickstyle/simple5" qsCatId="simple" csTypeId="urn:microsoft.com/office/officeart/2005/8/colors/accent5_4" csCatId="accent5" phldr="1"/>
      <dgm:spPr/>
      <dgm:t>
        <a:bodyPr/>
        <a:lstStyle/>
        <a:p>
          <a:endParaRPr lang="de-DE"/>
        </a:p>
      </dgm:t>
    </dgm:pt>
    <dgm:pt modelId="{2034D3BA-66C9-429C-BD31-4EBA6DFBCF47}">
      <dgm:prSet phldrT="[Text]" custT="1"/>
      <dgm:spPr>
        <a:solidFill>
          <a:srgbClr val="00577B"/>
        </a:solidFill>
      </dgm:spPr>
      <dgm:t>
        <a:bodyPr/>
        <a:lstStyle/>
        <a:p>
          <a:r>
            <a:rPr lang="de-DE" sz="2000" dirty="0"/>
            <a:t>Main</a:t>
          </a:r>
        </a:p>
      </dgm:t>
    </dgm:pt>
    <dgm:pt modelId="{26FD8154-F501-464F-9123-10ADA02C1BC0}" type="parTrans" cxnId="{296AF81F-62AD-4CA9-9D5D-A47A41748EE9}">
      <dgm:prSet/>
      <dgm:spPr/>
      <dgm:t>
        <a:bodyPr/>
        <a:lstStyle/>
        <a:p>
          <a:endParaRPr lang="de-DE"/>
        </a:p>
      </dgm:t>
    </dgm:pt>
    <dgm:pt modelId="{6227A59B-8CFC-4848-9B02-B10AFC4E1E29}" type="sibTrans" cxnId="{296AF81F-62AD-4CA9-9D5D-A47A41748EE9}">
      <dgm:prSet/>
      <dgm:spPr/>
      <dgm:t>
        <a:bodyPr/>
        <a:lstStyle/>
        <a:p>
          <a:endParaRPr lang="de-DE"/>
        </a:p>
      </dgm:t>
    </dgm:pt>
    <dgm:pt modelId="{9EDE10DD-8EAF-4399-95D7-680B76798717}" type="asst">
      <dgm:prSet phldrT="[Text]" custT="1"/>
      <dgm:spPr>
        <a:solidFill>
          <a:srgbClr val="00577B"/>
        </a:solidFill>
      </dgm:spPr>
      <dgm:t>
        <a:bodyPr/>
        <a:lstStyle/>
        <a:p>
          <a:r>
            <a:rPr lang="de-DE" sz="2000" dirty="0"/>
            <a:t>Storage</a:t>
          </a:r>
        </a:p>
      </dgm:t>
    </dgm:pt>
    <dgm:pt modelId="{6BEC8937-2D25-4398-8A58-6272B6554041}" type="parTrans" cxnId="{6AC98778-0505-4625-99C9-297EBB23F22C}">
      <dgm:prSet/>
      <dgm:spPr/>
      <dgm:t>
        <a:bodyPr/>
        <a:lstStyle/>
        <a:p>
          <a:endParaRPr lang="de-DE"/>
        </a:p>
      </dgm:t>
    </dgm:pt>
    <dgm:pt modelId="{9BDA8AE9-2A6A-48E3-BF5C-6D106474DD0D}" type="sibTrans" cxnId="{6AC98778-0505-4625-99C9-297EBB23F22C}">
      <dgm:prSet/>
      <dgm:spPr/>
      <dgm:t>
        <a:bodyPr/>
        <a:lstStyle/>
        <a:p>
          <a:endParaRPr lang="de-DE"/>
        </a:p>
      </dgm:t>
    </dgm:pt>
    <dgm:pt modelId="{2FEAF2D0-C225-471A-AB94-BCA1B36065C9}">
      <dgm:prSet phldrT="[Text]" custT="1"/>
      <dgm:spPr>
        <a:solidFill>
          <a:srgbClr val="00577B"/>
        </a:solidFill>
      </dgm:spPr>
      <dgm:t>
        <a:bodyPr/>
        <a:lstStyle/>
        <a:p>
          <a:r>
            <a:rPr lang="de-DE" sz="2000" dirty="0"/>
            <a:t>Board Visual</a:t>
          </a:r>
        </a:p>
      </dgm:t>
    </dgm:pt>
    <dgm:pt modelId="{F5655831-A6D2-41D7-9E10-00BB43D97D3E}" type="parTrans" cxnId="{05C521F9-0371-471D-9F88-9BADCAEFCACC}">
      <dgm:prSet/>
      <dgm:spPr/>
      <dgm:t>
        <a:bodyPr/>
        <a:lstStyle/>
        <a:p>
          <a:endParaRPr lang="de-DE"/>
        </a:p>
      </dgm:t>
    </dgm:pt>
    <dgm:pt modelId="{85D22D55-8D28-4C74-82CE-53ABC41C3A41}" type="sibTrans" cxnId="{05C521F9-0371-471D-9F88-9BADCAEFCACC}">
      <dgm:prSet/>
      <dgm:spPr/>
      <dgm:t>
        <a:bodyPr/>
        <a:lstStyle/>
        <a:p>
          <a:endParaRPr lang="de-DE"/>
        </a:p>
      </dgm:t>
    </dgm:pt>
    <dgm:pt modelId="{D6E92B36-23B7-425C-A745-E13A9AEB5736}">
      <dgm:prSet phldrT="[Text]" custT="1"/>
      <dgm:spPr>
        <a:solidFill>
          <a:srgbClr val="00577B"/>
        </a:solidFill>
      </dgm:spPr>
      <dgm:t>
        <a:bodyPr/>
        <a:lstStyle/>
        <a:p>
          <a:r>
            <a:rPr lang="de-DE" sz="2000" dirty="0"/>
            <a:t>Renderer</a:t>
          </a:r>
        </a:p>
      </dgm:t>
    </dgm:pt>
    <dgm:pt modelId="{10BD5711-C381-4BC8-8C4F-20CF92BD1096}" type="parTrans" cxnId="{A7FE41DF-38A6-4CA8-A19D-66D072C35590}">
      <dgm:prSet/>
      <dgm:spPr/>
      <dgm:t>
        <a:bodyPr/>
        <a:lstStyle/>
        <a:p>
          <a:endParaRPr lang="de-DE"/>
        </a:p>
      </dgm:t>
    </dgm:pt>
    <dgm:pt modelId="{833EFC2D-C518-4F4F-9AD2-D734FBA6DDA5}" type="sibTrans" cxnId="{A7FE41DF-38A6-4CA8-A19D-66D072C35590}">
      <dgm:prSet/>
      <dgm:spPr/>
      <dgm:t>
        <a:bodyPr/>
        <a:lstStyle/>
        <a:p>
          <a:endParaRPr lang="de-DE"/>
        </a:p>
      </dgm:t>
    </dgm:pt>
    <dgm:pt modelId="{9CCCD7D3-511D-44F3-8366-04EF58C0EB6F}" type="asst">
      <dgm:prSet phldrT="[Text]" custT="1"/>
      <dgm:spPr>
        <a:solidFill>
          <a:srgbClr val="00577B"/>
        </a:solidFill>
      </dgm:spPr>
      <dgm:t>
        <a:bodyPr/>
        <a:lstStyle/>
        <a:p>
          <a:r>
            <a:rPr lang="de-DE" sz="2000" dirty="0"/>
            <a:t>Scom2</a:t>
          </a:r>
        </a:p>
      </dgm:t>
    </dgm:pt>
    <dgm:pt modelId="{C97DF2A7-0200-4CE7-8FE7-2643377C64FD}" type="parTrans" cxnId="{4FF0AAD2-D0BB-45B0-884A-515EB4840484}">
      <dgm:prSet/>
      <dgm:spPr/>
      <dgm:t>
        <a:bodyPr/>
        <a:lstStyle/>
        <a:p>
          <a:endParaRPr lang="de-DE"/>
        </a:p>
      </dgm:t>
    </dgm:pt>
    <dgm:pt modelId="{EBBD801D-072C-4FD3-8BD8-A1DBB82E1882}" type="sibTrans" cxnId="{4FF0AAD2-D0BB-45B0-884A-515EB4840484}">
      <dgm:prSet/>
      <dgm:spPr/>
      <dgm:t>
        <a:bodyPr/>
        <a:lstStyle/>
        <a:p>
          <a:endParaRPr lang="de-DE"/>
        </a:p>
      </dgm:t>
    </dgm:pt>
    <dgm:pt modelId="{64ED6D74-0EA8-4F33-9F70-C26265C4DECB}">
      <dgm:prSet phldrT="[Text]" custT="1"/>
      <dgm:spPr>
        <a:solidFill>
          <a:srgbClr val="00577B"/>
        </a:solidFill>
      </dgm:spPr>
      <dgm:t>
        <a:bodyPr/>
        <a:lstStyle/>
        <a:p>
          <a:r>
            <a:rPr lang="de-DE" sz="2000" dirty="0"/>
            <a:t>Database</a:t>
          </a:r>
        </a:p>
      </dgm:t>
    </dgm:pt>
    <dgm:pt modelId="{77D0E9AD-1903-4EF3-B619-67B2592268E8}" type="parTrans" cxnId="{7A7AD450-1C8D-4B8B-A27F-E3EEDF9BE16D}">
      <dgm:prSet/>
      <dgm:spPr/>
      <dgm:t>
        <a:bodyPr/>
        <a:lstStyle/>
        <a:p>
          <a:endParaRPr lang="de-DE"/>
        </a:p>
      </dgm:t>
    </dgm:pt>
    <dgm:pt modelId="{39F3403E-4675-4BD4-AE6B-37CE31F91EAB}" type="sibTrans" cxnId="{7A7AD450-1C8D-4B8B-A27F-E3EEDF9BE16D}">
      <dgm:prSet/>
      <dgm:spPr/>
      <dgm:t>
        <a:bodyPr/>
        <a:lstStyle/>
        <a:p>
          <a:endParaRPr lang="de-DE"/>
        </a:p>
      </dgm:t>
    </dgm:pt>
    <dgm:pt modelId="{9B6DAC25-CA29-4E1D-AD62-8D0D232F1E18}">
      <dgm:prSet phldrT="[Text]" custT="1"/>
      <dgm:spPr>
        <a:solidFill>
          <a:srgbClr val="00577B"/>
        </a:solidFill>
      </dgm:spPr>
      <dgm:t>
        <a:bodyPr/>
        <a:lstStyle/>
        <a:p>
          <a:r>
            <a:rPr lang="de-DE" sz="2000" dirty="0" err="1"/>
            <a:t>Physical</a:t>
          </a:r>
          <a:endParaRPr lang="de-DE" sz="2000" dirty="0"/>
        </a:p>
      </dgm:t>
    </dgm:pt>
    <dgm:pt modelId="{2D74F328-F6AD-473A-BFA8-B4D63E59C040}" type="parTrans" cxnId="{F02E25A8-857A-48A3-B15A-5A1BE6639530}">
      <dgm:prSet/>
      <dgm:spPr/>
      <dgm:t>
        <a:bodyPr/>
        <a:lstStyle/>
        <a:p>
          <a:endParaRPr lang="de-DE"/>
        </a:p>
      </dgm:t>
    </dgm:pt>
    <dgm:pt modelId="{19C5EA10-5C43-4F8F-8231-970393910AB3}" type="sibTrans" cxnId="{F02E25A8-857A-48A3-B15A-5A1BE6639530}">
      <dgm:prSet/>
      <dgm:spPr/>
      <dgm:t>
        <a:bodyPr/>
        <a:lstStyle/>
        <a:p>
          <a:endParaRPr lang="de-DE"/>
        </a:p>
      </dgm:t>
    </dgm:pt>
    <dgm:pt modelId="{0C81F721-2A4A-4BA2-B6D0-201DCFFA1F4B}">
      <dgm:prSet phldrT="[Text]" custT="1"/>
      <dgm:spPr>
        <a:solidFill>
          <a:srgbClr val="00577B"/>
        </a:solidFill>
      </dgm:spPr>
      <dgm:t>
        <a:bodyPr/>
        <a:lstStyle/>
        <a:p>
          <a:r>
            <a:rPr lang="de-DE" sz="2000" dirty="0"/>
            <a:t>Display</a:t>
          </a:r>
        </a:p>
      </dgm:t>
    </dgm:pt>
    <dgm:pt modelId="{B113BF63-BA5B-44F0-830C-41ECFD769A17}" type="parTrans" cxnId="{01BBF3EA-44FF-4410-B24B-6B1ABB4468C6}">
      <dgm:prSet/>
      <dgm:spPr/>
      <dgm:t>
        <a:bodyPr/>
        <a:lstStyle/>
        <a:p>
          <a:endParaRPr lang="de-DE"/>
        </a:p>
      </dgm:t>
    </dgm:pt>
    <dgm:pt modelId="{98955B0E-D086-43E9-9ED0-B1D0D45115B8}" type="sibTrans" cxnId="{01BBF3EA-44FF-4410-B24B-6B1ABB4468C6}">
      <dgm:prSet/>
      <dgm:spPr/>
      <dgm:t>
        <a:bodyPr/>
        <a:lstStyle/>
        <a:p>
          <a:endParaRPr lang="de-DE"/>
        </a:p>
      </dgm:t>
    </dgm:pt>
    <dgm:pt modelId="{E1D91D0E-47B6-45FF-8898-9243D2491F93}" type="pres">
      <dgm:prSet presAssocID="{1FC2F80C-FCAE-42F9-884F-ACD6A9A3F6C2}" presName="hierChild1" presStyleCnt="0">
        <dgm:presLayoutVars>
          <dgm:orgChart val="1"/>
          <dgm:chPref val="1"/>
          <dgm:dir val="rev"/>
          <dgm:animOne val="branch"/>
          <dgm:animLvl val="lvl"/>
          <dgm:resizeHandles/>
        </dgm:presLayoutVars>
      </dgm:prSet>
      <dgm:spPr/>
    </dgm:pt>
    <dgm:pt modelId="{B8B35649-9036-42EC-BA08-9B8AC86EEE0B}" type="pres">
      <dgm:prSet presAssocID="{2034D3BA-66C9-429C-BD31-4EBA6DFBCF47}" presName="hierRoot1" presStyleCnt="0">
        <dgm:presLayoutVars>
          <dgm:hierBranch val="init"/>
        </dgm:presLayoutVars>
      </dgm:prSet>
      <dgm:spPr/>
    </dgm:pt>
    <dgm:pt modelId="{4083D943-1B8A-47C5-8715-818BC1CF5C29}" type="pres">
      <dgm:prSet presAssocID="{2034D3BA-66C9-429C-BD31-4EBA6DFBCF47}" presName="rootComposite1" presStyleCnt="0"/>
      <dgm:spPr/>
    </dgm:pt>
    <dgm:pt modelId="{0D96F364-A6E1-4FE5-992E-9E06BCE2F1B1}" type="pres">
      <dgm:prSet presAssocID="{2034D3BA-66C9-429C-BD31-4EBA6DFBCF47}" presName="rootText1" presStyleLbl="node0" presStyleIdx="0" presStyleCnt="1" custScaleX="81904" custScaleY="42117" custLinFactNeighborY="43880">
        <dgm:presLayoutVars>
          <dgm:chPref val="3"/>
        </dgm:presLayoutVars>
      </dgm:prSet>
      <dgm:spPr/>
    </dgm:pt>
    <dgm:pt modelId="{9F209419-025D-4F0C-9C4A-3CA856B6ABB5}" type="pres">
      <dgm:prSet presAssocID="{2034D3BA-66C9-429C-BD31-4EBA6DFBCF47}" presName="rootConnector1" presStyleLbl="node1" presStyleIdx="0" presStyleCnt="0"/>
      <dgm:spPr/>
    </dgm:pt>
    <dgm:pt modelId="{44A986E1-3DFD-4908-BBE4-24B3936D2C36}" type="pres">
      <dgm:prSet presAssocID="{2034D3BA-66C9-429C-BD31-4EBA6DFBCF47}" presName="hierChild2" presStyleCnt="0"/>
      <dgm:spPr/>
    </dgm:pt>
    <dgm:pt modelId="{ED0401A7-45CF-402D-80F5-857BDA9E04CF}" type="pres">
      <dgm:prSet presAssocID="{F5655831-A6D2-41D7-9E10-00BB43D97D3E}" presName="Name37" presStyleLbl="parChTrans1D2" presStyleIdx="0" presStyleCnt="5"/>
      <dgm:spPr/>
    </dgm:pt>
    <dgm:pt modelId="{D4EC2303-8A71-4AD9-8FA5-3C40780DA586}" type="pres">
      <dgm:prSet presAssocID="{2FEAF2D0-C225-471A-AB94-BCA1B36065C9}" presName="hierRoot2" presStyleCnt="0">
        <dgm:presLayoutVars>
          <dgm:hierBranch val="init"/>
        </dgm:presLayoutVars>
      </dgm:prSet>
      <dgm:spPr/>
    </dgm:pt>
    <dgm:pt modelId="{08100471-EA22-4B58-B6CD-94E2A40BBE5A}" type="pres">
      <dgm:prSet presAssocID="{2FEAF2D0-C225-471A-AB94-BCA1B36065C9}" presName="rootComposite" presStyleCnt="0"/>
      <dgm:spPr/>
    </dgm:pt>
    <dgm:pt modelId="{68A62F83-5B7F-4CB8-8BA8-20C2DDE0A2FD}" type="pres">
      <dgm:prSet presAssocID="{2FEAF2D0-C225-471A-AB94-BCA1B36065C9}" presName="rootText" presStyleLbl="node2" presStyleIdx="0" presStyleCnt="3" custScaleX="81904" custScaleY="42117" custLinFactNeighborY="-19882">
        <dgm:presLayoutVars>
          <dgm:chPref val="3"/>
        </dgm:presLayoutVars>
      </dgm:prSet>
      <dgm:spPr/>
    </dgm:pt>
    <dgm:pt modelId="{79310DDA-A245-4809-93AA-863DBAB39D13}" type="pres">
      <dgm:prSet presAssocID="{2FEAF2D0-C225-471A-AB94-BCA1B36065C9}" presName="rootConnector" presStyleLbl="node2" presStyleIdx="0" presStyleCnt="3"/>
      <dgm:spPr/>
    </dgm:pt>
    <dgm:pt modelId="{4E16FC1C-55A5-4BDB-89BA-A6607FBDA782}" type="pres">
      <dgm:prSet presAssocID="{2FEAF2D0-C225-471A-AB94-BCA1B36065C9}" presName="hierChild4" presStyleCnt="0"/>
      <dgm:spPr/>
    </dgm:pt>
    <dgm:pt modelId="{3B39F1C7-A5FB-4030-ADD1-93F66DCA8D68}" type="pres">
      <dgm:prSet presAssocID="{2FEAF2D0-C225-471A-AB94-BCA1B36065C9}" presName="hierChild5" presStyleCnt="0"/>
      <dgm:spPr/>
    </dgm:pt>
    <dgm:pt modelId="{CC1A8590-6211-40F5-BAF9-8A5A5BD52502}" type="pres">
      <dgm:prSet presAssocID="{10BD5711-C381-4BC8-8C4F-20CF92BD1096}" presName="Name37" presStyleLbl="parChTrans1D2" presStyleIdx="1" presStyleCnt="5"/>
      <dgm:spPr/>
    </dgm:pt>
    <dgm:pt modelId="{0A81D97A-646D-4986-8140-B185A0F88AC9}" type="pres">
      <dgm:prSet presAssocID="{D6E92B36-23B7-425C-A745-E13A9AEB5736}" presName="hierRoot2" presStyleCnt="0">
        <dgm:presLayoutVars>
          <dgm:hierBranch val="init"/>
        </dgm:presLayoutVars>
      </dgm:prSet>
      <dgm:spPr/>
    </dgm:pt>
    <dgm:pt modelId="{28C5C426-CF2A-43D9-9637-E0A13209F9FA}" type="pres">
      <dgm:prSet presAssocID="{D6E92B36-23B7-425C-A745-E13A9AEB5736}" presName="rootComposite" presStyleCnt="0"/>
      <dgm:spPr/>
    </dgm:pt>
    <dgm:pt modelId="{4588F7A2-595A-45B4-A9AE-2182F65EDE35}" type="pres">
      <dgm:prSet presAssocID="{D6E92B36-23B7-425C-A745-E13A9AEB5736}" presName="rootText" presStyleLbl="node2" presStyleIdx="1" presStyleCnt="3" custScaleX="81904" custScaleY="42117" custLinFactNeighborY="-19882">
        <dgm:presLayoutVars>
          <dgm:chPref val="3"/>
        </dgm:presLayoutVars>
      </dgm:prSet>
      <dgm:spPr/>
    </dgm:pt>
    <dgm:pt modelId="{57FC39CB-71C6-411C-9E1E-A2466CDDCD45}" type="pres">
      <dgm:prSet presAssocID="{D6E92B36-23B7-425C-A745-E13A9AEB5736}" presName="rootConnector" presStyleLbl="node2" presStyleIdx="1" presStyleCnt="3"/>
      <dgm:spPr/>
    </dgm:pt>
    <dgm:pt modelId="{27B069DB-018B-4CA8-BCF9-8C0524201708}" type="pres">
      <dgm:prSet presAssocID="{D6E92B36-23B7-425C-A745-E13A9AEB5736}" presName="hierChild4" presStyleCnt="0"/>
      <dgm:spPr/>
    </dgm:pt>
    <dgm:pt modelId="{A2D123B8-7E0C-4F48-A6D4-CBD21FA7412F}" type="pres">
      <dgm:prSet presAssocID="{D6E92B36-23B7-425C-A745-E13A9AEB5736}" presName="hierChild5" presStyleCnt="0"/>
      <dgm:spPr/>
    </dgm:pt>
    <dgm:pt modelId="{11223A5C-367C-4930-92A9-E12F1366893C}" type="pres">
      <dgm:prSet presAssocID="{77D0E9AD-1903-4EF3-B619-67B2592268E8}" presName="Name37" presStyleLbl="parChTrans1D2" presStyleIdx="2" presStyleCnt="5"/>
      <dgm:spPr/>
    </dgm:pt>
    <dgm:pt modelId="{642FE819-CF72-4CE4-BB5F-5B42B9394810}" type="pres">
      <dgm:prSet presAssocID="{64ED6D74-0EA8-4F33-9F70-C26265C4DECB}" presName="hierRoot2" presStyleCnt="0">
        <dgm:presLayoutVars>
          <dgm:hierBranch val="hang"/>
        </dgm:presLayoutVars>
      </dgm:prSet>
      <dgm:spPr/>
    </dgm:pt>
    <dgm:pt modelId="{E0B39604-34E4-4922-9438-0F2ADD7584C8}" type="pres">
      <dgm:prSet presAssocID="{64ED6D74-0EA8-4F33-9F70-C26265C4DECB}" presName="rootComposite" presStyleCnt="0"/>
      <dgm:spPr/>
    </dgm:pt>
    <dgm:pt modelId="{43AD4552-CBD4-481C-BDF1-F598F7D7BC88}" type="pres">
      <dgm:prSet presAssocID="{64ED6D74-0EA8-4F33-9F70-C26265C4DECB}" presName="rootText" presStyleLbl="node2" presStyleIdx="2" presStyleCnt="3" custScaleX="81904" custScaleY="42117" custLinFactNeighborY="-19882">
        <dgm:presLayoutVars>
          <dgm:chPref val="3"/>
        </dgm:presLayoutVars>
      </dgm:prSet>
      <dgm:spPr/>
    </dgm:pt>
    <dgm:pt modelId="{75F23CF9-A12E-4991-999A-A531AC18793A}" type="pres">
      <dgm:prSet presAssocID="{64ED6D74-0EA8-4F33-9F70-C26265C4DECB}" presName="rootConnector" presStyleLbl="node2" presStyleIdx="2" presStyleCnt="3"/>
      <dgm:spPr/>
    </dgm:pt>
    <dgm:pt modelId="{34163ECA-D4C2-4FA2-B3E4-D33157BB5BF5}" type="pres">
      <dgm:prSet presAssocID="{64ED6D74-0EA8-4F33-9F70-C26265C4DECB}" presName="hierChild4" presStyleCnt="0"/>
      <dgm:spPr/>
    </dgm:pt>
    <dgm:pt modelId="{DE226FEA-FB64-4279-8574-DE11BEBD93F5}" type="pres">
      <dgm:prSet presAssocID="{2D74F328-F6AD-473A-BFA8-B4D63E59C040}" presName="Name48" presStyleLbl="parChTrans1D3" presStyleIdx="0" presStyleCnt="2"/>
      <dgm:spPr/>
    </dgm:pt>
    <dgm:pt modelId="{04E50188-FFD5-4A93-B361-5CEB7132935D}" type="pres">
      <dgm:prSet presAssocID="{9B6DAC25-CA29-4E1D-AD62-8D0D232F1E18}" presName="hierRoot2" presStyleCnt="0">
        <dgm:presLayoutVars>
          <dgm:hierBranch val="init"/>
        </dgm:presLayoutVars>
      </dgm:prSet>
      <dgm:spPr/>
    </dgm:pt>
    <dgm:pt modelId="{3EFB5E83-7106-45FA-AAC4-50D4BA5A9854}" type="pres">
      <dgm:prSet presAssocID="{9B6DAC25-CA29-4E1D-AD62-8D0D232F1E18}" presName="rootComposite" presStyleCnt="0"/>
      <dgm:spPr/>
    </dgm:pt>
    <dgm:pt modelId="{A83DB353-E3C5-402C-BFA6-C26D79F97485}" type="pres">
      <dgm:prSet presAssocID="{9B6DAC25-CA29-4E1D-AD62-8D0D232F1E18}" presName="rootText" presStyleLbl="node3" presStyleIdx="0" presStyleCnt="2" custScaleX="81904" custScaleY="42117" custLinFactX="-2399" custLinFactNeighborX="-100000" custLinFactNeighborY="-37901">
        <dgm:presLayoutVars>
          <dgm:chPref val="3"/>
        </dgm:presLayoutVars>
      </dgm:prSet>
      <dgm:spPr/>
    </dgm:pt>
    <dgm:pt modelId="{2DF2EC40-8607-46AB-B3C1-DE681FAE920E}" type="pres">
      <dgm:prSet presAssocID="{9B6DAC25-CA29-4E1D-AD62-8D0D232F1E18}" presName="rootConnector" presStyleLbl="node3" presStyleIdx="0" presStyleCnt="2"/>
      <dgm:spPr/>
    </dgm:pt>
    <dgm:pt modelId="{D73F2AF9-51C7-49F2-A0A3-783AAA6CE324}" type="pres">
      <dgm:prSet presAssocID="{9B6DAC25-CA29-4E1D-AD62-8D0D232F1E18}" presName="hierChild4" presStyleCnt="0"/>
      <dgm:spPr/>
    </dgm:pt>
    <dgm:pt modelId="{EAD5E2CC-9E86-4B6A-9C39-E61E777C80F5}" type="pres">
      <dgm:prSet presAssocID="{9B6DAC25-CA29-4E1D-AD62-8D0D232F1E18}" presName="hierChild5" presStyleCnt="0"/>
      <dgm:spPr/>
    </dgm:pt>
    <dgm:pt modelId="{2A0565FC-9F38-45B8-B8D5-9FD45FB94A24}" type="pres">
      <dgm:prSet presAssocID="{B113BF63-BA5B-44F0-830C-41ECFD769A17}" presName="Name48" presStyleLbl="parChTrans1D3" presStyleIdx="1" presStyleCnt="2"/>
      <dgm:spPr/>
    </dgm:pt>
    <dgm:pt modelId="{243CCADD-FD24-46FF-89E0-A2391ED5CA9A}" type="pres">
      <dgm:prSet presAssocID="{0C81F721-2A4A-4BA2-B6D0-201DCFFA1F4B}" presName="hierRoot2" presStyleCnt="0">
        <dgm:presLayoutVars>
          <dgm:hierBranch val="init"/>
        </dgm:presLayoutVars>
      </dgm:prSet>
      <dgm:spPr/>
    </dgm:pt>
    <dgm:pt modelId="{1A24F98F-B7D9-4E10-8A6D-A359DB6D7D2B}" type="pres">
      <dgm:prSet presAssocID="{0C81F721-2A4A-4BA2-B6D0-201DCFFA1F4B}" presName="rootComposite" presStyleCnt="0"/>
      <dgm:spPr/>
    </dgm:pt>
    <dgm:pt modelId="{1595BF25-7772-4814-9910-164A310FB1CF}" type="pres">
      <dgm:prSet presAssocID="{0C81F721-2A4A-4BA2-B6D0-201DCFFA1F4B}" presName="rootText" presStyleLbl="node3" presStyleIdx="1" presStyleCnt="2" custScaleX="81904" custScaleY="42117" custLinFactX="1435" custLinFactNeighborX="100000" custLinFactNeighborY="-37901">
        <dgm:presLayoutVars>
          <dgm:chPref val="3"/>
        </dgm:presLayoutVars>
      </dgm:prSet>
      <dgm:spPr/>
    </dgm:pt>
    <dgm:pt modelId="{D1B69702-5826-41D1-8E22-185098D6C17E}" type="pres">
      <dgm:prSet presAssocID="{0C81F721-2A4A-4BA2-B6D0-201DCFFA1F4B}" presName="rootConnector" presStyleLbl="node3" presStyleIdx="1" presStyleCnt="2"/>
      <dgm:spPr/>
    </dgm:pt>
    <dgm:pt modelId="{8998D217-183C-4414-A048-8EDDAB72D261}" type="pres">
      <dgm:prSet presAssocID="{0C81F721-2A4A-4BA2-B6D0-201DCFFA1F4B}" presName="hierChild4" presStyleCnt="0"/>
      <dgm:spPr/>
    </dgm:pt>
    <dgm:pt modelId="{82E42C2A-FED6-47CD-8435-F3F77B5BA8B7}" type="pres">
      <dgm:prSet presAssocID="{0C81F721-2A4A-4BA2-B6D0-201DCFFA1F4B}" presName="hierChild5" presStyleCnt="0"/>
      <dgm:spPr/>
    </dgm:pt>
    <dgm:pt modelId="{AC2D4C23-EBF4-4611-B7DD-F314138B3F6A}" type="pres">
      <dgm:prSet presAssocID="{64ED6D74-0EA8-4F33-9F70-C26265C4DECB}" presName="hierChild5" presStyleCnt="0"/>
      <dgm:spPr/>
    </dgm:pt>
    <dgm:pt modelId="{4218F541-3D9C-4758-92D2-7D36A0C78291}" type="pres">
      <dgm:prSet presAssocID="{2034D3BA-66C9-429C-BD31-4EBA6DFBCF47}" presName="hierChild3" presStyleCnt="0"/>
      <dgm:spPr/>
    </dgm:pt>
    <dgm:pt modelId="{7A3A6495-3220-41EA-93C7-5DD4D0B59F37}" type="pres">
      <dgm:prSet presAssocID="{6BEC8937-2D25-4398-8A58-6272B6554041}" presName="Name111" presStyleLbl="parChTrans1D2" presStyleIdx="3" presStyleCnt="5"/>
      <dgm:spPr/>
    </dgm:pt>
    <dgm:pt modelId="{0E933051-0119-43DE-88CA-06E5BCB03E9A}" type="pres">
      <dgm:prSet presAssocID="{9EDE10DD-8EAF-4399-95D7-680B76798717}" presName="hierRoot3" presStyleCnt="0">
        <dgm:presLayoutVars>
          <dgm:hierBranch val="init"/>
        </dgm:presLayoutVars>
      </dgm:prSet>
      <dgm:spPr/>
    </dgm:pt>
    <dgm:pt modelId="{6113AD28-E2BC-4B2C-A12E-8618B713EA1D}" type="pres">
      <dgm:prSet presAssocID="{9EDE10DD-8EAF-4399-95D7-680B76798717}" presName="rootComposite3" presStyleCnt="0"/>
      <dgm:spPr/>
    </dgm:pt>
    <dgm:pt modelId="{1299C69F-D916-4206-97E9-FFE05199C93E}" type="pres">
      <dgm:prSet presAssocID="{9EDE10DD-8EAF-4399-95D7-680B76798717}" presName="rootText3" presStyleLbl="asst1" presStyleIdx="0" presStyleCnt="2" custScaleX="81904" custScaleY="42117" custLinFactNeighborX="-2201">
        <dgm:presLayoutVars>
          <dgm:chPref val="3"/>
        </dgm:presLayoutVars>
      </dgm:prSet>
      <dgm:spPr/>
    </dgm:pt>
    <dgm:pt modelId="{C4E51812-39CC-4B86-8455-8F839FBB41D8}" type="pres">
      <dgm:prSet presAssocID="{9EDE10DD-8EAF-4399-95D7-680B76798717}" presName="rootConnector3" presStyleLbl="asst1" presStyleIdx="0" presStyleCnt="2"/>
      <dgm:spPr/>
    </dgm:pt>
    <dgm:pt modelId="{C92D5F1E-043A-4DF7-B142-67528001495B}" type="pres">
      <dgm:prSet presAssocID="{9EDE10DD-8EAF-4399-95D7-680B76798717}" presName="hierChild6" presStyleCnt="0"/>
      <dgm:spPr/>
    </dgm:pt>
    <dgm:pt modelId="{057DE50F-6468-43E8-9D37-337EC23D918A}" type="pres">
      <dgm:prSet presAssocID="{9EDE10DD-8EAF-4399-95D7-680B76798717}" presName="hierChild7" presStyleCnt="0"/>
      <dgm:spPr/>
    </dgm:pt>
    <dgm:pt modelId="{69AA31C7-EC2C-4E3E-8937-37D0208B7C68}" type="pres">
      <dgm:prSet presAssocID="{C97DF2A7-0200-4CE7-8FE7-2643377C64FD}" presName="Name111" presStyleLbl="parChTrans1D2" presStyleIdx="4" presStyleCnt="5"/>
      <dgm:spPr/>
    </dgm:pt>
    <dgm:pt modelId="{3D9FA41C-D81B-4723-B675-6C3EB62881A7}" type="pres">
      <dgm:prSet presAssocID="{9CCCD7D3-511D-44F3-8366-04EF58C0EB6F}" presName="hierRoot3" presStyleCnt="0">
        <dgm:presLayoutVars>
          <dgm:hierBranch val="init"/>
        </dgm:presLayoutVars>
      </dgm:prSet>
      <dgm:spPr/>
    </dgm:pt>
    <dgm:pt modelId="{2A21D11F-1D20-4D71-9219-88AE82614AC6}" type="pres">
      <dgm:prSet presAssocID="{9CCCD7D3-511D-44F3-8366-04EF58C0EB6F}" presName="rootComposite3" presStyleCnt="0"/>
      <dgm:spPr/>
    </dgm:pt>
    <dgm:pt modelId="{58E4322A-D4F0-49D5-8BE6-4ABDBFF8D077}" type="pres">
      <dgm:prSet presAssocID="{9CCCD7D3-511D-44F3-8366-04EF58C0EB6F}" presName="rootText3" presStyleLbl="asst1" presStyleIdx="1" presStyleCnt="2" custScaleX="81904" custScaleY="42117" custLinFactNeighborX="-7481">
        <dgm:presLayoutVars>
          <dgm:chPref val="3"/>
        </dgm:presLayoutVars>
      </dgm:prSet>
      <dgm:spPr/>
    </dgm:pt>
    <dgm:pt modelId="{B14F18D6-2195-40DE-85A9-51CEA9579B58}" type="pres">
      <dgm:prSet presAssocID="{9CCCD7D3-511D-44F3-8366-04EF58C0EB6F}" presName="rootConnector3" presStyleLbl="asst1" presStyleIdx="1" presStyleCnt="2"/>
      <dgm:spPr/>
    </dgm:pt>
    <dgm:pt modelId="{30E61D4E-7F27-44D3-9620-18130C0C9DA1}" type="pres">
      <dgm:prSet presAssocID="{9CCCD7D3-511D-44F3-8366-04EF58C0EB6F}" presName="hierChild6" presStyleCnt="0"/>
      <dgm:spPr/>
    </dgm:pt>
    <dgm:pt modelId="{38567E37-54FD-4FB7-891D-5ED4B31B21E9}" type="pres">
      <dgm:prSet presAssocID="{9CCCD7D3-511D-44F3-8366-04EF58C0EB6F}" presName="hierChild7" presStyleCnt="0"/>
      <dgm:spPr/>
    </dgm:pt>
  </dgm:ptLst>
  <dgm:cxnLst>
    <dgm:cxn modelId="{4C210503-FEAB-4EB2-A325-B89FC668457B}" type="presOf" srcId="{6BEC8937-2D25-4398-8A58-6272B6554041}" destId="{7A3A6495-3220-41EA-93C7-5DD4D0B59F37}" srcOrd="0" destOrd="0" presId="urn:microsoft.com/office/officeart/2005/8/layout/orgChart1"/>
    <dgm:cxn modelId="{2EEE0D18-55DF-4F06-9A4C-2E6C144FDA24}" type="presOf" srcId="{0C81F721-2A4A-4BA2-B6D0-201DCFFA1F4B}" destId="{D1B69702-5826-41D1-8E22-185098D6C17E}" srcOrd="1" destOrd="0" presId="urn:microsoft.com/office/officeart/2005/8/layout/orgChart1"/>
    <dgm:cxn modelId="{7628441D-D924-4E48-82E3-F245F32CC306}" type="presOf" srcId="{D6E92B36-23B7-425C-A745-E13A9AEB5736}" destId="{4588F7A2-595A-45B4-A9AE-2182F65EDE35}" srcOrd="0" destOrd="0" presId="urn:microsoft.com/office/officeart/2005/8/layout/orgChart1"/>
    <dgm:cxn modelId="{296AF81F-62AD-4CA9-9D5D-A47A41748EE9}" srcId="{1FC2F80C-FCAE-42F9-884F-ACD6A9A3F6C2}" destId="{2034D3BA-66C9-429C-BD31-4EBA6DFBCF47}" srcOrd="0" destOrd="0" parTransId="{26FD8154-F501-464F-9123-10ADA02C1BC0}" sibTransId="{6227A59B-8CFC-4848-9B02-B10AFC4E1E29}"/>
    <dgm:cxn modelId="{2655B920-7341-44A0-A23F-E1CA70C7518B}" type="presOf" srcId="{9B6DAC25-CA29-4E1D-AD62-8D0D232F1E18}" destId="{A83DB353-E3C5-402C-BFA6-C26D79F97485}" srcOrd="0" destOrd="0" presId="urn:microsoft.com/office/officeart/2005/8/layout/orgChart1"/>
    <dgm:cxn modelId="{58467422-A249-419C-9A80-B368754CD1D6}" type="presOf" srcId="{9B6DAC25-CA29-4E1D-AD62-8D0D232F1E18}" destId="{2DF2EC40-8607-46AB-B3C1-DE681FAE920E}" srcOrd="1" destOrd="0" presId="urn:microsoft.com/office/officeart/2005/8/layout/orgChart1"/>
    <dgm:cxn modelId="{1D8B3932-212A-428F-92EF-31DAE17F89C5}" type="presOf" srcId="{2034D3BA-66C9-429C-BD31-4EBA6DFBCF47}" destId="{0D96F364-A6E1-4FE5-992E-9E06BCE2F1B1}" srcOrd="0" destOrd="0" presId="urn:microsoft.com/office/officeart/2005/8/layout/orgChart1"/>
    <dgm:cxn modelId="{1A083E5D-912C-46ED-ADCB-3BE71AE829EA}" type="presOf" srcId="{10BD5711-C381-4BC8-8C4F-20CF92BD1096}" destId="{CC1A8590-6211-40F5-BAF9-8A5A5BD52502}" srcOrd="0" destOrd="0" presId="urn:microsoft.com/office/officeart/2005/8/layout/orgChart1"/>
    <dgm:cxn modelId="{ED8D3B41-8AEE-47DD-AE3B-FCECCD9A14EE}" type="presOf" srcId="{9EDE10DD-8EAF-4399-95D7-680B76798717}" destId="{C4E51812-39CC-4B86-8455-8F839FBB41D8}" srcOrd="1" destOrd="0" presId="urn:microsoft.com/office/officeart/2005/8/layout/orgChart1"/>
    <dgm:cxn modelId="{A23D6961-523E-48E9-BF06-AB6F433BCD71}" type="presOf" srcId="{F5655831-A6D2-41D7-9E10-00BB43D97D3E}" destId="{ED0401A7-45CF-402D-80F5-857BDA9E04CF}" srcOrd="0" destOrd="0" presId="urn:microsoft.com/office/officeart/2005/8/layout/orgChart1"/>
    <dgm:cxn modelId="{6F2CFB6F-0E88-44E2-B11C-178A8418D9B1}" type="presOf" srcId="{2034D3BA-66C9-429C-BD31-4EBA6DFBCF47}" destId="{9F209419-025D-4F0C-9C4A-3CA856B6ABB5}" srcOrd="1" destOrd="0" presId="urn:microsoft.com/office/officeart/2005/8/layout/orgChart1"/>
    <dgm:cxn modelId="{7A7AD450-1C8D-4B8B-A27F-E3EEDF9BE16D}" srcId="{2034D3BA-66C9-429C-BD31-4EBA6DFBCF47}" destId="{64ED6D74-0EA8-4F33-9F70-C26265C4DECB}" srcOrd="4" destOrd="0" parTransId="{77D0E9AD-1903-4EF3-B619-67B2592268E8}" sibTransId="{39F3403E-4675-4BD4-AE6B-37CE31F91EAB}"/>
    <dgm:cxn modelId="{4569F352-6B7D-4836-B65A-73C009121704}" type="presOf" srcId="{2FEAF2D0-C225-471A-AB94-BCA1B36065C9}" destId="{68A62F83-5B7F-4CB8-8BA8-20C2DDE0A2FD}" srcOrd="0" destOrd="0" presId="urn:microsoft.com/office/officeart/2005/8/layout/orgChart1"/>
    <dgm:cxn modelId="{30215E73-C268-4A18-8FAB-ADA1A8CBE090}" type="presOf" srcId="{C97DF2A7-0200-4CE7-8FE7-2643377C64FD}" destId="{69AA31C7-EC2C-4E3E-8937-37D0208B7C68}" srcOrd="0" destOrd="0" presId="urn:microsoft.com/office/officeart/2005/8/layout/orgChart1"/>
    <dgm:cxn modelId="{6AC98778-0505-4625-99C9-297EBB23F22C}" srcId="{2034D3BA-66C9-429C-BD31-4EBA6DFBCF47}" destId="{9EDE10DD-8EAF-4399-95D7-680B76798717}" srcOrd="0" destOrd="0" parTransId="{6BEC8937-2D25-4398-8A58-6272B6554041}" sibTransId="{9BDA8AE9-2A6A-48E3-BF5C-6D106474DD0D}"/>
    <dgm:cxn modelId="{D928797C-3CDE-40B6-A1BC-1E98F33C03DC}" type="presOf" srcId="{64ED6D74-0EA8-4F33-9F70-C26265C4DECB}" destId="{75F23CF9-A12E-4991-999A-A531AC18793A}" srcOrd="1" destOrd="0" presId="urn:microsoft.com/office/officeart/2005/8/layout/orgChart1"/>
    <dgm:cxn modelId="{6E0CA87D-3FF5-4266-B938-780BABE4D11D}" type="presOf" srcId="{9EDE10DD-8EAF-4399-95D7-680B76798717}" destId="{1299C69F-D916-4206-97E9-FFE05199C93E}" srcOrd="0" destOrd="0" presId="urn:microsoft.com/office/officeart/2005/8/layout/orgChart1"/>
    <dgm:cxn modelId="{BDB51981-79D3-4A61-A924-1FEEB04C436E}" type="presOf" srcId="{9CCCD7D3-511D-44F3-8366-04EF58C0EB6F}" destId="{B14F18D6-2195-40DE-85A9-51CEA9579B58}" srcOrd="1" destOrd="0" presId="urn:microsoft.com/office/officeart/2005/8/layout/orgChart1"/>
    <dgm:cxn modelId="{7473AD88-9F60-472F-85E6-0C2B962CCD6C}" type="presOf" srcId="{2FEAF2D0-C225-471A-AB94-BCA1B36065C9}" destId="{79310DDA-A245-4809-93AA-863DBAB39D13}" srcOrd="1" destOrd="0" presId="urn:microsoft.com/office/officeart/2005/8/layout/orgChart1"/>
    <dgm:cxn modelId="{CDA494A2-4AB2-46D6-8BEC-66314C9BF145}" type="presOf" srcId="{0C81F721-2A4A-4BA2-B6D0-201DCFFA1F4B}" destId="{1595BF25-7772-4814-9910-164A310FB1CF}" srcOrd="0" destOrd="0" presId="urn:microsoft.com/office/officeart/2005/8/layout/orgChart1"/>
    <dgm:cxn modelId="{9A9F82A3-AB2D-48DE-830C-FD9FF645F3C6}" type="presOf" srcId="{64ED6D74-0EA8-4F33-9F70-C26265C4DECB}" destId="{43AD4552-CBD4-481C-BDF1-F598F7D7BC88}" srcOrd="0" destOrd="0" presId="urn:microsoft.com/office/officeart/2005/8/layout/orgChart1"/>
    <dgm:cxn modelId="{F02E25A8-857A-48A3-B15A-5A1BE6639530}" srcId="{64ED6D74-0EA8-4F33-9F70-C26265C4DECB}" destId="{9B6DAC25-CA29-4E1D-AD62-8D0D232F1E18}" srcOrd="0" destOrd="0" parTransId="{2D74F328-F6AD-473A-BFA8-B4D63E59C040}" sibTransId="{19C5EA10-5C43-4F8F-8231-970393910AB3}"/>
    <dgm:cxn modelId="{EE46FAB6-7887-4609-A1B6-63A60C934BED}" type="presOf" srcId="{2D74F328-F6AD-473A-BFA8-B4D63E59C040}" destId="{DE226FEA-FB64-4279-8574-DE11BEBD93F5}" srcOrd="0" destOrd="0" presId="urn:microsoft.com/office/officeart/2005/8/layout/orgChart1"/>
    <dgm:cxn modelId="{E96545C0-9427-4A0D-9884-72D0B50AC67C}" type="presOf" srcId="{77D0E9AD-1903-4EF3-B619-67B2592268E8}" destId="{11223A5C-367C-4930-92A9-E12F1366893C}" srcOrd="0" destOrd="0" presId="urn:microsoft.com/office/officeart/2005/8/layout/orgChart1"/>
    <dgm:cxn modelId="{225D1DC7-644D-4BCD-9104-0DE603BDD313}" type="presOf" srcId="{1FC2F80C-FCAE-42F9-884F-ACD6A9A3F6C2}" destId="{E1D91D0E-47B6-45FF-8898-9243D2491F93}" srcOrd="0" destOrd="0" presId="urn:microsoft.com/office/officeart/2005/8/layout/orgChart1"/>
    <dgm:cxn modelId="{4FF0AAD2-D0BB-45B0-884A-515EB4840484}" srcId="{2034D3BA-66C9-429C-BD31-4EBA6DFBCF47}" destId="{9CCCD7D3-511D-44F3-8366-04EF58C0EB6F}" srcOrd="1" destOrd="0" parTransId="{C97DF2A7-0200-4CE7-8FE7-2643377C64FD}" sibTransId="{EBBD801D-072C-4FD3-8BD8-A1DBB82E1882}"/>
    <dgm:cxn modelId="{B20D18D6-477F-4270-9686-C1AD880C461A}" type="presOf" srcId="{D6E92B36-23B7-425C-A745-E13A9AEB5736}" destId="{57FC39CB-71C6-411C-9E1E-A2466CDDCD45}" srcOrd="1" destOrd="0" presId="urn:microsoft.com/office/officeart/2005/8/layout/orgChart1"/>
    <dgm:cxn modelId="{A7FE41DF-38A6-4CA8-A19D-66D072C35590}" srcId="{2034D3BA-66C9-429C-BD31-4EBA6DFBCF47}" destId="{D6E92B36-23B7-425C-A745-E13A9AEB5736}" srcOrd="3" destOrd="0" parTransId="{10BD5711-C381-4BC8-8C4F-20CF92BD1096}" sibTransId="{833EFC2D-C518-4F4F-9AD2-D734FBA6DDA5}"/>
    <dgm:cxn modelId="{01BBF3EA-44FF-4410-B24B-6B1ABB4468C6}" srcId="{64ED6D74-0EA8-4F33-9F70-C26265C4DECB}" destId="{0C81F721-2A4A-4BA2-B6D0-201DCFFA1F4B}" srcOrd="1" destOrd="0" parTransId="{B113BF63-BA5B-44F0-830C-41ECFD769A17}" sibTransId="{98955B0E-D086-43E9-9ED0-B1D0D45115B8}"/>
    <dgm:cxn modelId="{C64C85ED-BA9F-4D27-88BF-F377A36E7D54}" type="presOf" srcId="{B113BF63-BA5B-44F0-830C-41ECFD769A17}" destId="{2A0565FC-9F38-45B8-B8D5-9FD45FB94A24}" srcOrd="0" destOrd="0" presId="urn:microsoft.com/office/officeart/2005/8/layout/orgChart1"/>
    <dgm:cxn modelId="{207351F3-702A-4513-8389-72F170CBFD6E}" type="presOf" srcId="{9CCCD7D3-511D-44F3-8366-04EF58C0EB6F}" destId="{58E4322A-D4F0-49D5-8BE6-4ABDBFF8D077}" srcOrd="0" destOrd="0" presId="urn:microsoft.com/office/officeart/2005/8/layout/orgChart1"/>
    <dgm:cxn modelId="{05C521F9-0371-471D-9F88-9BADCAEFCACC}" srcId="{2034D3BA-66C9-429C-BD31-4EBA6DFBCF47}" destId="{2FEAF2D0-C225-471A-AB94-BCA1B36065C9}" srcOrd="2" destOrd="0" parTransId="{F5655831-A6D2-41D7-9E10-00BB43D97D3E}" sibTransId="{85D22D55-8D28-4C74-82CE-53ABC41C3A41}"/>
    <dgm:cxn modelId="{4EEB0FEB-6204-4686-B5C9-F6A23BD6B98A}" type="presParOf" srcId="{E1D91D0E-47B6-45FF-8898-9243D2491F93}" destId="{B8B35649-9036-42EC-BA08-9B8AC86EEE0B}" srcOrd="0" destOrd="0" presId="urn:microsoft.com/office/officeart/2005/8/layout/orgChart1"/>
    <dgm:cxn modelId="{12359E23-D516-42DC-B4A8-9DDA6BA6B43E}" type="presParOf" srcId="{B8B35649-9036-42EC-BA08-9B8AC86EEE0B}" destId="{4083D943-1B8A-47C5-8715-818BC1CF5C29}" srcOrd="0" destOrd="0" presId="urn:microsoft.com/office/officeart/2005/8/layout/orgChart1"/>
    <dgm:cxn modelId="{24D6625E-6211-4D10-ACEB-B825D9D19F68}" type="presParOf" srcId="{4083D943-1B8A-47C5-8715-818BC1CF5C29}" destId="{0D96F364-A6E1-4FE5-992E-9E06BCE2F1B1}" srcOrd="0" destOrd="0" presId="urn:microsoft.com/office/officeart/2005/8/layout/orgChart1"/>
    <dgm:cxn modelId="{151ACBB4-E7C5-4B6B-81BD-8516B2DF8DE9}" type="presParOf" srcId="{4083D943-1B8A-47C5-8715-818BC1CF5C29}" destId="{9F209419-025D-4F0C-9C4A-3CA856B6ABB5}" srcOrd="1" destOrd="0" presId="urn:microsoft.com/office/officeart/2005/8/layout/orgChart1"/>
    <dgm:cxn modelId="{89118B05-D217-4A67-A37F-54738B5BE2A6}" type="presParOf" srcId="{B8B35649-9036-42EC-BA08-9B8AC86EEE0B}" destId="{44A986E1-3DFD-4908-BBE4-24B3936D2C36}" srcOrd="1" destOrd="0" presId="urn:microsoft.com/office/officeart/2005/8/layout/orgChart1"/>
    <dgm:cxn modelId="{470B7F8C-897B-4457-BAA7-6E90932E4E9E}" type="presParOf" srcId="{44A986E1-3DFD-4908-BBE4-24B3936D2C36}" destId="{ED0401A7-45CF-402D-80F5-857BDA9E04CF}" srcOrd="0" destOrd="0" presId="urn:microsoft.com/office/officeart/2005/8/layout/orgChart1"/>
    <dgm:cxn modelId="{D0A9EC6D-5294-4F4E-9D4B-38795E869FB0}" type="presParOf" srcId="{44A986E1-3DFD-4908-BBE4-24B3936D2C36}" destId="{D4EC2303-8A71-4AD9-8FA5-3C40780DA586}" srcOrd="1" destOrd="0" presId="urn:microsoft.com/office/officeart/2005/8/layout/orgChart1"/>
    <dgm:cxn modelId="{DF697926-E17C-4DE0-A5FC-7C13BB130961}" type="presParOf" srcId="{D4EC2303-8A71-4AD9-8FA5-3C40780DA586}" destId="{08100471-EA22-4B58-B6CD-94E2A40BBE5A}" srcOrd="0" destOrd="0" presId="urn:microsoft.com/office/officeart/2005/8/layout/orgChart1"/>
    <dgm:cxn modelId="{CDCCEDFB-64E1-4A03-B5EC-423567A08163}" type="presParOf" srcId="{08100471-EA22-4B58-B6CD-94E2A40BBE5A}" destId="{68A62F83-5B7F-4CB8-8BA8-20C2DDE0A2FD}" srcOrd="0" destOrd="0" presId="urn:microsoft.com/office/officeart/2005/8/layout/orgChart1"/>
    <dgm:cxn modelId="{F4BED733-3EC6-412B-9B95-0077AE97BE6A}" type="presParOf" srcId="{08100471-EA22-4B58-B6CD-94E2A40BBE5A}" destId="{79310DDA-A245-4809-93AA-863DBAB39D13}" srcOrd="1" destOrd="0" presId="urn:microsoft.com/office/officeart/2005/8/layout/orgChart1"/>
    <dgm:cxn modelId="{15F7AB69-2FC7-4FD4-945D-26BF26F77C90}" type="presParOf" srcId="{D4EC2303-8A71-4AD9-8FA5-3C40780DA586}" destId="{4E16FC1C-55A5-4BDB-89BA-A6607FBDA782}" srcOrd="1" destOrd="0" presId="urn:microsoft.com/office/officeart/2005/8/layout/orgChart1"/>
    <dgm:cxn modelId="{61B785E8-6F61-4D68-8D41-ABC04A7A94B9}" type="presParOf" srcId="{D4EC2303-8A71-4AD9-8FA5-3C40780DA586}" destId="{3B39F1C7-A5FB-4030-ADD1-93F66DCA8D68}" srcOrd="2" destOrd="0" presId="urn:microsoft.com/office/officeart/2005/8/layout/orgChart1"/>
    <dgm:cxn modelId="{70207CBE-C8F4-4787-9E2B-0FC0C93D868B}" type="presParOf" srcId="{44A986E1-3DFD-4908-BBE4-24B3936D2C36}" destId="{CC1A8590-6211-40F5-BAF9-8A5A5BD52502}" srcOrd="2" destOrd="0" presId="urn:microsoft.com/office/officeart/2005/8/layout/orgChart1"/>
    <dgm:cxn modelId="{03474832-B312-427D-8E96-F8E0FCDAEEA7}" type="presParOf" srcId="{44A986E1-3DFD-4908-BBE4-24B3936D2C36}" destId="{0A81D97A-646D-4986-8140-B185A0F88AC9}" srcOrd="3" destOrd="0" presId="urn:microsoft.com/office/officeart/2005/8/layout/orgChart1"/>
    <dgm:cxn modelId="{85EA31B1-7D82-4E86-8B2D-C89E35A1B07C}" type="presParOf" srcId="{0A81D97A-646D-4986-8140-B185A0F88AC9}" destId="{28C5C426-CF2A-43D9-9637-E0A13209F9FA}" srcOrd="0" destOrd="0" presId="urn:microsoft.com/office/officeart/2005/8/layout/orgChart1"/>
    <dgm:cxn modelId="{4277D316-D07D-45D2-B9BA-F8174961AEAB}" type="presParOf" srcId="{28C5C426-CF2A-43D9-9637-E0A13209F9FA}" destId="{4588F7A2-595A-45B4-A9AE-2182F65EDE35}" srcOrd="0" destOrd="0" presId="urn:microsoft.com/office/officeart/2005/8/layout/orgChart1"/>
    <dgm:cxn modelId="{A7C99AE7-0D91-4D6A-910B-A7249534A532}" type="presParOf" srcId="{28C5C426-CF2A-43D9-9637-E0A13209F9FA}" destId="{57FC39CB-71C6-411C-9E1E-A2466CDDCD45}" srcOrd="1" destOrd="0" presId="urn:microsoft.com/office/officeart/2005/8/layout/orgChart1"/>
    <dgm:cxn modelId="{DFEF98BA-B0C1-465A-A974-FE6FBD44BB28}" type="presParOf" srcId="{0A81D97A-646D-4986-8140-B185A0F88AC9}" destId="{27B069DB-018B-4CA8-BCF9-8C0524201708}" srcOrd="1" destOrd="0" presId="urn:microsoft.com/office/officeart/2005/8/layout/orgChart1"/>
    <dgm:cxn modelId="{69E98731-3BBF-49D7-A74C-815A9A6858CE}" type="presParOf" srcId="{0A81D97A-646D-4986-8140-B185A0F88AC9}" destId="{A2D123B8-7E0C-4F48-A6D4-CBD21FA7412F}" srcOrd="2" destOrd="0" presId="urn:microsoft.com/office/officeart/2005/8/layout/orgChart1"/>
    <dgm:cxn modelId="{61F80A9D-77EA-4F61-87C0-1A43F6A733D5}" type="presParOf" srcId="{44A986E1-3DFD-4908-BBE4-24B3936D2C36}" destId="{11223A5C-367C-4930-92A9-E12F1366893C}" srcOrd="4" destOrd="0" presId="urn:microsoft.com/office/officeart/2005/8/layout/orgChart1"/>
    <dgm:cxn modelId="{79E2FFC9-23E9-4214-98E3-3C16863862FD}" type="presParOf" srcId="{44A986E1-3DFD-4908-BBE4-24B3936D2C36}" destId="{642FE819-CF72-4CE4-BB5F-5B42B9394810}" srcOrd="5" destOrd="0" presId="urn:microsoft.com/office/officeart/2005/8/layout/orgChart1"/>
    <dgm:cxn modelId="{DC3F8AA0-D867-4A70-B331-2AFD20E64035}" type="presParOf" srcId="{642FE819-CF72-4CE4-BB5F-5B42B9394810}" destId="{E0B39604-34E4-4922-9438-0F2ADD7584C8}" srcOrd="0" destOrd="0" presId="urn:microsoft.com/office/officeart/2005/8/layout/orgChart1"/>
    <dgm:cxn modelId="{3DB377FC-D7FC-4F11-98C3-A150C578103F}" type="presParOf" srcId="{E0B39604-34E4-4922-9438-0F2ADD7584C8}" destId="{43AD4552-CBD4-481C-BDF1-F598F7D7BC88}" srcOrd="0" destOrd="0" presId="urn:microsoft.com/office/officeart/2005/8/layout/orgChart1"/>
    <dgm:cxn modelId="{15950236-4F22-4D1B-AE53-E5F9C63DB958}" type="presParOf" srcId="{E0B39604-34E4-4922-9438-0F2ADD7584C8}" destId="{75F23CF9-A12E-4991-999A-A531AC18793A}" srcOrd="1" destOrd="0" presId="urn:microsoft.com/office/officeart/2005/8/layout/orgChart1"/>
    <dgm:cxn modelId="{21C07252-692C-4B17-868A-FD162DCF88C4}" type="presParOf" srcId="{642FE819-CF72-4CE4-BB5F-5B42B9394810}" destId="{34163ECA-D4C2-4FA2-B3E4-D33157BB5BF5}" srcOrd="1" destOrd="0" presId="urn:microsoft.com/office/officeart/2005/8/layout/orgChart1"/>
    <dgm:cxn modelId="{C7E63802-DA63-4C94-B4D9-20A69E522011}" type="presParOf" srcId="{34163ECA-D4C2-4FA2-B3E4-D33157BB5BF5}" destId="{DE226FEA-FB64-4279-8574-DE11BEBD93F5}" srcOrd="0" destOrd="0" presId="urn:microsoft.com/office/officeart/2005/8/layout/orgChart1"/>
    <dgm:cxn modelId="{A3E95D4A-CB9B-44B1-A921-AD414C9A6F26}" type="presParOf" srcId="{34163ECA-D4C2-4FA2-B3E4-D33157BB5BF5}" destId="{04E50188-FFD5-4A93-B361-5CEB7132935D}" srcOrd="1" destOrd="0" presId="urn:microsoft.com/office/officeart/2005/8/layout/orgChart1"/>
    <dgm:cxn modelId="{C18C8CF8-0805-4DDD-B7C5-280504E3AC8E}" type="presParOf" srcId="{04E50188-FFD5-4A93-B361-5CEB7132935D}" destId="{3EFB5E83-7106-45FA-AAC4-50D4BA5A9854}" srcOrd="0" destOrd="0" presId="urn:microsoft.com/office/officeart/2005/8/layout/orgChart1"/>
    <dgm:cxn modelId="{0FF5A8AA-F3CC-43BE-93B9-56120A56F729}" type="presParOf" srcId="{3EFB5E83-7106-45FA-AAC4-50D4BA5A9854}" destId="{A83DB353-E3C5-402C-BFA6-C26D79F97485}" srcOrd="0" destOrd="0" presId="urn:microsoft.com/office/officeart/2005/8/layout/orgChart1"/>
    <dgm:cxn modelId="{A4949D9A-3F07-40AA-A657-A4FA58C06CAD}" type="presParOf" srcId="{3EFB5E83-7106-45FA-AAC4-50D4BA5A9854}" destId="{2DF2EC40-8607-46AB-B3C1-DE681FAE920E}" srcOrd="1" destOrd="0" presId="urn:microsoft.com/office/officeart/2005/8/layout/orgChart1"/>
    <dgm:cxn modelId="{70B64E02-E1A5-4C0E-9E6B-FDD615D36F9C}" type="presParOf" srcId="{04E50188-FFD5-4A93-B361-5CEB7132935D}" destId="{D73F2AF9-51C7-49F2-A0A3-783AAA6CE324}" srcOrd="1" destOrd="0" presId="urn:microsoft.com/office/officeart/2005/8/layout/orgChart1"/>
    <dgm:cxn modelId="{F40E7A0B-45C3-44B0-A215-2E6A91FD131A}" type="presParOf" srcId="{04E50188-FFD5-4A93-B361-5CEB7132935D}" destId="{EAD5E2CC-9E86-4B6A-9C39-E61E777C80F5}" srcOrd="2" destOrd="0" presId="urn:microsoft.com/office/officeart/2005/8/layout/orgChart1"/>
    <dgm:cxn modelId="{57008AF1-1472-4413-BB75-47FFBECE8265}" type="presParOf" srcId="{34163ECA-D4C2-4FA2-B3E4-D33157BB5BF5}" destId="{2A0565FC-9F38-45B8-B8D5-9FD45FB94A24}" srcOrd="2" destOrd="0" presId="urn:microsoft.com/office/officeart/2005/8/layout/orgChart1"/>
    <dgm:cxn modelId="{6515BCB2-CDE0-473A-A5FC-B2EB833A429F}" type="presParOf" srcId="{34163ECA-D4C2-4FA2-B3E4-D33157BB5BF5}" destId="{243CCADD-FD24-46FF-89E0-A2391ED5CA9A}" srcOrd="3" destOrd="0" presId="urn:microsoft.com/office/officeart/2005/8/layout/orgChart1"/>
    <dgm:cxn modelId="{28913164-5A23-4761-B322-3930A9CF2A96}" type="presParOf" srcId="{243CCADD-FD24-46FF-89E0-A2391ED5CA9A}" destId="{1A24F98F-B7D9-4E10-8A6D-A359DB6D7D2B}" srcOrd="0" destOrd="0" presId="urn:microsoft.com/office/officeart/2005/8/layout/orgChart1"/>
    <dgm:cxn modelId="{800326DE-D9AD-401A-8EF4-2F0D6F2A0310}" type="presParOf" srcId="{1A24F98F-B7D9-4E10-8A6D-A359DB6D7D2B}" destId="{1595BF25-7772-4814-9910-164A310FB1CF}" srcOrd="0" destOrd="0" presId="urn:microsoft.com/office/officeart/2005/8/layout/orgChart1"/>
    <dgm:cxn modelId="{0B49C1BA-C8FC-4E27-B6C5-F551C480BD14}" type="presParOf" srcId="{1A24F98F-B7D9-4E10-8A6D-A359DB6D7D2B}" destId="{D1B69702-5826-41D1-8E22-185098D6C17E}" srcOrd="1" destOrd="0" presId="urn:microsoft.com/office/officeart/2005/8/layout/orgChart1"/>
    <dgm:cxn modelId="{EEDD6A08-108D-4CE1-BA94-1C6F9F6F13E1}" type="presParOf" srcId="{243CCADD-FD24-46FF-89E0-A2391ED5CA9A}" destId="{8998D217-183C-4414-A048-8EDDAB72D261}" srcOrd="1" destOrd="0" presId="urn:microsoft.com/office/officeart/2005/8/layout/orgChart1"/>
    <dgm:cxn modelId="{3A116ED9-411D-449E-B1F3-CDA1C84F6C9E}" type="presParOf" srcId="{243CCADD-FD24-46FF-89E0-A2391ED5CA9A}" destId="{82E42C2A-FED6-47CD-8435-F3F77B5BA8B7}" srcOrd="2" destOrd="0" presId="urn:microsoft.com/office/officeart/2005/8/layout/orgChart1"/>
    <dgm:cxn modelId="{DF4FAFA2-F27B-47A9-A4B4-48E829C299DB}" type="presParOf" srcId="{642FE819-CF72-4CE4-BB5F-5B42B9394810}" destId="{AC2D4C23-EBF4-4611-B7DD-F314138B3F6A}" srcOrd="2" destOrd="0" presId="urn:microsoft.com/office/officeart/2005/8/layout/orgChart1"/>
    <dgm:cxn modelId="{398CBBE3-FC86-49E1-8BAF-F8F69CF1CD09}" type="presParOf" srcId="{B8B35649-9036-42EC-BA08-9B8AC86EEE0B}" destId="{4218F541-3D9C-4758-92D2-7D36A0C78291}" srcOrd="2" destOrd="0" presId="urn:microsoft.com/office/officeart/2005/8/layout/orgChart1"/>
    <dgm:cxn modelId="{485B84B0-A340-4D63-B16E-857B2CCF1EA2}" type="presParOf" srcId="{4218F541-3D9C-4758-92D2-7D36A0C78291}" destId="{7A3A6495-3220-41EA-93C7-5DD4D0B59F37}" srcOrd="0" destOrd="0" presId="urn:microsoft.com/office/officeart/2005/8/layout/orgChart1"/>
    <dgm:cxn modelId="{4B65E6F1-3BE3-4F1E-814F-677A9FE9999B}" type="presParOf" srcId="{4218F541-3D9C-4758-92D2-7D36A0C78291}" destId="{0E933051-0119-43DE-88CA-06E5BCB03E9A}" srcOrd="1" destOrd="0" presId="urn:microsoft.com/office/officeart/2005/8/layout/orgChart1"/>
    <dgm:cxn modelId="{6DD2128C-4EA0-4044-89C4-A689A36B3603}" type="presParOf" srcId="{0E933051-0119-43DE-88CA-06E5BCB03E9A}" destId="{6113AD28-E2BC-4B2C-A12E-8618B713EA1D}" srcOrd="0" destOrd="0" presId="urn:microsoft.com/office/officeart/2005/8/layout/orgChart1"/>
    <dgm:cxn modelId="{2B0D7655-C8A9-4F76-9C19-E0FADEFDBF43}" type="presParOf" srcId="{6113AD28-E2BC-4B2C-A12E-8618B713EA1D}" destId="{1299C69F-D916-4206-97E9-FFE05199C93E}" srcOrd="0" destOrd="0" presId="urn:microsoft.com/office/officeart/2005/8/layout/orgChart1"/>
    <dgm:cxn modelId="{D296B509-32DE-4B30-BB29-03EBE8899274}" type="presParOf" srcId="{6113AD28-E2BC-4B2C-A12E-8618B713EA1D}" destId="{C4E51812-39CC-4B86-8455-8F839FBB41D8}" srcOrd="1" destOrd="0" presId="urn:microsoft.com/office/officeart/2005/8/layout/orgChart1"/>
    <dgm:cxn modelId="{E1E41521-61E8-4442-8F97-DEC285EAB808}" type="presParOf" srcId="{0E933051-0119-43DE-88CA-06E5BCB03E9A}" destId="{C92D5F1E-043A-4DF7-B142-67528001495B}" srcOrd="1" destOrd="0" presId="urn:microsoft.com/office/officeart/2005/8/layout/orgChart1"/>
    <dgm:cxn modelId="{2133487E-C89E-4537-82B7-79EEFC16C332}" type="presParOf" srcId="{0E933051-0119-43DE-88CA-06E5BCB03E9A}" destId="{057DE50F-6468-43E8-9D37-337EC23D918A}" srcOrd="2" destOrd="0" presId="urn:microsoft.com/office/officeart/2005/8/layout/orgChart1"/>
    <dgm:cxn modelId="{7FAA6DD9-C897-4353-A51C-2433E1393A36}" type="presParOf" srcId="{4218F541-3D9C-4758-92D2-7D36A0C78291}" destId="{69AA31C7-EC2C-4E3E-8937-37D0208B7C68}" srcOrd="2" destOrd="0" presId="urn:microsoft.com/office/officeart/2005/8/layout/orgChart1"/>
    <dgm:cxn modelId="{128FA5EC-72C8-4CE2-BA2D-7304612D946A}" type="presParOf" srcId="{4218F541-3D9C-4758-92D2-7D36A0C78291}" destId="{3D9FA41C-D81B-4723-B675-6C3EB62881A7}" srcOrd="3" destOrd="0" presId="urn:microsoft.com/office/officeart/2005/8/layout/orgChart1"/>
    <dgm:cxn modelId="{CCA25D12-D147-4DF4-B586-165250C5B703}" type="presParOf" srcId="{3D9FA41C-D81B-4723-B675-6C3EB62881A7}" destId="{2A21D11F-1D20-4D71-9219-88AE82614AC6}" srcOrd="0" destOrd="0" presId="urn:microsoft.com/office/officeart/2005/8/layout/orgChart1"/>
    <dgm:cxn modelId="{8D8F0B02-68D5-4CFF-9F9F-FECC84E41E91}" type="presParOf" srcId="{2A21D11F-1D20-4D71-9219-88AE82614AC6}" destId="{58E4322A-D4F0-49D5-8BE6-4ABDBFF8D077}" srcOrd="0" destOrd="0" presId="urn:microsoft.com/office/officeart/2005/8/layout/orgChart1"/>
    <dgm:cxn modelId="{32B9B9CE-15F8-402A-8188-DE66F3C2BDC9}" type="presParOf" srcId="{2A21D11F-1D20-4D71-9219-88AE82614AC6}" destId="{B14F18D6-2195-40DE-85A9-51CEA9579B58}" srcOrd="1" destOrd="0" presId="urn:microsoft.com/office/officeart/2005/8/layout/orgChart1"/>
    <dgm:cxn modelId="{DE3BC9E0-F0FB-4BFA-889C-1DF05AE92435}" type="presParOf" srcId="{3D9FA41C-D81B-4723-B675-6C3EB62881A7}" destId="{30E61D4E-7F27-44D3-9620-18130C0C9DA1}" srcOrd="1" destOrd="0" presId="urn:microsoft.com/office/officeart/2005/8/layout/orgChart1"/>
    <dgm:cxn modelId="{FE98B4ED-5A96-4DB2-9ECA-1741FC9FD435}" type="presParOf" srcId="{3D9FA41C-D81B-4723-B675-6C3EB62881A7}" destId="{38567E37-54FD-4FB7-891D-5ED4B31B21E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9563F-C4DC-4080-A6B0-3C30394A4EF9}">
      <dsp:nvSpPr>
        <dsp:cNvPr id="0" name=""/>
        <dsp:cNvSpPr/>
      </dsp:nvSpPr>
      <dsp:spPr>
        <a:xfrm>
          <a:off x="4369995" y="1993601"/>
          <a:ext cx="644795" cy="1624641"/>
        </a:xfrm>
        <a:custGeom>
          <a:avLst/>
          <a:gdLst/>
          <a:ahLst/>
          <a:cxnLst/>
          <a:rect l="0" t="0" r="0" b="0"/>
          <a:pathLst>
            <a:path>
              <a:moveTo>
                <a:pt x="0" y="0"/>
              </a:moveTo>
              <a:lnTo>
                <a:pt x="0" y="1624641"/>
              </a:lnTo>
              <a:lnTo>
                <a:pt x="644795" y="1624641"/>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0565FC-9F38-45B8-B8D5-9FD45FB94A24}">
      <dsp:nvSpPr>
        <dsp:cNvPr id="0" name=""/>
        <dsp:cNvSpPr/>
      </dsp:nvSpPr>
      <dsp:spPr>
        <a:xfrm>
          <a:off x="4369995" y="1993601"/>
          <a:ext cx="646339" cy="690265"/>
        </a:xfrm>
        <a:custGeom>
          <a:avLst/>
          <a:gdLst/>
          <a:ahLst/>
          <a:cxnLst/>
          <a:rect l="0" t="0" r="0" b="0"/>
          <a:pathLst>
            <a:path>
              <a:moveTo>
                <a:pt x="0" y="0"/>
              </a:moveTo>
              <a:lnTo>
                <a:pt x="0" y="690265"/>
              </a:lnTo>
              <a:lnTo>
                <a:pt x="646339" y="690265"/>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26FEA-FB64-4279-8574-DE11BEBD93F5}">
      <dsp:nvSpPr>
        <dsp:cNvPr id="0" name=""/>
        <dsp:cNvSpPr/>
      </dsp:nvSpPr>
      <dsp:spPr>
        <a:xfrm>
          <a:off x="3695615" y="1993601"/>
          <a:ext cx="674380" cy="690155"/>
        </a:xfrm>
        <a:custGeom>
          <a:avLst/>
          <a:gdLst/>
          <a:ahLst/>
          <a:cxnLst/>
          <a:rect l="0" t="0" r="0" b="0"/>
          <a:pathLst>
            <a:path>
              <a:moveTo>
                <a:pt x="674380" y="0"/>
              </a:moveTo>
              <a:lnTo>
                <a:pt x="674380" y="690155"/>
              </a:lnTo>
              <a:lnTo>
                <a:pt x="0" y="690155"/>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223A5C-367C-4930-92A9-E12F1366893C}">
      <dsp:nvSpPr>
        <dsp:cNvPr id="0" name=""/>
        <dsp:cNvSpPr/>
      </dsp:nvSpPr>
      <dsp:spPr>
        <a:xfrm>
          <a:off x="4324275" y="916393"/>
          <a:ext cx="91440" cy="303287"/>
        </a:xfrm>
        <a:custGeom>
          <a:avLst/>
          <a:gdLst/>
          <a:ahLst/>
          <a:cxnLst/>
          <a:rect l="0" t="0" r="0" b="0"/>
          <a:pathLst>
            <a:path>
              <a:moveTo>
                <a:pt x="45720" y="0"/>
              </a:moveTo>
              <a:lnTo>
                <a:pt x="45720" y="303287"/>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96F364-A6E1-4FE5-992E-9E06BCE2F1B1}">
      <dsp:nvSpPr>
        <dsp:cNvPr id="0" name=""/>
        <dsp:cNvSpPr/>
      </dsp:nvSpPr>
      <dsp:spPr>
        <a:xfrm>
          <a:off x="2864970" y="142472"/>
          <a:ext cx="3010051" cy="773920"/>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Setup</a:t>
          </a:r>
        </a:p>
      </dsp:txBody>
      <dsp:txXfrm>
        <a:off x="2864970" y="142472"/>
        <a:ext cx="3010051" cy="773920"/>
      </dsp:txXfrm>
    </dsp:sp>
    <dsp:sp modelId="{43AD4552-CBD4-481C-BDF1-F598F7D7BC88}">
      <dsp:nvSpPr>
        <dsp:cNvPr id="0" name=""/>
        <dsp:cNvSpPr/>
      </dsp:nvSpPr>
      <dsp:spPr>
        <a:xfrm>
          <a:off x="2864970" y="1219680"/>
          <a:ext cx="3010051" cy="773920"/>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Loop</a:t>
          </a:r>
        </a:p>
      </dsp:txBody>
      <dsp:txXfrm>
        <a:off x="2864970" y="1219680"/>
        <a:ext cx="3010051" cy="773920"/>
      </dsp:txXfrm>
    </dsp:sp>
    <dsp:sp modelId="{A83DB353-E3C5-402C-BFA6-C26D79F97485}">
      <dsp:nvSpPr>
        <dsp:cNvPr id="0" name=""/>
        <dsp:cNvSpPr/>
      </dsp:nvSpPr>
      <dsp:spPr>
        <a:xfrm>
          <a:off x="685563" y="2296796"/>
          <a:ext cx="3010051" cy="773920"/>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err="1"/>
            <a:t>qget</a:t>
          </a:r>
          <a:endParaRPr lang="de-DE" sz="2000" kern="1200" dirty="0"/>
        </a:p>
      </dsp:txBody>
      <dsp:txXfrm>
        <a:off x="685563" y="2296796"/>
        <a:ext cx="3010051" cy="773920"/>
      </dsp:txXfrm>
    </dsp:sp>
    <dsp:sp modelId="{1595BF25-7772-4814-9910-164A310FB1CF}">
      <dsp:nvSpPr>
        <dsp:cNvPr id="0" name=""/>
        <dsp:cNvSpPr/>
      </dsp:nvSpPr>
      <dsp:spPr>
        <a:xfrm>
          <a:off x="5016335" y="2296906"/>
          <a:ext cx="3010051" cy="773920"/>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err="1"/>
            <a:t>qgetRange</a:t>
          </a:r>
          <a:endParaRPr lang="de-DE" sz="2000" kern="1200" dirty="0"/>
        </a:p>
      </dsp:txBody>
      <dsp:txXfrm>
        <a:off x="5016335" y="2296906"/>
        <a:ext cx="3010051" cy="773920"/>
      </dsp:txXfrm>
    </dsp:sp>
    <dsp:sp modelId="{EA620BE0-9AA8-4687-829B-39C68B39DF71}">
      <dsp:nvSpPr>
        <dsp:cNvPr id="0" name=""/>
        <dsp:cNvSpPr/>
      </dsp:nvSpPr>
      <dsp:spPr>
        <a:xfrm>
          <a:off x="5014791" y="3230491"/>
          <a:ext cx="3009610" cy="775500"/>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err="1"/>
            <a:t>qgetAll</a:t>
          </a:r>
          <a:endParaRPr lang="de-DE" sz="2000" kern="1200" dirty="0"/>
        </a:p>
      </dsp:txBody>
      <dsp:txXfrm>
        <a:off x="5014791" y="3230491"/>
        <a:ext cx="3009610" cy="775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A31C7-EC2C-4E3E-8937-37D0208B7C68}">
      <dsp:nvSpPr>
        <dsp:cNvPr id="0" name=""/>
        <dsp:cNvSpPr/>
      </dsp:nvSpPr>
      <dsp:spPr>
        <a:xfrm>
          <a:off x="4248473" y="1628511"/>
          <a:ext cx="430736" cy="576359"/>
        </a:xfrm>
        <a:custGeom>
          <a:avLst/>
          <a:gdLst/>
          <a:ahLst/>
          <a:cxnLst/>
          <a:rect l="0" t="0" r="0" b="0"/>
          <a:pathLst>
            <a:path>
              <a:moveTo>
                <a:pt x="430736" y="0"/>
              </a:moveTo>
              <a:lnTo>
                <a:pt x="430736" y="576359"/>
              </a:lnTo>
              <a:lnTo>
                <a:pt x="0" y="576359"/>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A3A6495-3220-41EA-93C7-5DD4D0B59F37}">
      <dsp:nvSpPr>
        <dsp:cNvPr id="0" name=""/>
        <dsp:cNvSpPr/>
      </dsp:nvSpPr>
      <dsp:spPr>
        <a:xfrm>
          <a:off x="4679210" y="1628511"/>
          <a:ext cx="415548" cy="576359"/>
        </a:xfrm>
        <a:custGeom>
          <a:avLst/>
          <a:gdLst/>
          <a:ahLst/>
          <a:cxnLst/>
          <a:rect l="0" t="0" r="0" b="0"/>
          <a:pathLst>
            <a:path>
              <a:moveTo>
                <a:pt x="0" y="0"/>
              </a:moveTo>
              <a:lnTo>
                <a:pt x="0" y="576359"/>
              </a:lnTo>
              <a:lnTo>
                <a:pt x="415548" y="576359"/>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A0565FC-9F38-45B8-B8D5-9FD45FB94A24}">
      <dsp:nvSpPr>
        <dsp:cNvPr id="0" name=""/>
        <dsp:cNvSpPr/>
      </dsp:nvSpPr>
      <dsp:spPr>
        <a:xfrm>
          <a:off x="2214135" y="3573125"/>
          <a:ext cx="216338" cy="539462"/>
        </a:xfrm>
        <a:custGeom>
          <a:avLst/>
          <a:gdLst/>
          <a:ahLst/>
          <a:cxnLst/>
          <a:rect l="0" t="0" r="0" b="0"/>
          <a:pathLst>
            <a:path>
              <a:moveTo>
                <a:pt x="0" y="0"/>
              </a:moveTo>
              <a:lnTo>
                <a:pt x="0" y="539462"/>
              </a:lnTo>
              <a:lnTo>
                <a:pt x="216338" y="539462"/>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26FEA-FB64-4279-8574-DE11BEBD93F5}">
      <dsp:nvSpPr>
        <dsp:cNvPr id="0" name=""/>
        <dsp:cNvSpPr/>
      </dsp:nvSpPr>
      <dsp:spPr>
        <a:xfrm>
          <a:off x="1974704" y="3573125"/>
          <a:ext cx="239431" cy="539462"/>
        </a:xfrm>
        <a:custGeom>
          <a:avLst/>
          <a:gdLst/>
          <a:ahLst/>
          <a:cxnLst/>
          <a:rect l="0" t="0" r="0" b="0"/>
          <a:pathLst>
            <a:path>
              <a:moveTo>
                <a:pt x="239431" y="0"/>
              </a:moveTo>
              <a:lnTo>
                <a:pt x="239431" y="539462"/>
              </a:lnTo>
              <a:lnTo>
                <a:pt x="0" y="539462"/>
              </a:lnTo>
            </a:path>
          </a:pathLst>
        </a:custGeom>
        <a:noFill/>
        <a:ln w="12700" cap="flat" cmpd="sng" algn="ctr">
          <a:solidFill>
            <a:schemeClr val="accent5">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223A5C-367C-4930-92A9-E12F1366893C}">
      <dsp:nvSpPr>
        <dsp:cNvPr id="0" name=""/>
        <dsp:cNvSpPr/>
      </dsp:nvSpPr>
      <dsp:spPr>
        <a:xfrm>
          <a:off x="2214135" y="1628511"/>
          <a:ext cx="2465074" cy="1440155"/>
        </a:xfrm>
        <a:custGeom>
          <a:avLst/>
          <a:gdLst/>
          <a:ahLst/>
          <a:cxnLst/>
          <a:rect l="0" t="0" r="0" b="0"/>
          <a:pathLst>
            <a:path>
              <a:moveTo>
                <a:pt x="2465074" y="0"/>
              </a:moveTo>
              <a:lnTo>
                <a:pt x="2465074" y="1188627"/>
              </a:lnTo>
              <a:lnTo>
                <a:pt x="0" y="1188627"/>
              </a:lnTo>
              <a:lnTo>
                <a:pt x="0" y="1440155"/>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1A8590-6211-40F5-BAF9-8A5A5BD52502}">
      <dsp:nvSpPr>
        <dsp:cNvPr id="0" name=""/>
        <dsp:cNvSpPr/>
      </dsp:nvSpPr>
      <dsp:spPr>
        <a:xfrm>
          <a:off x="4633490" y="1628511"/>
          <a:ext cx="91440" cy="1440155"/>
        </a:xfrm>
        <a:custGeom>
          <a:avLst/>
          <a:gdLst/>
          <a:ahLst/>
          <a:cxnLst/>
          <a:rect l="0" t="0" r="0" b="0"/>
          <a:pathLst>
            <a:path>
              <a:moveTo>
                <a:pt x="45720" y="0"/>
              </a:moveTo>
              <a:lnTo>
                <a:pt x="45720" y="1440155"/>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0401A7-45CF-402D-80F5-857BDA9E04CF}">
      <dsp:nvSpPr>
        <dsp:cNvPr id="0" name=""/>
        <dsp:cNvSpPr/>
      </dsp:nvSpPr>
      <dsp:spPr>
        <a:xfrm>
          <a:off x="4679210" y="1628511"/>
          <a:ext cx="2465074" cy="1440155"/>
        </a:xfrm>
        <a:custGeom>
          <a:avLst/>
          <a:gdLst/>
          <a:ahLst/>
          <a:cxnLst/>
          <a:rect l="0" t="0" r="0" b="0"/>
          <a:pathLst>
            <a:path>
              <a:moveTo>
                <a:pt x="0" y="0"/>
              </a:moveTo>
              <a:lnTo>
                <a:pt x="0" y="1188627"/>
              </a:lnTo>
              <a:lnTo>
                <a:pt x="2465074" y="1188627"/>
              </a:lnTo>
              <a:lnTo>
                <a:pt x="2465074" y="1440155"/>
              </a:lnTo>
            </a:path>
          </a:pathLst>
        </a:custGeom>
        <a:noFill/>
        <a:ln w="12700" cap="flat" cmpd="sng" algn="ctr">
          <a:solidFill>
            <a:schemeClr val="accent5">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96F364-A6E1-4FE5-992E-9E06BCE2F1B1}">
      <dsp:nvSpPr>
        <dsp:cNvPr id="0" name=""/>
        <dsp:cNvSpPr/>
      </dsp:nvSpPr>
      <dsp:spPr>
        <a:xfrm>
          <a:off x="3698201" y="1124052"/>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Main</a:t>
          </a:r>
        </a:p>
      </dsp:txBody>
      <dsp:txXfrm>
        <a:off x="3698201" y="1124052"/>
        <a:ext cx="1962017" cy="504458"/>
      </dsp:txXfrm>
    </dsp:sp>
    <dsp:sp modelId="{68A62F83-5B7F-4CB8-8BA8-20C2DDE0A2FD}">
      <dsp:nvSpPr>
        <dsp:cNvPr id="0" name=""/>
        <dsp:cNvSpPr/>
      </dsp:nvSpPr>
      <dsp:spPr>
        <a:xfrm>
          <a:off x="6163275" y="3068666"/>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Board Visual</a:t>
          </a:r>
        </a:p>
      </dsp:txBody>
      <dsp:txXfrm>
        <a:off x="6163275" y="3068666"/>
        <a:ext cx="1962017" cy="504458"/>
      </dsp:txXfrm>
    </dsp:sp>
    <dsp:sp modelId="{4588F7A2-595A-45B4-A9AE-2182F65EDE35}">
      <dsp:nvSpPr>
        <dsp:cNvPr id="0" name=""/>
        <dsp:cNvSpPr/>
      </dsp:nvSpPr>
      <dsp:spPr>
        <a:xfrm>
          <a:off x="3698201" y="3068666"/>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Renderer</a:t>
          </a:r>
        </a:p>
      </dsp:txBody>
      <dsp:txXfrm>
        <a:off x="3698201" y="3068666"/>
        <a:ext cx="1962017" cy="504458"/>
      </dsp:txXfrm>
    </dsp:sp>
    <dsp:sp modelId="{43AD4552-CBD4-481C-BDF1-F598F7D7BC88}">
      <dsp:nvSpPr>
        <dsp:cNvPr id="0" name=""/>
        <dsp:cNvSpPr/>
      </dsp:nvSpPr>
      <dsp:spPr>
        <a:xfrm>
          <a:off x="1233127" y="3068666"/>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Database</a:t>
          </a:r>
        </a:p>
      </dsp:txBody>
      <dsp:txXfrm>
        <a:off x="1233127" y="3068666"/>
        <a:ext cx="1962017" cy="504458"/>
      </dsp:txXfrm>
    </dsp:sp>
    <dsp:sp modelId="{A83DB353-E3C5-402C-BFA6-C26D79F97485}">
      <dsp:nvSpPr>
        <dsp:cNvPr id="0" name=""/>
        <dsp:cNvSpPr/>
      </dsp:nvSpPr>
      <dsp:spPr>
        <a:xfrm>
          <a:off x="12687" y="3860358"/>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err="1"/>
            <a:t>Physical</a:t>
          </a:r>
          <a:endParaRPr lang="de-DE" sz="2000" kern="1200" dirty="0"/>
        </a:p>
      </dsp:txBody>
      <dsp:txXfrm>
        <a:off x="12687" y="3860358"/>
        <a:ext cx="1962017" cy="504458"/>
      </dsp:txXfrm>
    </dsp:sp>
    <dsp:sp modelId="{1595BF25-7772-4814-9910-164A310FB1CF}">
      <dsp:nvSpPr>
        <dsp:cNvPr id="0" name=""/>
        <dsp:cNvSpPr/>
      </dsp:nvSpPr>
      <dsp:spPr>
        <a:xfrm>
          <a:off x="2430474" y="3860358"/>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Display</a:t>
          </a:r>
        </a:p>
      </dsp:txBody>
      <dsp:txXfrm>
        <a:off x="2430474" y="3860358"/>
        <a:ext cx="1962017" cy="504458"/>
      </dsp:txXfrm>
    </dsp:sp>
    <dsp:sp modelId="{1299C69F-D916-4206-97E9-FFE05199C93E}">
      <dsp:nvSpPr>
        <dsp:cNvPr id="0" name=""/>
        <dsp:cNvSpPr/>
      </dsp:nvSpPr>
      <dsp:spPr>
        <a:xfrm>
          <a:off x="5094758" y="1952641"/>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Storage</a:t>
          </a:r>
        </a:p>
      </dsp:txBody>
      <dsp:txXfrm>
        <a:off x="5094758" y="1952641"/>
        <a:ext cx="1962017" cy="504458"/>
      </dsp:txXfrm>
    </dsp:sp>
    <dsp:sp modelId="{58E4322A-D4F0-49D5-8BE6-4ABDBFF8D077}">
      <dsp:nvSpPr>
        <dsp:cNvPr id="0" name=""/>
        <dsp:cNvSpPr/>
      </dsp:nvSpPr>
      <dsp:spPr>
        <a:xfrm>
          <a:off x="2286456" y="1952641"/>
          <a:ext cx="1962017" cy="504458"/>
        </a:xfrm>
        <a:prstGeom prst="rect">
          <a:avLst/>
        </a:prstGeom>
        <a:solidFill>
          <a:srgbClr val="00577B"/>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de-DE" sz="2000" kern="1200" dirty="0"/>
            <a:t>Scom2</a:t>
          </a:r>
        </a:p>
      </dsp:txBody>
      <dsp:txXfrm>
        <a:off x="2286456" y="1952641"/>
        <a:ext cx="1962017" cy="50445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dirty="0"/>
          </a:p>
        </p:txBody>
      </p:sp>
      <p:sp>
        <p:nvSpPr>
          <p:cNvPr id="3" name="Datumsplatzhalt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9088EAF-6ECA-4616-85EF-35AA19C641F3}" type="datetimeFigureOut">
              <a:rPr lang="en-US"/>
              <a:t>2/20/2025</a:t>
            </a:fld>
            <a:endParaRPr dirty="0"/>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dirty="0"/>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9F912AB-2776-42F2-A957-313FC7EFEDB9}" type="slidenum">
              <a:rPr/>
              <a:t>‹Nr.›</a:t>
            </a:fld>
            <a:endParaRPr dirty="0"/>
          </a:p>
        </p:txBody>
      </p:sp>
    </p:spTree>
    <p:extLst>
      <p:ext uri="{BB962C8B-B14F-4D97-AF65-F5344CB8AC3E}">
        <p14:creationId xmlns:p14="http://schemas.microsoft.com/office/powerpoint/2010/main" val="3932065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rtl="0"/>
            <a:fld id="{3ABD2D7A-D230-4F91-BD59-0A39C2703BA8}" type="datetimeFigureOut">
              <a:rPr lang="en-US"/>
              <a:t>2/20/2025</a:t>
            </a:fld>
            <a:endParaRPr dirty="0"/>
          </a:p>
        </p:txBody>
      </p:sp>
      <p:sp>
        <p:nvSpPr>
          <p:cNvPr id="4" name="Folienbildplatzhalt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dirty="0"/>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t>Textmasterformat durch Klicken bearbeiten</a:t>
            </a:r>
          </a:p>
          <a:p>
            <a:pPr lvl="1" rtl="0"/>
            <a:r>
              <a:t>Zweite Ebene</a:t>
            </a:r>
          </a:p>
          <a:p>
            <a:pPr lvl="2" rtl="0"/>
            <a:r>
              <a:t>Dritte Ebene</a:t>
            </a:r>
          </a:p>
          <a:p>
            <a:pPr lvl="3" rtl="0"/>
            <a:r>
              <a:t>Vierte Ebene</a:t>
            </a:r>
          </a:p>
          <a:p>
            <a:pPr lvl="4" rtl="0"/>
            <a:r>
              <a:t>Fünfte Ebene</a:t>
            </a:r>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F93199CD-3E1B-4AE6-990F-76F925F5EA9F}" type="slidenum">
              <a:rPr/>
              <a:t>‹Nr.›</a:t>
            </a:fld>
            <a:endParaRPr dirty="0"/>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A4198-704B-5E55-0E94-00D34B62E7E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6D4A83C-7B61-FF35-152B-95C8ECB600C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A872C6E-9E67-B92B-1043-59C84752586B}"/>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5435C4B4-A1D5-FA1A-4CFE-BA0DE10E36AE}"/>
              </a:ext>
            </a:extLst>
          </p:cNvPr>
          <p:cNvSpPr>
            <a:spLocks noGrp="1"/>
          </p:cNvSpPr>
          <p:nvPr>
            <p:ph type="sldNum" sz="quarter" idx="10"/>
          </p:nvPr>
        </p:nvSpPr>
        <p:spPr/>
        <p:txBody>
          <a:bodyPr rtlCol="0"/>
          <a:lstStyle/>
          <a:p>
            <a:pPr rtl="0"/>
            <a:fld id="{F93199CD-3E1B-4AE6-990F-76F925F5EA9F}" type="slidenum">
              <a:rPr lang="en-US" smtClean="0"/>
              <a:t>2</a:t>
            </a:fld>
            <a:endParaRPr lang="en-US" dirty="0"/>
          </a:p>
        </p:txBody>
      </p:sp>
    </p:spTree>
    <p:extLst>
      <p:ext uri="{BB962C8B-B14F-4D97-AF65-F5344CB8AC3E}">
        <p14:creationId xmlns:p14="http://schemas.microsoft.com/office/powerpoint/2010/main" val="1787397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163A3-7722-2BB7-2314-63037891F20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E2593D9-5C27-9F84-2C69-FB2E0ABFD25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6136A11-1822-74DE-6B07-DF09B9748F35}"/>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9201B80D-C9B4-8727-369F-3CF2DF9BDB1A}"/>
              </a:ext>
            </a:extLst>
          </p:cNvPr>
          <p:cNvSpPr>
            <a:spLocks noGrp="1"/>
          </p:cNvSpPr>
          <p:nvPr>
            <p:ph type="sldNum" sz="quarter" idx="5"/>
          </p:nvPr>
        </p:nvSpPr>
        <p:spPr/>
        <p:txBody>
          <a:bodyPr/>
          <a:lstStyle/>
          <a:p>
            <a:pPr rtl="0"/>
            <a:fld id="{F93199CD-3E1B-4AE6-990F-76F925F5EA9F}" type="slidenum">
              <a:rPr lang="de-DE" smtClean="0"/>
              <a:t>3</a:t>
            </a:fld>
            <a:endParaRPr lang="de-DE" dirty="0"/>
          </a:p>
        </p:txBody>
      </p:sp>
    </p:spTree>
    <p:extLst>
      <p:ext uri="{BB962C8B-B14F-4D97-AF65-F5344CB8AC3E}">
        <p14:creationId xmlns:p14="http://schemas.microsoft.com/office/powerpoint/2010/main" val="3348864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4A9D6-BDCF-16B0-7456-0BA718B1AC5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7483E60-CC2F-F6AA-882C-49F551DE3E6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4BB12CA-1BCB-9BBD-9635-22A086FD24D1}"/>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59A47F50-FD61-3644-5F92-2A7A05CAD49E}"/>
              </a:ext>
            </a:extLst>
          </p:cNvPr>
          <p:cNvSpPr>
            <a:spLocks noGrp="1"/>
          </p:cNvSpPr>
          <p:nvPr>
            <p:ph type="sldNum" sz="quarter" idx="5"/>
          </p:nvPr>
        </p:nvSpPr>
        <p:spPr/>
        <p:txBody>
          <a:bodyPr rtlCol="0"/>
          <a:lstStyle/>
          <a:p>
            <a:pPr rtl="0"/>
            <a:fld id="{F93199CD-3E1B-4AE6-990F-76F925F5EA9F}" type="slidenum">
              <a:rPr lang="en-US" smtClean="0"/>
              <a:t>5</a:t>
            </a:fld>
            <a:endParaRPr lang="en-US" dirty="0"/>
          </a:p>
        </p:txBody>
      </p:sp>
    </p:spTree>
    <p:extLst>
      <p:ext uri="{BB962C8B-B14F-4D97-AF65-F5344CB8AC3E}">
        <p14:creationId xmlns:p14="http://schemas.microsoft.com/office/powerpoint/2010/main" val="1347045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EAD22-F9DC-03C7-A83D-36EEE4FE69C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F179B5B-F1CB-6FD8-6985-45E30C4FE27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A45FE9D-A3BF-6F7A-9408-AA0EB1913FC5}"/>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3BD206DD-74FB-80F8-023C-53239DC05091}"/>
              </a:ext>
            </a:extLst>
          </p:cNvPr>
          <p:cNvSpPr>
            <a:spLocks noGrp="1"/>
          </p:cNvSpPr>
          <p:nvPr>
            <p:ph type="sldNum" sz="quarter" idx="5"/>
          </p:nvPr>
        </p:nvSpPr>
        <p:spPr/>
        <p:txBody>
          <a:bodyPr rtlCol="0"/>
          <a:lstStyle/>
          <a:p>
            <a:pPr rtl="0"/>
            <a:fld id="{F93199CD-3E1B-4AE6-990F-76F925F5EA9F}" type="slidenum">
              <a:rPr lang="en-US" smtClean="0"/>
              <a:t>6</a:t>
            </a:fld>
            <a:endParaRPr lang="en-US" dirty="0"/>
          </a:p>
        </p:txBody>
      </p:sp>
    </p:spTree>
    <p:extLst>
      <p:ext uri="{BB962C8B-B14F-4D97-AF65-F5344CB8AC3E}">
        <p14:creationId xmlns:p14="http://schemas.microsoft.com/office/powerpoint/2010/main" val="14308254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46A7D-6CC3-BA22-7781-06D507DAA84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88087D9-570F-8292-D694-FE83F20F9DA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E3F093D-05CD-2279-C6E0-10A2DC9B4053}"/>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8DD112FE-52EC-44D0-BAF2-B2ACCB7FCADB}"/>
              </a:ext>
            </a:extLst>
          </p:cNvPr>
          <p:cNvSpPr>
            <a:spLocks noGrp="1"/>
          </p:cNvSpPr>
          <p:nvPr>
            <p:ph type="sldNum" sz="quarter" idx="5"/>
          </p:nvPr>
        </p:nvSpPr>
        <p:spPr/>
        <p:txBody>
          <a:bodyPr rtlCol="0"/>
          <a:lstStyle/>
          <a:p>
            <a:pPr rtl="0"/>
            <a:fld id="{F93199CD-3E1B-4AE6-990F-76F925F5EA9F}" type="slidenum">
              <a:rPr lang="en-US" smtClean="0"/>
              <a:t>7</a:t>
            </a:fld>
            <a:endParaRPr lang="en-US" dirty="0"/>
          </a:p>
        </p:txBody>
      </p:sp>
    </p:spTree>
    <p:extLst>
      <p:ext uri="{BB962C8B-B14F-4D97-AF65-F5344CB8AC3E}">
        <p14:creationId xmlns:p14="http://schemas.microsoft.com/office/powerpoint/2010/main" val="2874129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042C2-5D65-32A5-4924-BC77DD2C74A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E7B7194-8F08-4F41-713F-4FAC3870A27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F7398B2E-D8B4-306B-A43B-D88FD230DD38}"/>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D3B7D0AE-B813-68B6-731E-BD631DA7551B}"/>
              </a:ext>
            </a:extLst>
          </p:cNvPr>
          <p:cNvSpPr>
            <a:spLocks noGrp="1"/>
          </p:cNvSpPr>
          <p:nvPr>
            <p:ph type="sldNum" sz="quarter" idx="5"/>
          </p:nvPr>
        </p:nvSpPr>
        <p:spPr/>
        <p:txBody>
          <a:bodyPr rtlCol="0"/>
          <a:lstStyle/>
          <a:p>
            <a:pPr rtl="0"/>
            <a:fld id="{F93199CD-3E1B-4AE6-990F-76F925F5EA9F}" type="slidenum">
              <a:rPr lang="en-US" smtClean="0"/>
              <a:t>8</a:t>
            </a:fld>
            <a:endParaRPr lang="en-US" dirty="0"/>
          </a:p>
        </p:txBody>
      </p:sp>
    </p:spTree>
    <p:extLst>
      <p:ext uri="{BB962C8B-B14F-4D97-AF65-F5344CB8AC3E}">
        <p14:creationId xmlns:p14="http://schemas.microsoft.com/office/powerpoint/2010/main" val="2522227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5865A-380F-4B66-3BDB-818B714533E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12F78F3-E12C-621B-089B-776A4C857C0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18C3879-E462-21C3-2985-4695FDB784EC}"/>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118AC13E-A5DA-051E-28E7-4AFB2364BF29}"/>
              </a:ext>
            </a:extLst>
          </p:cNvPr>
          <p:cNvSpPr>
            <a:spLocks noGrp="1"/>
          </p:cNvSpPr>
          <p:nvPr>
            <p:ph type="sldNum" sz="quarter" idx="5"/>
          </p:nvPr>
        </p:nvSpPr>
        <p:spPr/>
        <p:txBody>
          <a:bodyPr rtlCol="0"/>
          <a:lstStyle/>
          <a:p>
            <a:pPr rtl="0"/>
            <a:fld id="{F93199CD-3E1B-4AE6-990F-76F925F5EA9F}" type="slidenum">
              <a:rPr lang="en-US" smtClean="0"/>
              <a:t>9</a:t>
            </a:fld>
            <a:endParaRPr lang="en-US" dirty="0"/>
          </a:p>
        </p:txBody>
      </p:sp>
    </p:spTree>
    <p:extLst>
      <p:ext uri="{BB962C8B-B14F-4D97-AF65-F5344CB8AC3E}">
        <p14:creationId xmlns:p14="http://schemas.microsoft.com/office/powerpoint/2010/main" val="4003787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en-US" dirty="0"/>
          </a:p>
        </p:txBody>
      </p:sp>
      <p:sp>
        <p:nvSpPr>
          <p:cNvPr id="4" name="Foliennummernplatzhalter 3"/>
          <p:cNvSpPr>
            <a:spLocks noGrp="1"/>
          </p:cNvSpPr>
          <p:nvPr>
            <p:ph type="sldNum" sz="quarter" idx="10"/>
          </p:nvPr>
        </p:nvSpPr>
        <p:spPr/>
        <p:txBody>
          <a:bodyPr rtlCol="0"/>
          <a:lstStyle/>
          <a:p>
            <a:pPr rtl="0"/>
            <a:fld id="{F93199CD-3E1B-4AE6-990F-76F925F5EA9F}" type="slidenum">
              <a:rPr lang="en-US" smtClean="0"/>
              <a:t>10</a:t>
            </a:fld>
            <a:endParaRPr lang="en-US" dirty="0"/>
          </a:p>
        </p:txBody>
      </p:sp>
    </p:spTree>
    <p:extLst>
      <p:ext uri="{BB962C8B-B14F-4D97-AF65-F5344CB8AC3E}">
        <p14:creationId xmlns:p14="http://schemas.microsoft.com/office/powerpoint/2010/main" val="3438279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rtl="0"/>
            <a:fld id="{F93199CD-3E1B-4AE6-990F-76F925F5EA9F}" type="slidenum">
              <a:rPr lang="de-DE" smtClean="0"/>
              <a:t>11</a:t>
            </a:fld>
            <a:endParaRPr lang="de-DE" dirty="0"/>
          </a:p>
        </p:txBody>
      </p:sp>
    </p:spTree>
    <p:extLst>
      <p:ext uri="{BB962C8B-B14F-4D97-AF65-F5344CB8AC3E}">
        <p14:creationId xmlns:p14="http://schemas.microsoft.com/office/powerpoint/2010/main" val="22652940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en-US" dirty="0"/>
          </a:p>
        </p:txBody>
      </p:sp>
      <p:sp>
        <p:nvSpPr>
          <p:cNvPr id="4" name="Foliennummernplatzhalter 3"/>
          <p:cNvSpPr>
            <a:spLocks noGrp="1"/>
          </p:cNvSpPr>
          <p:nvPr>
            <p:ph type="sldNum" sz="quarter" idx="5"/>
          </p:nvPr>
        </p:nvSpPr>
        <p:spPr/>
        <p:txBody>
          <a:bodyPr rtlCol="0"/>
          <a:lstStyle/>
          <a:p>
            <a:pPr rtl="0"/>
            <a:fld id="{F93199CD-3E1B-4AE6-990F-76F925F5EA9F}" type="slidenum">
              <a:rPr lang="en-US" smtClean="0"/>
              <a:t>12</a:t>
            </a:fld>
            <a:endParaRPr lang="en-US" dirty="0"/>
          </a:p>
        </p:txBody>
      </p:sp>
    </p:spTree>
    <p:extLst>
      <p:ext uri="{BB962C8B-B14F-4D97-AF65-F5344CB8AC3E}">
        <p14:creationId xmlns:p14="http://schemas.microsoft.com/office/powerpoint/2010/main" val="38516171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D7D05-B6AA-808A-960B-E3CBB93C55B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C270BB7-736F-A123-3F13-9EA45D098C3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381537B-200F-EE08-04DA-7A3A37E3E370}"/>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FF6CF2FC-B8EE-BCB9-F00D-E8448549B09C}"/>
              </a:ext>
            </a:extLst>
          </p:cNvPr>
          <p:cNvSpPr>
            <a:spLocks noGrp="1"/>
          </p:cNvSpPr>
          <p:nvPr>
            <p:ph type="sldNum" sz="quarter" idx="5"/>
          </p:nvPr>
        </p:nvSpPr>
        <p:spPr/>
        <p:txBody>
          <a:bodyPr rtlCol="0"/>
          <a:lstStyle/>
          <a:p>
            <a:pPr rtl="0"/>
            <a:fld id="{F93199CD-3E1B-4AE6-990F-76F925F5EA9F}" type="slidenum">
              <a:rPr lang="en-US" smtClean="0"/>
              <a:t>13</a:t>
            </a:fld>
            <a:endParaRPr lang="en-US" dirty="0"/>
          </a:p>
        </p:txBody>
      </p:sp>
    </p:spTree>
    <p:extLst>
      <p:ext uri="{BB962C8B-B14F-4D97-AF65-F5344CB8AC3E}">
        <p14:creationId xmlns:p14="http://schemas.microsoft.com/office/powerpoint/2010/main" val="28615419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79976-5BDB-A6AA-F285-B1A8CC8B2B6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3D5F277-90B6-1B3A-0EFC-CE528379088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C778BB7-FF10-F883-29B5-AC7D06525962}"/>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073F1CB2-B11D-5058-E365-56E9DF3B0DE5}"/>
              </a:ext>
            </a:extLst>
          </p:cNvPr>
          <p:cNvSpPr>
            <a:spLocks noGrp="1"/>
          </p:cNvSpPr>
          <p:nvPr>
            <p:ph type="sldNum" sz="quarter" idx="5"/>
          </p:nvPr>
        </p:nvSpPr>
        <p:spPr/>
        <p:txBody>
          <a:bodyPr rtlCol="0"/>
          <a:lstStyle/>
          <a:p>
            <a:pPr rtl="0"/>
            <a:fld id="{F93199CD-3E1B-4AE6-990F-76F925F5EA9F}" type="slidenum">
              <a:rPr lang="en-US" smtClean="0"/>
              <a:t>14</a:t>
            </a:fld>
            <a:endParaRPr lang="en-US" dirty="0"/>
          </a:p>
        </p:txBody>
      </p:sp>
    </p:spTree>
    <p:extLst>
      <p:ext uri="{BB962C8B-B14F-4D97-AF65-F5344CB8AC3E}">
        <p14:creationId xmlns:p14="http://schemas.microsoft.com/office/powerpoint/2010/main" val="3191233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CE56C-A78C-CBBF-E46A-20447784AF6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B363130-518C-F383-BE91-86C13A1E07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2FD2D96-B2BE-22D8-405A-5B207B0F1D27}"/>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ACEE71BA-6370-6553-147A-9A5592E37087}"/>
              </a:ext>
            </a:extLst>
          </p:cNvPr>
          <p:cNvSpPr>
            <a:spLocks noGrp="1"/>
          </p:cNvSpPr>
          <p:nvPr>
            <p:ph type="sldNum" sz="quarter" idx="5"/>
          </p:nvPr>
        </p:nvSpPr>
        <p:spPr/>
        <p:txBody>
          <a:bodyPr rtlCol="0"/>
          <a:lstStyle/>
          <a:p>
            <a:pPr rtl="0"/>
            <a:fld id="{F93199CD-3E1B-4AE6-990F-76F925F5EA9F}" type="slidenum">
              <a:rPr lang="en-US" smtClean="0"/>
              <a:t>15</a:t>
            </a:fld>
            <a:endParaRPr lang="en-US" dirty="0"/>
          </a:p>
        </p:txBody>
      </p:sp>
    </p:spTree>
    <p:extLst>
      <p:ext uri="{BB962C8B-B14F-4D97-AF65-F5344CB8AC3E}">
        <p14:creationId xmlns:p14="http://schemas.microsoft.com/office/powerpoint/2010/main" val="17495970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362CA-3B66-946A-2365-77CF3E1790A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EB13A7-565D-5F88-DAB1-CA160A06684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581AD4E-9F86-3603-F865-FE19FAFF79DA}"/>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B72FB24C-2383-5939-24EE-14BCB793AD4E}"/>
              </a:ext>
            </a:extLst>
          </p:cNvPr>
          <p:cNvSpPr>
            <a:spLocks noGrp="1"/>
          </p:cNvSpPr>
          <p:nvPr>
            <p:ph type="sldNum" sz="quarter" idx="5"/>
          </p:nvPr>
        </p:nvSpPr>
        <p:spPr/>
        <p:txBody>
          <a:bodyPr rtlCol="0"/>
          <a:lstStyle/>
          <a:p>
            <a:pPr rtl="0"/>
            <a:fld id="{F93199CD-3E1B-4AE6-990F-76F925F5EA9F}" type="slidenum">
              <a:rPr lang="en-US" smtClean="0"/>
              <a:t>16</a:t>
            </a:fld>
            <a:endParaRPr lang="en-US" dirty="0"/>
          </a:p>
        </p:txBody>
      </p:sp>
    </p:spTree>
    <p:extLst>
      <p:ext uri="{BB962C8B-B14F-4D97-AF65-F5344CB8AC3E}">
        <p14:creationId xmlns:p14="http://schemas.microsoft.com/office/powerpoint/2010/main" val="316000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A4BA5-4D69-5A88-785A-A7F3DF525F0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2AEE3DC-9EFD-1566-B39C-71CB8A3E493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CD992A11-3DDE-A6FD-AC6C-3F4619864F4A}"/>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71974104-34BD-452B-FE6D-D83A266BA47A}"/>
              </a:ext>
            </a:extLst>
          </p:cNvPr>
          <p:cNvSpPr>
            <a:spLocks noGrp="1"/>
          </p:cNvSpPr>
          <p:nvPr>
            <p:ph type="sldNum" sz="quarter" idx="5"/>
          </p:nvPr>
        </p:nvSpPr>
        <p:spPr/>
        <p:txBody>
          <a:bodyPr rtlCol="0"/>
          <a:lstStyle/>
          <a:p>
            <a:pPr rtl="0"/>
            <a:fld id="{F93199CD-3E1B-4AE6-990F-76F925F5EA9F}" type="slidenum">
              <a:rPr lang="en-US" smtClean="0"/>
              <a:t>17</a:t>
            </a:fld>
            <a:endParaRPr lang="en-US" dirty="0"/>
          </a:p>
        </p:txBody>
      </p:sp>
    </p:spTree>
    <p:extLst>
      <p:ext uri="{BB962C8B-B14F-4D97-AF65-F5344CB8AC3E}">
        <p14:creationId xmlns:p14="http://schemas.microsoft.com/office/powerpoint/2010/main" val="3536851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15413-AF26-0F87-2716-BF1713356EF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9025AF6-B3A1-981E-4DEA-2CF4A0AE61F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080237D-B372-2B76-FBC5-E33DFA0511CC}"/>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B1E66040-F100-7FCD-077E-F62826C322DB}"/>
              </a:ext>
            </a:extLst>
          </p:cNvPr>
          <p:cNvSpPr>
            <a:spLocks noGrp="1"/>
          </p:cNvSpPr>
          <p:nvPr>
            <p:ph type="sldNum" sz="quarter" idx="5"/>
          </p:nvPr>
        </p:nvSpPr>
        <p:spPr/>
        <p:txBody>
          <a:bodyPr rtlCol="0"/>
          <a:lstStyle/>
          <a:p>
            <a:pPr rtl="0"/>
            <a:fld id="{F93199CD-3E1B-4AE6-990F-76F925F5EA9F}" type="slidenum">
              <a:rPr lang="en-US" smtClean="0"/>
              <a:t>18</a:t>
            </a:fld>
            <a:endParaRPr lang="en-US" dirty="0"/>
          </a:p>
        </p:txBody>
      </p:sp>
    </p:spTree>
    <p:extLst>
      <p:ext uri="{BB962C8B-B14F-4D97-AF65-F5344CB8AC3E}">
        <p14:creationId xmlns:p14="http://schemas.microsoft.com/office/powerpoint/2010/main" val="31807939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01BB-CC80-3595-5EC0-42390354141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636222E-B377-36CF-F7B1-03AD46A64F8F}"/>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F9D0A48-EE06-DF29-66A7-C58216C2A6BE}"/>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8284EEFA-7028-EA2D-DE7B-0263B15E961A}"/>
              </a:ext>
            </a:extLst>
          </p:cNvPr>
          <p:cNvSpPr>
            <a:spLocks noGrp="1"/>
          </p:cNvSpPr>
          <p:nvPr>
            <p:ph type="sldNum" sz="quarter" idx="5"/>
          </p:nvPr>
        </p:nvSpPr>
        <p:spPr/>
        <p:txBody>
          <a:bodyPr rtlCol="0"/>
          <a:lstStyle/>
          <a:p>
            <a:pPr rtl="0"/>
            <a:fld id="{F93199CD-3E1B-4AE6-990F-76F925F5EA9F}" type="slidenum">
              <a:rPr lang="en-US" smtClean="0"/>
              <a:t>19</a:t>
            </a:fld>
            <a:endParaRPr lang="en-US" dirty="0"/>
          </a:p>
        </p:txBody>
      </p:sp>
    </p:spTree>
    <p:extLst>
      <p:ext uri="{BB962C8B-B14F-4D97-AF65-F5344CB8AC3E}">
        <p14:creationId xmlns:p14="http://schemas.microsoft.com/office/powerpoint/2010/main" val="27727207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4C719-DA67-3EF3-2EB4-84F376B1D2E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CA2D508-8415-5DDD-5139-3130A4DEBC8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6896A71-F941-FE17-1EF4-343930810877}"/>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E3C2DB29-3227-BE68-D6A3-38786593362A}"/>
              </a:ext>
            </a:extLst>
          </p:cNvPr>
          <p:cNvSpPr>
            <a:spLocks noGrp="1"/>
          </p:cNvSpPr>
          <p:nvPr>
            <p:ph type="sldNum" sz="quarter" idx="5"/>
          </p:nvPr>
        </p:nvSpPr>
        <p:spPr/>
        <p:txBody>
          <a:bodyPr rtlCol="0"/>
          <a:lstStyle/>
          <a:p>
            <a:pPr rtl="0"/>
            <a:fld id="{F93199CD-3E1B-4AE6-990F-76F925F5EA9F}" type="slidenum">
              <a:rPr lang="en-US" smtClean="0"/>
              <a:t>20</a:t>
            </a:fld>
            <a:endParaRPr lang="en-US" dirty="0"/>
          </a:p>
        </p:txBody>
      </p:sp>
    </p:spTree>
    <p:extLst>
      <p:ext uri="{BB962C8B-B14F-4D97-AF65-F5344CB8AC3E}">
        <p14:creationId xmlns:p14="http://schemas.microsoft.com/office/powerpoint/2010/main" val="41732171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BC0D-FA46-6884-B4C7-16D1F64E836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F1AB9DF-30CB-39E5-CD5E-ED059D909CD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399F5A2-84CC-1C46-8E59-5B73C02559E9}"/>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50C97637-206A-A4FE-2C6C-676B75F4CB17}"/>
              </a:ext>
            </a:extLst>
          </p:cNvPr>
          <p:cNvSpPr>
            <a:spLocks noGrp="1"/>
          </p:cNvSpPr>
          <p:nvPr>
            <p:ph type="sldNum" sz="quarter" idx="5"/>
          </p:nvPr>
        </p:nvSpPr>
        <p:spPr/>
        <p:txBody>
          <a:bodyPr rtlCol="0"/>
          <a:lstStyle/>
          <a:p>
            <a:pPr rtl="0"/>
            <a:fld id="{F93199CD-3E1B-4AE6-990F-76F925F5EA9F}" type="slidenum">
              <a:rPr lang="en-US" smtClean="0"/>
              <a:t>21</a:t>
            </a:fld>
            <a:endParaRPr lang="en-US" dirty="0"/>
          </a:p>
        </p:txBody>
      </p:sp>
    </p:spTree>
    <p:extLst>
      <p:ext uri="{BB962C8B-B14F-4D97-AF65-F5344CB8AC3E}">
        <p14:creationId xmlns:p14="http://schemas.microsoft.com/office/powerpoint/2010/main" val="35732784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34362-670F-FB7F-974F-10116A0D39D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EDF57F5-0F54-0D9E-BA99-DF772146CD0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A4668D0-372B-9933-7219-B45B151AB0FF}"/>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870EDEFC-77F1-7B9F-97CE-3136B9FA6B19}"/>
              </a:ext>
            </a:extLst>
          </p:cNvPr>
          <p:cNvSpPr>
            <a:spLocks noGrp="1"/>
          </p:cNvSpPr>
          <p:nvPr>
            <p:ph type="sldNum" sz="quarter" idx="5"/>
          </p:nvPr>
        </p:nvSpPr>
        <p:spPr/>
        <p:txBody>
          <a:bodyPr rtlCol="0"/>
          <a:lstStyle/>
          <a:p>
            <a:pPr rtl="0"/>
            <a:fld id="{F93199CD-3E1B-4AE6-990F-76F925F5EA9F}" type="slidenum">
              <a:rPr lang="en-US" smtClean="0"/>
              <a:t>22</a:t>
            </a:fld>
            <a:endParaRPr lang="en-US" dirty="0"/>
          </a:p>
        </p:txBody>
      </p:sp>
    </p:spTree>
    <p:extLst>
      <p:ext uri="{BB962C8B-B14F-4D97-AF65-F5344CB8AC3E}">
        <p14:creationId xmlns:p14="http://schemas.microsoft.com/office/powerpoint/2010/main" val="31828550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821C-E0CE-E282-5AC6-29BDD899061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E8F4ECD-338B-E9DA-F981-2001B7A2A923}"/>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8F9E20D-9527-F1E9-FF61-66771CF1C21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01BACA0A-91CF-1853-B330-324568808ECC}"/>
              </a:ext>
            </a:extLst>
          </p:cNvPr>
          <p:cNvSpPr>
            <a:spLocks noGrp="1"/>
          </p:cNvSpPr>
          <p:nvPr>
            <p:ph type="sldNum" sz="quarter" idx="5"/>
          </p:nvPr>
        </p:nvSpPr>
        <p:spPr/>
        <p:txBody>
          <a:bodyPr/>
          <a:lstStyle/>
          <a:p>
            <a:pPr rtl="0"/>
            <a:fld id="{F93199CD-3E1B-4AE6-990F-76F925F5EA9F}" type="slidenum">
              <a:rPr lang="de-DE" smtClean="0"/>
              <a:t>23</a:t>
            </a:fld>
            <a:endParaRPr lang="de-DE" dirty="0"/>
          </a:p>
        </p:txBody>
      </p:sp>
    </p:spTree>
    <p:extLst>
      <p:ext uri="{BB962C8B-B14F-4D97-AF65-F5344CB8AC3E}">
        <p14:creationId xmlns:p14="http://schemas.microsoft.com/office/powerpoint/2010/main" val="16855790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57266-A656-D0B9-61D2-F29A05D1B3C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72CDAD0-27E4-681D-7DD1-8EE8C226899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BA78BD7-74BA-154C-BDB2-65E391E9D177}"/>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A44B1498-5A76-BF45-1AAB-A6167ED2CF55}"/>
              </a:ext>
            </a:extLst>
          </p:cNvPr>
          <p:cNvSpPr>
            <a:spLocks noGrp="1"/>
          </p:cNvSpPr>
          <p:nvPr>
            <p:ph type="sldNum" sz="quarter" idx="5"/>
          </p:nvPr>
        </p:nvSpPr>
        <p:spPr/>
        <p:txBody>
          <a:bodyPr rtlCol="0"/>
          <a:lstStyle/>
          <a:p>
            <a:pPr rtl="0"/>
            <a:fld id="{F93199CD-3E1B-4AE6-990F-76F925F5EA9F}" type="slidenum">
              <a:rPr lang="en-US" smtClean="0"/>
              <a:t>24</a:t>
            </a:fld>
            <a:endParaRPr lang="en-US" dirty="0"/>
          </a:p>
        </p:txBody>
      </p:sp>
    </p:spTree>
    <p:extLst>
      <p:ext uri="{BB962C8B-B14F-4D97-AF65-F5344CB8AC3E}">
        <p14:creationId xmlns:p14="http://schemas.microsoft.com/office/powerpoint/2010/main" val="4162480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7B177-AD05-8E1E-E8FA-CFAD32CE67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EC2A9CF-DF33-5331-D682-0DAD6555FEE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B481B46-D00E-AABB-7459-C3DB2CAD7589}"/>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817AD300-C90E-5F9F-2CFC-A298296ADC59}"/>
              </a:ext>
            </a:extLst>
          </p:cNvPr>
          <p:cNvSpPr>
            <a:spLocks noGrp="1"/>
          </p:cNvSpPr>
          <p:nvPr>
            <p:ph type="sldNum" sz="quarter" idx="5"/>
          </p:nvPr>
        </p:nvSpPr>
        <p:spPr/>
        <p:txBody>
          <a:bodyPr rtlCol="0"/>
          <a:lstStyle/>
          <a:p>
            <a:pPr rtl="0"/>
            <a:fld id="{F93199CD-3E1B-4AE6-990F-76F925F5EA9F}" type="slidenum">
              <a:rPr lang="en-US" smtClean="0"/>
              <a:t>25</a:t>
            </a:fld>
            <a:endParaRPr lang="en-US" dirty="0"/>
          </a:p>
        </p:txBody>
      </p:sp>
    </p:spTree>
    <p:extLst>
      <p:ext uri="{BB962C8B-B14F-4D97-AF65-F5344CB8AC3E}">
        <p14:creationId xmlns:p14="http://schemas.microsoft.com/office/powerpoint/2010/main" val="2807257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1536-54B0-408D-5D1C-D3E8EE63AF2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3F2531C-7307-17E1-773D-679CAD8534F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63F4687-A076-6E4B-34F2-8CA85BBD012F}"/>
              </a:ext>
            </a:extLst>
          </p:cNvPr>
          <p:cNvSpPr>
            <a:spLocks noGrp="1"/>
          </p:cNvSpPr>
          <p:nvPr>
            <p:ph type="body" idx="1"/>
          </p:nvPr>
        </p:nvSpPr>
        <p:spPr/>
        <p:txBody>
          <a:bodyPr rtlCol="0"/>
          <a:lstStyle/>
          <a:p>
            <a:pPr rtl="0"/>
            <a:endParaRPr lang="en-US" dirty="0"/>
          </a:p>
        </p:txBody>
      </p:sp>
      <p:sp>
        <p:nvSpPr>
          <p:cNvPr id="4" name="Foliennummernplatzhalter 3">
            <a:extLst>
              <a:ext uri="{FF2B5EF4-FFF2-40B4-BE49-F238E27FC236}">
                <a16:creationId xmlns:a16="http://schemas.microsoft.com/office/drawing/2014/main" id="{87D4D368-EF05-474F-971C-73D84E61EC62}"/>
              </a:ext>
            </a:extLst>
          </p:cNvPr>
          <p:cNvSpPr>
            <a:spLocks noGrp="1"/>
          </p:cNvSpPr>
          <p:nvPr>
            <p:ph type="sldNum" sz="quarter" idx="5"/>
          </p:nvPr>
        </p:nvSpPr>
        <p:spPr/>
        <p:txBody>
          <a:bodyPr rtlCol="0"/>
          <a:lstStyle/>
          <a:p>
            <a:pPr rtl="0"/>
            <a:fld id="{F93199CD-3E1B-4AE6-990F-76F925F5EA9F}" type="slidenum">
              <a:rPr lang="en-US" smtClean="0"/>
              <a:t>26</a:t>
            </a:fld>
            <a:endParaRPr lang="en-US" dirty="0"/>
          </a:p>
        </p:txBody>
      </p:sp>
    </p:spTree>
    <p:extLst>
      <p:ext uri="{BB962C8B-B14F-4D97-AF65-F5344CB8AC3E}">
        <p14:creationId xmlns:p14="http://schemas.microsoft.com/office/powerpoint/2010/main" val="557945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en-US" dirty="0"/>
          </a:p>
        </p:txBody>
      </p:sp>
      <p:sp>
        <p:nvSpPr>
          <p:cNvPr id="4" name="Foliennummernplatzhalter 3"/>
          <p:cNvSpPr>
            <a:spLocks noGrp="1"/>
          </p:cNvSpPr>
          <p:nvPr>
            <p:ph type="sldNum" sz="quarter" idx="5"/>
          </p:nvPr>
        </p:nvSpPr>
        <p:spPr/>
        <p:txBody>
          <a:bodyPr rtlCol="0"/>
          <a:lstStyle/>
          <a:p>
            <a:pPr rtl="0"/>
            <a:fld id="{F93199CD-3E1B-4AE6-990F-76F925F5EA9F}" type="slidenum">
              <a:rPr lang="en-US" smtClean="0"/>
              <a:t>27</a:t>
            </a:fld>
            <a:endParaRPr lang="en-US" dirty="0"/>
          </a:p>
        </p:txBody>
      </p:sp>
    </p:spTree>
    <p:extLst>
      <p:ext uri="{BB962C8B-B14F-4D97-AF65-F5344CB8AC3E}">
        <p14:creationId xmlns:p14="http://schemas.microsoft.com/office/powerpoint/2010/main" val="13807904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rtlCol="0"/>
          <a:lstStyle/>
          <a:p>
            <a:pPr rtl="0"/>
            <a:endParaRPr lang="en-US" dirty="0"/>
          </a:p>
        </p:txBody>
      </p:sp>
      <p:sp>
        <p:nvSpPr>
          <p:cNvPr id="4" name="Foliennummernplatzhalter 3"/>
          <p:cNvSpPr>
            <a:spLocks noGrp="1"/>
          </p:cNvSpPr>
          <p:nvPr>
            <p:ph type="sldNum" sz="quarter" idx="10"/>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F93199CD-3E1B-4AE6-990F-76F925F5EA9F}" type="slidenum">
              <a:rPr kumimoji="0" lang="en-US" sz="1200" b="0" i="0" u="none" strike="noStrike" kern="1200" cap="none" spc="0" normalizeH="0" baseline="0" noProof="0" smtClean="0">
                <a:ln>
                  <a:noFill/>
                </a:ln>
                <a:solidFill>
                  <a:prstClr val="black"/>
                </a:solidFill>
                <a:effectLst/>
                <a:uLnTx/>
                <a:uFillTx/>
                <a:latin typeface="Century Gothic" panose="020B0502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Tree>
    <p:extLst>
      <p:ext uri="{BB962C8B-B14F-4D97-AF65-F5344CB8AC3E}">
        <p14:creationId xmlns:p14="http://schemas.microsoft.com/office/powerpoint/2010/main" val="38498462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grpSp>
        <p:nvGrpSpPr>
          <p:cNvPr id="31" name="Gruppe 30">
            <a:extLst>
              <a:ext uri="{FF2B5EF4-FFF2-40B4-BE49-F238E27FC236}">
                <a16:creationId xmlns:a16="http://schemas.microsoft.com/office/drawing/2014/main" id="{579F1F0E-8DF0-62EB-B3C8-C6E1AEA0259F}"/>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32" name="Parallelogramm 31">
              <a:extLst>
                <a:ext uri="{FF2B5EF4-FFF2-40B4-BE49-F238E27FC236}">
                  <a16:creationId xmlns:a16="http://schemas.microsoft.com/office/drawing/2014/main" id="{24CC1C1D-653F-14A0-54A0-6492ABCC273D}"/>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3" name="Parallelogramm 32">
              <a:extLst>
                <a:ext uri="{FF2B5EF4-FFF2-40B4-BE49-F238E27FC236}">
                  <a16:creationId xmlns:a16="http://schemas.microsoft.com/office/drawing/2014/main" id="{92049B2C-54AB-505F-2572-7CD19C3D968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4" name="Parallelogramm 33">
              <a:extLst>
                <a:ext uri="{FF2B5EF4-FFF2-40B4-BE49-F238E27FC236}">
                  <a16:creationId xmlns:a16="http://schemas.microsoft.com/office/drawing/2014/main" id="{E23FD261-2FDC-1CD9-A732-906B64F405A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5" name="Parallelogramm 34">
              <a:extLst>
                <a:ext uri="{FF2B5EF4-FFF2-40B4-BE49-F238E27FC236}">
                  <a16:creationId xmlns:a16="http://schemas.microsoft.com/office/drawing/2014/main" id="{B90AE363-FA57-0E86-3B4F-5E0A0806185D}"/>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6" name="Parallelogramm 35">
              <a:extLst>
                <a:ext uri="{FF2B5EF4-FFF2-40B4-BE49-F238E27FC236}">
                  <a16:creationId xmlns:a16="http://schemas.microsoft.com/office/drawing/2014/main" id="{4137775E-DBE1-BA92-6BCD-E9944273E622}"/>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7" name="Parallelogramm 36">
              <a:extLst>
                <a:ext uri="{FF2B5EF4-FFF2-40B4-BE49-F238E27FC236}">
                  <a16:creationId xmlns:a16="http://schemas.microsoft.com/office/drawing/2014/main" id="{969524EC-636E-4802-109E-EE71B9D4EB96}"/>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8" name="Parallelogramm 37">
              <a:extLst>
                <a:ext uri="{FF2B5EF4-FFF2-40B4-BE49-F238E27FC236}">
                  <a16:creationId xmlns:a16="http://schemas.microsoft.com/office/drawing/2014/main" id="{A03E2BFD-896B-BEC0-29BD-917248BCC6E8}"/>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9" name="Parallelogramm 38">
              <a:extLst>
                <a:ext uri="{FF2B5EF4-FFF2-40B4-BE49-F238E27FC236}">
                  <a16:creationId xmlns:a16="http://schemas.microsoft.com/office/drawing/2014/main" id="{849527DE-31CB-858E-9758-616F93A85AE1}"/>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0" name="Parallelogramm 39">
              <a:extLst>
                <a:ext uri="{FF2B5EF4-FFF2-40B4-BE49-F238E27FC236}">
                  <a16:creationId xmlns:a16="http://schemas.microsoft.com/office/drawing/2014/main" id="{87C850F0-0452-2D8B-D0FC-FBB759016D0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1" name="Parallelogramm 40">
              <a:extLst>
                <a:ext uri="{FF2B5EF4-FFF2-40B4-BE49-F238E27FC236}">
                  <a16:creationId xmlns:a16="http://schemas.microsoft.com/office/drawing/2014/main" id="{11721AD6-6F30-0F58-A50E-32AF0FFCB1F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2" name="Parallelogramm 41">
              <a:extLst>
                <a:ext uri="{FF2B5EF4-FFF2-40B4-BE49-F238E27FC236}">
                  <a16:creationId xmlns:a16="http://schemas.microsoft.com/office/drawing/2014/main" id="{31E989A6-CA34-B2A2-552B-4FF5F76F9F4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3" name="Parallelogramm 42">
              <a:extLst>
                <a:ext uri="{FF2B5EF4-FFF2-40B4-BE49-F238E27FC236}">
                  <a16:creationId xmlns:a16="http://schemas.microsoft.com/office/drawing/2014/main" id="{6E8597AB-CD80-E7F0-F72F-40DFF3012FC5}"/>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4" name="Parallelogramm 43">
              <a:extLst>
                <a:ext uri="{FF2B5EF4-FFF2-40B4-BE49-F238E27FC236}">
                  <a16:creationId xmlns:a16="http://schemas.microsoft.com/office/drawing/2014/main" id="{B5A2B040-E43D-ED66-F37F-E956857A55FA}"/>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5" name="Parallelogramm 44">
              <a:extLst>
                <a:ext uri="{FF2B5EF4-FFF2-40B4-BE49-F238E27FC236}">
                  <a16:creationId xmlns:a16="http://schemas.microsoft.com/office/drawing/2014/main" id="{19B8B1CB-3502-9821-3B34-67B4601C88A7}"/>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46" name="Parallelogramm 45">
              <a:extLst>
                <a:ext uri="{FF2B5EF4-FFF2-40B4-BE49-F238E27FC236}">
                  <a16:creationId xmlns:a16="http://schemas.microsoft.com/office/drawing/2014/main" id="{335C657D-422D-A995-B64D-619B6A571325}"/>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47" name="Gerader Verbinder 46">
            <a:extLst>
              <a:ext uri="{FF2B5EF4-FFF2-40B4-BE49-F238E27FC236}">
                <a16:creationId xmlns:a16="http://schemas.microsoft.com/office/drawing/2014/main" id="{3821D693-8EFB-0671-CF70-84C0E591B0C4}"/>
              </a:ext>
            </a:extLst>
          </p:cNvPr>
          <p:cNvCxnSpPr/>
          <p:nvPr userDrawn="1"/>
        </p:nvCxnSpPr>
        <p:spPr>
          <a:xfrm rot="10800000">
            <a:off x="455612" y="144779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Gerader Verbinder 47">
            <a:extLst>
              <a:ext uri="{FF2B5EF4-FFF2-40B4-BE49-F238E27FC236}">
                <a16:creationId xmlns:a16="http://schemas.microsoft.com/office/drawing/2014/main" id="{7F43CFFE-3C15-DA64-2463-80330D89A4B9}"/>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7DBBBDCC-257F-24EC-27A6-227D45936C92}"/>
              </a:ext>
            </a:extLst>
          </p:cNvPr>
          <p:cNvSpPr>
            <a:spLocks noGrp="1"/>
          </p:cNvSpPr>
          <p:nvPr>
            <p:ph type="title"/>
          </p:nvPr>
        </p:nvSpPr>
        <p:spPr>
          <a:xfrm>
            <a:off x="3803904" y="1984248"/>
            <a:ext cx="8001000" cy="2359152"/>
          </a:xfrm>
        </p:spPr>
        <p:txBody>
          <a:bodyPr rtlCol="0">
            <a:normAutofit/>
          </a:bodyPr>
          <a:lstStyle>
            <a:lvl1pPr algn="l">
              <a:defRPr sz="4400" spc="-150" baseline="0">
                <a:solidFill>
                  <a:schemeClr val="tx1"/>
                </a:solidFill>
              </a:defRPr>
            </a:lvl1pPr>
          </a:lstStyle>
          <a:p>
            <a:pPr rtl="0"/>
            <a:r>
              <a:rPr lang="de-DE"/>
              <a:t>Mastertitelformat bearbeiten</a:t>
            </a:r>
            <a:endParaRPr lang="de"/>
          </a:p>
        </p:txBody>
      </p:sp>
      <p:sp>
        <p:nvSpPr>
          <p:cNvPr id="3" name="Untertitel 2"/>
          <p:cNvSpPr>
            <a:spLocks noGrp="1"/>
          </p:cNvSpPr>
          <p:nvPr>
            <p:ph type="subTitle" idx="1"/>
          </p:nvPr>
        </p:nvSpPr>
        <p:spPr>
          <a:xfrm>
            <a:off x="3803904" y="4379976"/>
            <a:ext cx="8001000" cy="1033272"/>
          </a:xfrm>
        </p:spPr>
        <p:txBody>
          <a:bodyPr rtlCol="0">
            <a:normAutofit/>
          </a:bodyPr>
          <a:lstStyle>
            <a:lvl1pPr marL="0" indent="0" algn="l">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de-DE"/>
              <a:t>Master-Untertitelformat bearbeiten</a:t>
            </a:r>
            <a:endParaRPr dirty="0"/>
          </a:p>
        </p:txBody>
      </p:sp>
      <p:grpSp>
        <p:nvGrpSpPr>
          <p:cNvPr id="5" name="Gruppe 4">
            <a:extLst>
              <a:ext uri="{FF2B5EF4-FFF2-40B4-BE49-F238E27FC236}">
                <a16:creationId xmlns:a16="http://schemas.microsoft.com/office/drawing/2014/main" id="{9F4D3A5D-9665-1463-8327-4E15CDD4E786}"/>
              </a:ext>
            </a:extLst>
          </p:cNvPr>
          <p:cNvGrpSpPr/>
          <p:nvPr userDrawn="1"/>
        </p:nvGrpSpPr>
        <p:grpSpPr>
          <a:xfrm>
            <a:off x="982255" y="2281053"/>
            <a:ext cx="2286082" cy="2295894"/>
            <a:chOff x="982255" y="2281053"/>
            <a:chExt cx="2286082" cy="2295894"/>
          </a:xfrm>
        </p:grpSpPr>
        <p:pic>
          <p:nvPicPr>
            <p:cNvPr id="6" name="Grafik 5">
              <a:extLst>
                <a:ext uri="{FF2B5EF4-FFF2-40B4-BE49-F238E27FC236}">
                  <a16:creationId xmlns:a16="http://schemas.microsoft.com/office/drawing/2014/main" id="{B5C18144-9323-970D-DF65-B42D339F535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82255" y="2281053"/>
              <a:ext cx="2286082" cy="2295894"/>
            </a:xfrm>
            <a:prstGeom prst="rect">
              <a:avLst/>
            </a:prstGeom>
          </p:spPr>
        </p:pic>
        <p:sp>
          <p:nvSpPr>
            <p:cNvPr id="10" name="Ellipse 9">
              <a:extLst>
                <a:ext uri="{FF2B5EF4-FFF2-40B4-BE49-F238E27FC236}">
                  <a16:creationId xmlns:a16="http://schemas.microsoft.com/office/drawing/2014/main" id="{692D720A-50F8-524A-E72A-32B073A15EA3}"/>
                </a:ext>
              </a:extLst>
            </p:cNvPr>
            <p:cNvSpPr/>
            <p:nvPr/>
          </p:nvSpPr>
          <p:spPr>
            <a:xfrm>
              <a:off x="1793080" y="3120710"/>
              <a:ext cx="691763" cy="691763"/>
            </a:xfrm>
            <a:prstGeom prst="ellipse">
              <a:avLst/>
            </a:prstGeom>
            <a:noFill/>
            <a:ln>
              <a:solidFill>
                <a:schemeClr val="tx1"/>
              </a:solid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49" name="Gerader Verbinder 48">
            <a:extLst>
              <a:ext uri="{FF2B5EF4-FFF2-40B4-BE49-F238E27FC236}">
                <a16:creationId xmlns:a16="http://schemas.microsoft.com/office/drawing/2014/main" id="{29542C9E-426B-E68F-C132-EDEAD07A758E}"/>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50" name="Gruppe 49">
            <a:extLst>
              <a:ext uri="{FF2B5EF4-FFF2-40B4-BE49-F238E27FC236}">
                <a16:creationId xmlns:a16="http://schemas.microsoft.com/office/drawing/2014/main" id="{FA1E96BB-4B51-AF19-15EA-803FCE1BCA9E}"/>
              </a:ext>
            </a:extLst>
          </p:cNvPr>
          <p:cNvGrpSpPr/>
          <p:nvPr userDrawn="1"/>
        </p:nvGrpSpPr>
        <p:grpSpPr>
          <a:xfrm>
            <a:off x="455611" y="5661786"/>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51" name="Parallelogramm 50">
              <a:extLst>
                <a:ext uri="{FF2B5EF4-FFF2-40B4-BE49-F238E27FC236}">
                  <a16:creationId xmlns:a16="http://schemas.microsoft.com/office/drawing/2014/main" id="{44788C66-17F7-D9FE-31CB-95EE947F964B}"/>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2" name="Parallelogramm 51">
              <a:extLst>
                <a:ext uri="{FF2B5EF4-FFF2-40B4-BE49-F238E27FC236}">
                  <a16:creationId xmlns:a16="http://schemas.microsoft.com/office/drawing/2014/main" id="{31B611EC-0253-A614-C481-A1FCD9B63143}"/>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3" name="Parallelogramm 52">
              <a:extLst>
                <a:ext uri="{FF2B5EF4-FFF2-40B4-BE49-F238E27FC236}">
                  <a16:creationId xmlns:a16="http://schemas.microsoft.com/office/drawing/2014/main" id="{03E97C15-99B2-C628-FF01-1760B604D9C8}"/>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4" name="Parallelogramm 53">
              <a:extLst>
                <a:ext uri="{FF2B5EF4-FFF2-40B4-BE49-F238E27FC236}">
                  <a16:creationId xmlns:a16="http://schemas.microsoft.com/office/drawing/2014/main" id="{2AEDCD07-A50E-9AD7-7C5F-E6A58BDF0E00}"/>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5" name="Parallelogramm 54">
              <a:extLst>
                <a:ext uri="{FF2B5EF4-FFF2-40B4-BE49-F238E27FC236}">
                  <a16:creationId xmlns:a16="http://schemas.microsoft.com/office/drawing/2014/main" id="{2E1F0CA3-2F0D-C8C9-A26C-A94E8F9D5A6B}"/>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6" name="Parallelogramm 55">
              <a:extLst>
                <a:ext uri="{FF2B5EF4-FFF2-40B4-BE49-F238E27FC236}">
                  <a16:creationId xmlns:a16="http://schemas.microsoft.com/office/drawing/2014/main" id="{D2E8B704-7C74-5ABD-8551-0F18687DB3A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7" name="Parallelogramm 56">
              <a:extLst>
                <a:ext uri="{FF2B5EF4-FFF2-40B4-BE49-F238E27FC236}">
                  <a16:creationId xmlns:a16="http://schemas.microsoft.com/office/drawing/2014/main" id="{4DD0D25B-B68E-52C8-F485-82EFD6F534D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8" name="Parallelogramm 57">
              <a:extLst>
                <a:ext uri="{FF2B5EF4-FFF2-40B4-BE49-F238E27FC236}">
                  <a16:creationId xmlns:a16="http://schemas.microsoft.com/office/drawing/2014/main" id="{C0F9169B-78AC-E723-9732-25A301F5157B}"/>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59" name="Parallelogramm 58">
              <a:extLst>
                <a:ext uri="{FF2B5EF4-FFF2-40B4-BE49-F238E27FC236}">
                  <a16:creationId xmlns:a16="http://schemas.microsoft.com/office/drawing/2014/main" id="{D44E897D-3BAE-3070-F317-7B7737736385}"/>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0" name="Parallelogramm 59">
              <a:extLst>
                <a:ext uri="{FF2B5EF4-FFF2-40B4-BE49-F238E27FC236}">
                  <a16:creationId xmlns:a16="http://schemas.microsoft.com/office/drawing/2014/main" id="{D12434D8-E614-02C4-35C5-5A8210624C5D}"/>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1" name="Parallelogramm 60">
              <a:extLst>
                <a:ext uri="{FF2B5EF4-FFF2-40B4-BE49-F238E27FC236}">
                  <a16:creationId xmlns:a16="http://schemas.microsoft.com/office/drawing/2014/main" id="{25D0EC30-F0CD-7028-07C6-31A0A46F5687}"/>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2" name="Parallelogramm 61">
              <a:extLst>
                <a:ext uri="{FF2B5EF4-FFF2-40B4-BE49-F238E27FC236}">
                  <a16:creationId xmlns:a16="http://schemas.microsoft.com/office/drawing/2014/main" id="{15C53FD7-0571-AFB4-76B8-C165647B0CF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3" name="Parallelogramm 62">
              <a:extLst>
                <a:ext uri="{FF2B5EF4-FFF2-40B4-BE49-F238E27FC236}">
                  <a16:creationId xmlns:a16="http://schemas.microsoft.com/office/drawing/2014/main" id="{F8C6A87F-6FA6-0F77-131A-0AE2A7E5FEBB}"/>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4" name="Parallelogramm 63">
              <a:extLst>
                <a:ext uri="{FF2B5EF4-FFF2-40B4-BE49-F238E27FC236}">
                  <a16:creationId xmlns:a16="http://schemas.microsoft.com/office/drawing/2014/main" id="{4696A920-0DEB-EB7A-DD1B-6ECABD381673}"/>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65" name="Parallelogramm 64">
              <a:extLst>
                <a:ext uri="{FF2B5EF4-FFF2-40B4-BE49-F238E27FC236}">
                  <a16:creationId xmlns:a16="http://schemas.microsoft.com/office/drawing/2014/main" id="{FFD56427-82E5-DFD7-1956-AEFF3610C52D}"/>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66" name="Gruppe 65">
            <a:extLst>
              <a:ext uri="{FF2B5EF4-FFF2-40B4-BE49-F238E27FC236}">
                <a16:creationId xmlns:a16="http://schemas.microsoft.com/office/drawing/2014/main" id="{965F467F-C705-E684-A579-DB2879650B17}"/>
              </a:ext>
            </a:extLst>
          </p:cNvPr>
          <p:cNvGrpSpPr/>
          <p:nvPr userDrawn="1"/>
        </p:nvGrpSpPr>
        <p:grpSpPr>
          <a:xfrm>
            <a:off x="455617" y="5410200"/>
            <a:ext cx="11353792" cy="616755"/>
            <a:chOff x="760415" y="7127111"/>
            <a:chExt cx="10286999" cy="1148707"/>
          </a:xfrm>
        </p:grpSpPr>
        <p:cxnSp>
          <p:nvCxnSpPr>
            <p:cNvPr id="67" name="Gerader Verbinder 66">
              <a:extLst>
                <a:ext uri="{FF2B5EF4-FFF2-40B4-BE49-F238E27FC236}">
                  <a16:creationId xmlns:a16="http://schemas.microsoft.com/office/drawing/2014/main" id="{2F18B3D9-7217-BFE4-FE9A-DEDDDB26C748}"/>
                </a:ext>
              </a:extLst>
            </p:cNvPr>
            <p:cNvCxnSpPr/>
            <p:nvPr/>
          </p:nvCxnSpPr>
          <p:spPr>
            <a:xfrm>
              <a:off x="760416" y="8275818"/>
              <a:ext cx="1028699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E675D9E7-2DF6-6560-CC21-E81551E9AB0A}"/>
                </a:ext>
              </a:extLst>
            </p:cNvPr>
            <p:cNvCxnSpPr/>
            <p:nvPr/>
          </p:nvCxnSpPr>
          <p:spPr>
            <a:xfrm>
              <a:off x="760415" y="7127111"/>
              <a:ext cx="102869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69" name="Gerader Verbinder 68">
            <a:extLst>
              <a:ext uri="{FF2B5EF4-FFF2-40B4-BE49-F238E27FC236}">
                <a16:creationId xmlns:a16="http://schemas.microsoft.com/office/drawing/2014/main" id="{8DDEDD67-EA3D-363D-8A40-D49E5F1B4C1C}"/>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807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uppe 5">
            <a:extLst>
              <a:ext uri="{FF2B5EF4-FFF2-40B4-BE49-F238E27FC236}">
                <a16:creationId xmlns:a16="http://schemas.microsoft.com/office/drawing/2014/main" id="{8E7153E3-4FAF-5038-3E06-59C31F3C1FB3}"/>
              </a:ext>
            </a:extLst>
          </p:cNvPr>
          <p:cNvGrpSpPr/>
          <p:nvPr userDrawn="1"/>
        </p:nvGrpSpPr>
        <p:grpSpPr>
          <a:xfrm>
            <a:off x="456096" y="825273"/>
            <a:ext cx="5812452" cy="1469999"/>
            <a:chOff x="457033" y="830370"/>
            <a:chExt cx="5812452" cy="2065186"/>
          </a:xfrm>
        </p:grpSpPr>
        <p:grpSp>
          <p:nvGrpSpPr>
            <p:cNvPr id="7" name="Gruppe 6">
              <a:extLst>
                <a:ext uri="{FF2B5EF4-FFF2-40B4-BE49-F238E27FC236}">
                  <a16:creationId xmlns:a16="http://schemas.microsoft.com/office/drawing/2014/main" id="{47E83417-C739-7E6A-1A1E-66C3A939437F}"/>
                </a:ext>
              </a:extLst>
            </p:cNvPr>
            <p:cNvGrpSpPr/>
            <p:nvPr/>
          </p:nvGrpSpPr>
          <p:grpSpPr>
            <a:xfrm>
              <a:off x="457033" y="830370"/>
              <a:ext cx="5812452" cy="2065186"/>
              <a:chOff x="8710542" y="4028386"/>
              <a:chExt cx="5280721" cy="1876260"/>
            </a:xfrm>
          </p:grpSpPr>
          <p:sp>
            <p:nvSpPr>
              <p:cNvPr id="11" name="Parallelogramm 10">
                <a:extLst>
                  <a:ext uri="{FF2B5EF4-FFF2-40B4-BE49-F238E27FC236}">
                    <a16:creationId xmlns:a16="http://schemas.microsoft.com/office/drawing/2014/main" id="{9506D605-7BD2-DBFC-DB13-E043D25FFA58}"/>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nvGrpSpPr>
              <p:cNvPr id="12" name="Gruppe 11">
                <a:extLst>
                  <a:ext uri="{FF2B5EF4-FFF2-40B4-BE49-F238E27FC236}">
                    <a16:creationId xmlns:a16="http://schemas.microsoft.com/office/drawing/2014/main" id="{1257EFF3-5056-A157-A797-3494AFA4704F}"/>
                  </a:ext>
                </a:extLst>
              </p:cNvPr>
              <p:cNvGrpSpPr/>
              <p:nvPr/>
            </p:nvGrpSpPr>
            <p:grpSpPr>
              <a:xfrm>
                <a:off x="8720638" y="4038595"/>
                <a:ext cx="753919" cy="1414370"/>
                <a:chOff x="8720635" y="4038595"/>
                <a:chExt cx="794638" cy="1490760"/>
              </a:xfrm>
            </p:grpSpPr>
            <p:sp>
              <p:nvSpPr>
                <p:cNvPr id="18" name="Gleichschenkliges Dreieck 42">
                  <a:extLst>
                    <a:ext uri="{FF2B5EF4-FFF2-40B4-BE49-F238E27FC236}">
                      <a16:creationId xmlns:a16="http://schemas.microsoft.com/office/drawing/2014/main" id="{7A4C9B86-B935-82A0-D658-EBB7D17E7381}"/>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9" name="Gleichschenkliges Dreieck 43">
                  <a:extLst>
                    <a:ext uri="{FF2B5EF4-FFF2-40B4-BE49-F238E27FC236}">
                      <a16:creationId xmlns:a16="http://schemas.microsoft.com/office/drawing/2014/main" id="{3AF50299-1EA6-1864-EDAC-C3E6877A47C9}"/>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sp>
            <p:nvSpPr>
              <p:cNvPr id="13" name="Parallelogramm 12">
                <a:extLst>
                  <a:ext uri="{FF2B5EF4-FFF2-40B4-BE49-F238E27FC236}">
                    <a16:creationId xmlns:a16="http://schemas.microsoft.com/office/drawing/2014/main" id="{04CF649A-DFC6-1BF8-0270-752AAA9CEDD6}"/>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4" name="Parallelogramm 13">
                <a:extLst>
                  <a:ext uri="{FF2B5EF4-FFF2-40B4-BE49-F238E27FC236}">
                    <a16:creationId xmlns:a16="http://schemas.microsoft.com/office/drawing/2014/main" id="{90108786-C7D0-954D-E8A3-AF7C673DEFA1}"/>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nvGrpSpPr>
              <p:cNvPr id="15" name="Gruppe 14">
                <a:extLst>
                  <a:ext uri="{FF2B5EF4-FFF2-40B4-BE49-F238E27FC236}">
                    <a16:creationId xmlns:a16="http://schemas.microsoft.com/office/drawing/2014/main" id="{0C3DC63D-6304-DCBF-34B3-0EBBEC1F9065}"/>
                  </a:ext>
                </a:extLst>
              </p:cNvPr>
              <p:cNvGrpSpPr/>
              <p:nvPr/>
            </p:nvGrpSpPr>
            <p:grpSpPr>
              <a:xfrm>
                <a:off x="13172716" y="4417422"/>
                <a:ext cx="818547" cy="1487224"/>
                <a:chOff x="13190867" y="4398032"/>
                <a:chExt cx="829443" cy="1507020"/>
              </a:xfrm>
            </p:grpSpPr>
            <p:sp>
              <p:nvSpPr>
                <p:cNvPr id="16" name="Gleichschenkliges Dreieck 40">
                  <a:extLst>
                    <a:ext uri="{FF2B5EF4-FFF2-40B4-BE49-F238E27FC236}">
                      <a16:creationId xmlns:a16="http://schemas.microsoft.com/office/drawing/2014/main" id="{6B52CBF4-8599-BFF2-4482-EEE46A5F9AF4}"/>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7" name="Gleichschenkliges Dreieck 41">
                  <a:extLst>
                    <a:ext uri="{FF2B5EF4-FFF2-40B4-BE49-F238E27FC236}">
                      <a16:creationId xmlns:a16="http://schemas.microsoft.com/office/drawing/2014/main" id="{042C9065-C8B2-7FDF-02E8-2C9F4269F51F}"/>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sp>
          <p:nvSpPr>
            <p:cNvPr id="8" name="Parallelogramm 7">
              <a:extLst>
                <a:ext uri="{FF2B5EF4-FFF2-40B4-BE49-F238E27FC236}">
                  <a16:creationId xmlns:a16="http://schemas.microsoft.com/office/drawing/2014/main" id="{7A190318-A06B-CC6B-18D2-C2B0A8150403}"/>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9" name="Parallelogramm 8">
              <a:extLst>
                <a:ext uri="{FF2B5EF4-FFF2-40B4-BE49-F238E27FC236}">
                  <a16:creationId xmlns:a16="http://schemas.microsoft.com/office/drawing/2014/main" id="{FEEE936E-06C8-2235-5084-73FE99F4D1CA}"/>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0" name="Parallelogramm 9">
              <a:extLst>
                <a:ext uri="{FF2B5EF4-FFF2-40B4-BE49-F238E27FC236}">
                  <a16:creationId xmlns:a16="http://schemas.microsoft.com/office/drawing/2014/main" id="{F084BE1D-78B4-6DAB-93E4-251AC62C1350}"/>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20" name="Gruppe 19">
            <a:extLst>
              <a:ext uri="{FF2B5EF4-FFF2-40B4-BE49-F238E27FC236}">
                <a16:creationId xmlns:a16="http://schemas.microsoft.com/office/drawing/2014/main" id="{1EA096FF-DA4D-A343-D4C0-23DE487905E1}"/>
              </a:ext>
            </a:extLst>
          </p:cNvPr>
          <p:cNvGrpSpPr/>
          <p:nvPr userDrawn="1"/>
        </p:nvGrpSpPr>
        <p:grpSpPr>
          <a:xfrm>
            <a:off x="455611" y="4572000"/>
            <a:ext cx="5812452" cy="1469999"/>
            <a:chOff x="457033" y="830370"/>
            <a:chExt cx="5812452" cy="2065186"/>
          </a:xfrm>
        </p:grpSpPr>
        <p:grpSp>
          <p:nvGrpSpPr>
            <p:cNvPr id="21" name="Gruppe 20">
              <a:extLst>
                <a:ext uri="{FF2B5EF4-FFF2-40B4-BE49-F238E27FC236}">
                  <a16:creationId xmlns:a16="http://schemas.microsoft.com/office/drawing/2014/main" id="{498E795A-DDAB-7E87-CB74-F3C9400DAA07}"/>
                </a:ext>
              </a:extLst>
            </p:cNvPr>
            <p:cNvGrpSpPr/>
            <p:nvPr/>
          </p:nvGrpSpPr>
          <p:grpSpPr>
            <a:xfrm>
              <a:off x="457033" y="830370"/>
              <a:ext cx="5812452" cy="2065186"/>
              <a:chOff x="8710542" y="4028386"/>
              <a:chExt cx="5280721" cy="1876260"/>
            </a:xfrm>
          </p:grpSpPr>
          <p:sp>
            <p:nvSpPr>
              <p:cNvPr id="25" name="Parallelogramm 24">
                <a:extLst>
                  <a:ext uri="{FF2B5EF4-FFF2-40B4-BE49-F238E27FC236}">
                    <a16:creationId xmlns:a16="http://schemas.microsoft.com/office/drawing/2014/main" id="{2842CD96-6F19-C2E7-DB53-F591695BFBFD}"/>
                  </a:ext>
                </a:extLst>
              </p:cNvPr>
              <p:cNvSpPr/>
              <p:nvPr/>
            </p:nvSpPr>
            <p:spPr>
              <a:xfrm>
                <a:off x="8710542"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nvGrpSpPr>
              <p:cNvPr id="26" name="Gruppe 25">
                <a:extLst>
                  <a:ext uri="{FF2B5EF4-FFF2-40B4-BE49-F238E27FC236}">
                    <a16:creationId xmlns:a16="http://schemas.microsoft.com/office/drawing/2014/main" id="{168D220F-2EBD-A806-C9C2-3C1B91FB55A9}"/>
                  </a:ext>
                </a:extLst>
              </p:cNvPr>
              <p:cNvGrpSpPr/>
              <p:nvPr/>
            </p:nvGrpSpPr>
            <p:grpSpPr>
              <a:xfrm>
                <a:off x="8720638" y="4038595"/>
                <a:ext cx="753919" cy="1414370"/>
                <a:chOff x="8720635" y="4038595"/>
                <a:chExt cx="794638" cy="1490760"/>
              </a:xfrm>
            </p:grpSpPr>
            <p:sp>
              <p:nvSpPr>
                <p:cNvPr id="32" name="Gleichschenkliges Dreieck 42">
                  <a:extLst>
                    <a:ext uri="{FF2B5EF4-FFF2-40B4-BE49-F238E27FC236}">
                      <a16:creationId xmlns:a16="http://schemas.microsoft.com/office/drawing/2014/main" id="{BB1DE0C2-5412-A76E-69E1-3A57548DA2C0}"/>
                    </a:ext>
                  </a:extLst>
                </p:cNvPr>
                <p:cNvSpPr/>
                <p:nvPr/>
              </p:nvSpPr>
              <p:spPr>
                <a:xfrm rot="10800000">
                  <a:off x="8720635" y="4038595"/>
                  <a:ext cx="794638" cy="1490760"/>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3" name="Gleichschenkliges Dreieck 43">
                  <a:extLst>
                    <a:ext uri="{FF2B5EF4-FFF2-40B4-BE49-F238E27FC236}">
                      <a16:creationId xmlns:a16="http://schemas.microsoft.com/office/drawing/2014/main" id="{3D50BC3F-930B-FB72-0B5F-CEEFA2FA8FA0}"/>
                    </a:ext>
                  </a:extLst>
                </p:cNvPr>
                <p:cNvSpPr/>
                <p:nvPr/>
              </p:nvSpPr>
              <p:spPr>
                <a:xfrm rot="10800000">
                  <a:off x="8728687" y="4045437"/>
                  <a:ext cx="298605" cy="49495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sp>
            <p:nvSpPr>
              <p:cNvPr id="27" name="Parallelogramm 26">
                <a:extLst>
                  <a:ext uri="{FF2B5EF4-FFF2-40B4-BE49-F238E27FC236}">
                    <a16:creationId xmlns:a16="http://schemas.microsoft.com/office/drawing/2014/main" id="{F0CB9AE1-299B-0510-3AB7-F2F04AFD95EB}"/>
                  </a:ext>
                </a:extLst>
              </p:cNvPr>
              <p:cNvSpPr/>
              <p:nvPr/>
            </p:nvSpPr>
            <p:spPr>
              <a:xfrm>
                <a:off x="9439065" y="4028386"/>
                <a:ext cx="1522674" cy="1832173"/>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8" name="Parallelogramm 27">
                <a:extLst>
                  <a:ext uri="{FF2B5EF4-FFF2-40B4-BE49-F238E27FC236}">
                    <a16:creationId xmlns:a16="http://schemas.microsoft.com/office/drawing/2014/main" id="{4980405C-D948-1A58-EC49-ED0B23B548AB}"/>
                  </a:ext>
                </a:extLst>
              </p:cNvPr>
              <p:cNvSpPr/>
              <p:nvPr/>
            </p:nvSpPr>
            <p:spPr>
              <a:xfrm>
                <a:off x="10161561" y="4045440"/>
                <a:ext cx="1522674" cy="1821960"/>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nvGrpSpPr>
              <p:cNvPr id="29" name="Gruppe 28">
                <a:extLst>
                  <a:ext uri="{FF2B5EF4-FFF2-40B4-BE49-F238E27FC236}">
                    <a16:creationId xmlns:a16="http://schemas.microsoft.com/office/drawing/2014/main" id="{7F270D1C-3800-E1FC-9565-BFBE2F1A59EE}"/>
                  </a:ext>
                </a:extLst>
              </p:cNvPr>
              <p:cNvGrpSpPr/>
              <p:nvPr/>
            </p:nvGrpSpPr>
            <p:grpSpPr>
              <a:xfrm>
                <a:off x="13172716" y="4417422"/>
                <a:ext cx="818547" cy="1487224"/>
                <a:chOff x="13190867" y="4398032"/>
                <a:chExt cx="829443" cy="1507020"/>
              </a:xfrm>
            </p:grpSpPr>
            <p:sp>
              <p:nvSpPr>
                <p:cNvPr id="30" name="Gleichschenkliges Dreieck 40">
                  <a:extLst>
                    <a:ext uri="{FF2B5EF4-FFF2-40B4-BE49-F238E27FC236}">
                      <a16:creationId xmlns:a16="http://schemas.microsoft.com/office/drawing/2014/main" id="{F3BD1C8B-91DF-FCC8-CD61-449251E29867}"/>
                    </a:ext>
                  </a:extLst>
                </p:cNvPr>
                <p:cNvSpPr/>
                <p:nvPr/>
              </p:nvSpPr>
              <p:spPr>
                <a:xfrm>
                  <a:off x="13190867" y="4398032"/>
                  <a:ext cx="829442" cy="1469372"/>
                </a:xfrm>
                <a:prstGeom prst="triangle">
                  <a:avLst>
                    <a:gd name="adj" fmla="val 988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31" name="Gleichschenkliges Dreieck 41">
                  <a:extLst>
                    <a:ext uri="{FF2B5EF4-FFF2-40B4-BE49-F238E27FC236}">
                      <a16:creationId xmlns:a16="http://schemas.microsoft.com/office/drawing/2014/main" id="{AFB2A733-589E-F734-652F-24BE73548569}"/>
                    </a:ext>
                  </a:extLst>
                </p:cNvPr>
                <p:cNvSpPr/>
                <p:nvPr/>
              </p:nvSpPr>
              <p:spPr>
                <a:xfrm>
                  <a:off x="13649993" y="5186464"/>
                  <a:ext cx="370317" cy="718588"/>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sp>
          <p:nvSpPr>
            <p:cNvPr id="22" name="Parallelogramm 21">
              <a:extLst>
                <a:ext uri="{FF2B5EF4-FFF2-40B4-BE49-F238E27FC236}">
                  <a16:creationId xmlns:a16="http://schemas.microsoft.com/office/drawing/2014/main" id="{7851D053-622F-D591-749F-3F8F85CB8706}"/>
                </a:ext>
              </a:extLst>
            </p:cNvPr>
            <p:cNvSpPr/>
            <p:nvPr/>
          </p:nvSpPr>
          <p:spPr>
            <a:xfrm>
              <a:off x="28892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3" name="Parallelogramm 22">
              <a:extLst>
                <a:ext uri="{FF2B5EF4-FFF2-40B4-BE49-F238E27FC236}">
                  <a16:creationId xmlns:a16="http://schemas.microsoft.com/office/drawing/2014/main" id="{65BD8778-F92B-F561-5C9F-4E28D2BAE444}"/>
                </a:ext>
              </a:extLst>
            </p:cNvPr>
            <p:cNvSpPr/>
            <p:nvPr/>
          </p:nvSpPr>
          <p:spPr>
            <a:xfrm>
              <a:off x="3720709"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4" name="Parallelogramm 23">
              <a:extLst>
                <a:ext uri="{FF2B5EF4-FFF2-40B4-BE49-F238E27FC236}">
                  <a16:creationId xmlns:a16="http://schemas.microsoft.com/office/drawing/2014/main" id="{3078A0F2-8500-3B61-7CB7-C06B717BC7B3}"/>
                </a:ext>
              </a:extLst>
            </p:cNvPr>
            <p:cNvSpPr/>
            <p:nvPr/>
          </p:nvSpPr>
          <p:spPr>
            <a:xfrm>
              <a:off x="4550954" y="849143"/>
              <a:ext cx="1675997" cy="2005419"/>
            </a:xfrm>
            <a:prstGeom prst="parallelogram">
              <a:avLst>
                <a:gd name="adj" fmla="val 77188"/>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34" name="Gerader Verbinder 33">
            <a:extLst>
              <a:ext uri="{FF2B5EF4-FFF2-40B4-BE49-F238E27FC236}">
                <a16:creationId xmlns:a16="http://schemas.microsoft.com/office/drawing/2014/main" id="{16F49FA9-9C63-477D-9647-E85476276144}"/>
              </a:ext>
            </a:extLst>
          </p:cNvPr>
          <p:cNvCxnSpPr/>
          <p:nvPr userDrawn="1"/>
        </p:nvCxnSpPr>
        <p:spPr>
          <a:xfrm>
            <a:off x="6246813" y="831037"/>
            <a:ext cx="0" cy="5195252"/>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35" name="Gruppe 34">
            <a:extLst>
              <a:ext uri="{FF2B5EF4-FFF2-40B4-BE49-F238E27FC236}">
                <a16:creationId xmlns:a16="http://schemas.microsoft.com/office/drawing/2014/main" id="{BCD77793-980F-C12A-4C1F-8E5CF2312BCB}"/>
              </a:ext>
            </a:extLst>
          </p:cNvPr>
          <p:cNvGrpSpPr/>
          <p:nvPr userDrawn="1"/>
        </p:nvGrpSpPr>
        <p:grpSpPr>
          <a:xfrm>
            <a:off x="453810" y="2277215"/>
            <a:ext cx="5804109" cy="2302786"/>
            <a:chOff x="379667" y="2277215"/>
            <a:chExt cx="5651371" cy="2302786"/>
          </a:xfrm>
        </p:grpSpPr>
        <p:cxnSp>
          <p:nvCxnSpPr>
            <p:cNvPr id="36" name="Gerader Verbinder 35">
              <a:extLst>
                <a:ext uri="{FF2B5EF4-FFF2-40B4-BE49-F238E27FC236}">
                  <a16:creationId xmlns:a16="http://schemas.microsoft.com/office/drawing/2014/main" id="{0666CF6D-7BC9-C8C9-5F6E-1ABD405AF2F1}"/>
                </a:ext>
              </a:extLst>
            </p:cNvPr>
            <p:cNvCxnSpPr>
              <a:cxnSpLocks/>
            </p:cNvCxnSpPr>
            <p:nvPr/>
          </p:nvCxnSpPr>
          <p:spPr>
            <a:xfrm flipH="1">
              <a:off x="379667" y="2277215"/>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65055B61-28A3-530B-B84F-BBE72252970B}"/>
                </a:ext>
              </a:extLst>
            </p:cNvPr>
            <p:cNvCxnSpPr>
              <a:cxnSpLocks/>
            </p:cNvCxnSpPr>
            <p:nvPr/>
          </p:nvCxnSpPr>
          <p:spPr>
            <a:xfrm>
              <a:off x="392243" y="4580001"/>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38" name="Gerader Verbinder 37">
            <a:extLst>
              <a:ext uri="{FF2B5EF4-FFF2-40B4-BE49-F238E27FC236}">
                <a16:creationId xmlns:a16="http://schemas.microsoft.com/office/drawing/2014/main" id="{F4B99DA4-D361-CB3B-1C65-E043624F851D}"/>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64EB66D9-438A-25D6-4477-C6587095FFD0}"/>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Titel 1">
            <a:extLst>
              <a:ext uri="{FF2B5EF4-FFF2-40B4-BE49-F238E27FC236}">
                <a16:creationId xmlns:a16="http://schemas.microsoft.com/office/drawing/2014/main" id="{F4C98393-F36D-0E2E-7C65-156C35874895}"/>
              </a:ext>
            </a:extLst>
          </p:cNvPr>
          <p:cNvSpPr>
            <a:spLocks noGrp="1"/>
          </p:cNvSpPr>
          <p:nvPr>
            <p:ph type="title"/>
          </p:nvPr>
        </p:nvSpPr>
        <p:spPr>
          <a:xfrm>
            <a:off x="455602" y="2295272"/>
            <a:ext cx="5788152" cy="2284060"/>
          </a:xfrm>
        </p:spPr>
        <p:txBody>
          <a:bodyPr rtlCol="0"/>
          <a:lstStyle/>
          <a:p>
            <a:pPr rtl="0"/>
            <a:r>
              <a:rPr lang="de-DE"/>
              <a:t>Mastertitelformat bearbeiten</a:t>
            </a:r>
            <a:endParaRPr lang="de"/>
          </a:p>
        </p:txBody>
      </p:sp>
      <p:sp>
        <p:nvSpPr>
          <p:cNvPr id="41" name="Inhaltsplatzhalter 40">
            <a:extLst>
              <a:ext uri="{FF2B5EF4-FFF2-40B4-BE49-F238E27FC236}">
                <a16:creationId xmlns:a16="http://schemas.microsoft.com/office/drawing/2014/main" id="{C19160C8-ECEB-7240-9ABC-EF687B108C4A}"/>
              </a:ext>
            </a:extLst>
          </p:cNvPr>
          <p:cNvSpPr>
            <a:spLocks noGrp="1"/>
          </p:cNvSpPr>
          <p:nvPr>
            <p:ph sz="quarter" idx="13"/>
          </p:nvPr>
        </p:nvSpPr>
        <p:spPr>
          <a:xfrm>
            <a:off x="6775704" y="990600"/>
            <a:ext cx="4576508" cy="4938713"/>
          </a:xfrm>
        </p:spPr>
        <p:txBody>
          <a:bodyPr rtlCol="0" anchor="ctr"/>
          <a:lstStyle>
            <a:lvl1pPr marL="0" indent="0">
              <a:lnSpc>
                <a:spcPct val="150000"/>
              </a:lnSpc>
              <a:spcBef>
                <a:spcPts val="0"/>
              </a:spcBef>
              <a:buNone/>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AFAB1309-6FE3-0960-7BB1-BDE74FC2D615}"/>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D63F6282-234B-8776-F76F-A59B8040AD36}"/>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31EEF7EA-493F-E798-EEAB-43E3F04C8E94}"/>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Tree>
    <p:extLst>
      <p:ext uri="{BB962C8B-B14F-4D97-AF65-F5344CB8AC3E}">
        <p14:creationId xmlns:p14="http://schemas.microsoft.com/office/powerpoint/2010/main" val="352796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oben und Inhalt links">
    <p:spTree>
      <p:nvGrpSpPr>
        <p:cNvPr id="1" name=""/>
        <p:cNvGrpSpPr/>
        <p:nvPr/>
      </p:nvGrpSpPr>
      <p:grpSpPr>
        <a:xfrm>
          <a:off x="0" y="0"/>
          <a:ext cx="0" cy="0"/>
          <a:chOff x="0" y="0"/>
          <a:chExt cx="0" cy="0"/>
        </a:xfrm>
      </p:grpSpPr>
      <p:grpSp>
        <p:nvGrpSpPr>
          <p:cNvPr id="6" name="Gruppe 5">
            <a:extLst>
              <a:ext uri="{FF2B5EF4-FFF2-40B4-BE49-F238E27FC236}">
                <a16:creationId xmlns:a16="http://schemas.microsoft.com/office/drawing/2014/main" id="{997EA237-29E4-C9E5-1412-45F20A771318}"/>
              </a:ext>
            </a:extLst>
          </p:cNvPr>
          <p:cNvGrpSpPr/>
          <p:nvPr userDrawn="1"/>
        </p:nvGrpSpPr>
        <p:grpSpPr>
          <a:xfrm>
            <a:off x="6048174" y="831032"/>
            <a:ext cx="5732456" cy="364609"/>
            <a:chOff x="6019602" y="5661675"/>
            <a:chExt cx="5732456" cy="364609"/>
          </a:xfrm>
        </p:grpSpPr>
        <p:sp>
          <p:nvSpPr>
            <p:cNvPr id="7" name="Parallelogramm 6">
              <a:extLst>
                <a:ext uri="{FF2B5EF4-FFF2-40B4-BE49-F238E27FC236}">
                  <a16:creationId xmlns:a16="http://schemas.microsoft.com/office/drawing/2014/main" id="{1067193A-4C41-AD7D-5AE7-4018376E69D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8" name="Parallelogramm 7">
              <a:extLst>
                <a:ext uri="{FF2B5EF4-FFF2-40B4-BE49-F238E27FC236}">
                  <a16:creationId xmlns:a16="http://schemas.microsoft.com/office/drawing/2014/main" id="{C2D123BE-1B6C-C770-3900-0879FE097DA6}"/>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9" name="Parallelogramm 8">
              <a:extLst>
                <a:ext uri="{FF2B5EF4-FFF2-40B4-BE49-F238E27FC236}">
                  <a16:creationId xmlns:a16="http://schemas.microsoft.com/office/drawing/2014/main" id="{60214242-3860-51C5-20FB-A2DFA298A64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0" name="Parallelogramm 9">
              <a:extLst>
                <a:ext uri="{FF2B5EF4-FFF2-40B4-BE49-F238E27FC236}">
                  <a16:creationId xmlns:a16="http://schemas.microsoft.com/office/drawing/2014/main" id="{960A3393-CF72-9623-16A9-B9F0D4324992}"/>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1" name="Parallelogramm 10">
              <a:extLst>
                <a:ext uri="{FF2B5EF4-FFF2-40B4-BE49-F238E27FC236}">
                  <a16:creationId xmlns:a16="http://schemas.microsoft.com/office/drawing/2014/main" id="{9E66747B-3A35-E221-7141-F2675D8B6B3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2" name="Parallelogramm 11">
              <a:extLst>
                <a:ext uri="{FF2B5EF4-FFF2-40B4-BE49-F238E27FC236}">
                  <a16:creationId xmlns:a16="http://schemas.microsoft.com/office/drawing/2014/main" id="{2BA5F574-F13B-DD46-1569-957B8C2121D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3" name="Parallelogramm 12">
              <a:extLst>
                <a:ext uri="{FF2B5EF4-FFF2-40B4-BE49-F238E27FC236}">
                  <a16:creationId xmlns:a16="http://schemas.microsoft.com/office/drawing/2014/main" id="{419CF334-9665-5F30-9F58-70950EE0825F}"/>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14" name="Gerader Verbinder 13">
            <a:extLst>
              <a:ext uri="{FF2B5EF4-FFF2-40B4-BE49-F238E27FC236}">
                <a16:creationId xmlns:a16="http://schemas.microsoft.com/office/drawing/2014/main" id="{C7DA8F13-04F3-DE80-D663-1A43C40A1523}"/>
              </a:ext>
            </a:extLst>
          </p:cNvPr>
          <p:cNvCxnSpPr>
            <a:cxnSpLocks/>
          </p:cNvCxnSpPr>
          <p:nvPr userDrawn="1"/>
        </p:nvCxnSpPr>
        <p:spPr>
          <a:xfrm flipH="1">
            <a:off x="6010075" y="3553941"/>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4DC861AE-2000-B67A-1013-C065785C8824}"/>
              </a:ext>
            </a:extLst>
          </p:cNvPr>
          <p:cNvCxnSpPr>
            <a:cxnSpLocks/>
          </p:cNvCxnSpPr>
          <p:nvPr userDrawn="1"/>
        </p:nvCxnSpPr>
        <p:spPr>
          <a:xfrm flipH="1">
            <a:off x="6010075" y="1191925"/>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6" name="Gruppe 15">
            <a:extLst>
              <a:ext uri="{FF2B5EF4-FFF2-40B4-BE49-F238E27FC236}">
                <a16:creationId xmlns:a16="http://schemas.microsoft.com/office/drawing/2014/main" id="{1A56E6F3-93DA-B3EA-46A3-D9DDB8500FE9}"/>
              </a:ext>
            </a:extLst>
          </p:cNvPr>
          <p:cNvGrpSpPr/>
          <p:nvPr userDrawn="1"/>
        </p:nvGrpSpPr>
        <p:grpSpPr>
          <a:xfrm>
            <a:off x="6040759" y="3566068"/>
            <a:ext cx="5732456" cy="364609"/>
            <a:chOff x="6019602" y="5661675"/>
            <a:chExt cx="5732456" cy="364609"/>
          </a:xfrm>
        </p:grpSpPr>
        <p:sp>
          <p:nvSpPr>
            <p:cNvPr id="17" name="Parallelogramm 16">
              <a:extLst>
                <a:ext uri="{FF2B5EF4-FFF2-40B4-BE49-F238E27FC236}">
                  <a16:creationId xmlns:a16="http://schemas.microsoft.com/office/drawing/2014/main" id="{D5280277-9E19-9704-ABD4-1C8FD523AF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8" name="Parallelogramm 17">
              <a:extLst>
                <a:ext uri="{FF2B5EF4-FFF2-40B4-BE49-F238E27FC236}">
                  <a16:creationId xmlns:a16="http://schemas.microsoft.com/office/drawing/2014/main" id="{BC067164-AF53-9619-FC03-FDC26E1C927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9" name="Parallelogramm 18">
              <a:extLst>
                <a:ext uri="{FF2B5EF4-FFF2-40B4-BE49-F238E27FC236}">
                  <a16:creationId xmlns:a16="http://schemas.microsoft.com/office/drawing/2014/main" id="{12F2B5D7-28A9-E995-4985-B550BCA752B9}"/>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0" name="Parallelogramm 19">
              <a:extLst>
                <a:ext uri="{FF2B5EF4-FFF2-40B4-BE49-F238E27FC236}">
                  <a16:creationId xmlns:a16="http://schemas.microsoft.com/office/drawing/2014/main" id="{213BCD68-93FC-814A-D777-F85BB289AD61}"/>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1" name="Parallelogramm 20">
              <a:extLst>
                <a:ext uri="{FF2B5EF4-FFF2-40B4-BE49-F238E27FC236}">
                  <a16:creationId xmlns:a16="http://schemas.microsoft.com/office/drawing/2014/main" id="{D44736AA-6664-C549-2FAD-8A0CFE27AFA5}"/>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2" name="Parallelogramm 21">
              <a:extLst>
                <a:ext uri="{FF2B5EF4-FFF2-40B4-BE49-F238E27FC236}">
                  <a16:creationId xmlns:a16="http://schemas.microsoft.com/office/drawing/2014/main" id="{BC2E2F51-EF4C-75FB-6221-8DB6F4BDC3E6}"/>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3" name="Parallelogramm 22">
              <a:extLst>
                <a:ext uri="{FF2B5EF4-FFF2-40B4-BE49-F238E27FC236}">
                  <a16:creationId xmlns:a16="http://schemas.microsoft.com/office/drawing/2014/main" id="{86C815CE-7C62-59B1-BAB4-4397B0C1542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24" name="Gerader Verbinder 23">
            <a:extLst>
              <a:ext uri="{FF2B5EF4-FFF2-40B4-BE49-F238E27FC236}">
                <a16:creationId xmlns:a16="http://schemas.microsoft.com/office/drawing/2014/main" id="{ECED2785-56AF-3451-10FB-4E6F9699635B}"/>
              </a:ext>
            </a:extLst>
          </p:cNvPr>
          <p:cNvCxnSpPr>
            <a:cxnSpLocks/>
          </p:cNvCxnSpPr>
          <p:nvPr userDrawn="1"/>
        </p:nvCxnSpPr>
        <p:spPr>
          <a:xfrm flipH="1">
            <a:off x="6019602" y="3919564"/>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25" name="Bild 24" descr="Ein blauer Hintergrund mit weißen Linien&#10;&#10;Automatisch generierte Beschreibung">
            <a:extLst>
              <a:ext uri="{FF2B5EF4-FFF2-40B4-BE49-F238E27FC236}">
                <a16:creationId xmlns:a16="http://schemas.microsoft.com/office/drawing/2014/main" id="{E69ACA87-2170-A3D4-B23A-427CA93C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30437" y="3949700"/>
            <a:ext cx="5753100" cy="2070100"/>
          </a:xfrm>
          <a:prstGeom prst="rect">
            <a:avLst/>
          </a:prstGeom>
        </p:spPr>
      </p:pic>
      <p:cxnSp>
        <p:nvCxnSpPr>
          <p:cNvPr id="26" name="Gerader Verbinder 25">
            <a:extLst>
              <a:ext uri="{FF2B5EF4-FFF2-40B4-BE49-F238E27FC236}">
                <a16:creationId xmlns:a16="http://schemas.microsoft.com/office/drawing/2014/main" id="{8022FA80-17C9-2722-5498-68FDC0326EB4}"/>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C9E7745F-BACD-DC4C-E55C-899B1D90F3FE}"/>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9" name="Titel 1">
            <a:extLst>
              <a:ext uri="{FF2B5EF4-FFF2-40B4-BE49-F238E27FC236}">
                <a16:creationId xmlns:a16="http://schemas.microsoft.com/office/drawing/2014/main" id="{AA0A0B06-0927-9D33-6F76-CBB62C289E16}"/>
              </a:ext>
            </a:extLst>
          </p:cNvPr>
          <p:cNvSpPr>
            <a:spLocks noGrp="1"/>
          </p:cNvSpPr>
          <p:nvPr>
            <p:ph type="title"/>
          </p:nvPr>
        </p:nvSpPr>
        <p:spPr>
          <a:xfrm>
            <a:off x="6016752" y="1229933"/>
            <a:ext cx="5788152" cy="2286000"/>
          </a:xfrm>
        </p:spPr>
        <p:txBody>
          <a:bodyPr rtlCol="0"/>
          <a:lstStyle/>
          <a:p>
            <a:pPr rtl="0"/>
            <a:r>
              <a:rPr lang="de-DE"/>
              <a:t>Mastertitelformat bearbeiten</a:t>
            </a:r>
            <a:endParaRPr lang="en-US" dirty="0"/>
          </a:p>
        </p:txBody>
      </p:sp>
      <p:sp>
        <p:nvSpPr>
          <p:cNvPr id="30" name="Inhaltsplatzhalter 40">
            <a:extLst>
              <a:ext uri="{FF2B5EF4-FFF2-40B4-BE49-F238E27FC236}">
                <a16:creationId xmlns:a16="http://schemas.microsoft.com/office/drawing/2014/main" id="{23951D4E-C68E-139B-F5B4-4C5307ADD0B1}"/>
              </a:ext>
            </a:extLst>
          </p:cNvPr>
          <p:cNvSpPr>
            <a:spLocks noGrp="1"/>
          </p:cNvSpPr>
          <p:nvPr>
            <p:ph sz="quarter" idx="13"/>
          </p:nvPr>
        </p:nvSpPr>
        <p:spPr>
          <a:xfrm>
            <a:off x="987552" y="990600"/>
            <a:ext cx="4576508" cy="4938713"/>
          </a:xfrm>
        </p:spPr>
        <p:txBody>
          <a:bodyPr rtlCol="0" anchor="ctr"/>
          <a:lstStyle>
            <a:lvl1pPr marL="228600" indent="-228600">
              <a:lnSpc>
                <a:spcPct val="90000"/>
              </a:lnSpc>
              <a:spcBef>
                <a:spcPts val="1800"/>
              </a:spcBef>
              <a:buFont typeface="Arial" panose="020B0604020202020204" pitchFamily="34" charset="0"/>
              <a:buChar char="•"/>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12E8B233-AE33-4CB0-F4DA-8AF182D1A119}"/>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0168337A-F55F-FF31-E2BC-ECDF93A39831}"/>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19202236-DAB8-3C41-8C40-1448CC45C51E}"/>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Tree>
    <p:extLst>
      <p:ext uri="{BB962C8B-B14F-4D97-AF65-F5344CB8AC3E}">
        <p14:creationId xmlns:p14="http://schemas.microsoft.com/office/powerpoint/2010/main" val="226845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und Teil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01A60C-5945-8E6F-F895-9ECCDE0CA279}"/>
              </a:ext>
            </a:extLst>
          </p:cNvPr>
          <p:cNvSpPr>
            <a:spLocks noGrp="1"/>
          </p:cNvSpPr>
          <p:nvPr>
            <p:ph type="title"/>
          </p:nvPr>
        </p:nvSpPr>
        <p:spPr>
          <a:xfrm>
            <a:off x="455602" y="1554480"/>
            <a:ext cx="8010144" cy="1673352"/>
          </a:xfrm>
        </p:spPr>
        <p:txBody>
          <a:bodyPr rtlCol="0"/>
          <a:lstStyle/>
          <a:p>
            <a:pPr rtl="0"/>
            <a:r>
              <a:rPr lang="de-DE"/>
              <a:t>Mastertitelformat bearbeiten</a:t>
            </a:r>
            <a:endParaRPr lang="de"/>
          </a:p>
        </p:txBody>
      </p:sp>
      <p:sp>
        <p:nvSpPr>
          <p:cNvPr id="24" name="Inhaltsplatzhalter 40">
            <a:extLst>
              <a:ext uri="{FF2B5EF4-FFF2-40B4-BE49-F238E27FC236}">
                <a16:creationId xmlns:a16="http://schemas.microsoft.com/office/drawing/2014/main" id="{94875880-BEFD-F3B6-9740-634DB1A7E825}"/>
              </a:ext>
            </a:extLst>
          </p:cNvPr>
          <p:cNvSpPr>
            <a:spLocks noGrp="1"/>
          </p:cNvSpPr>
          <p:nvPr>
            <p:ph sz="quarter" idx="13"/>
          </p:nvPr>
        </p:nvSpPr>
        <p:spPr>
          <a:xfrm>
            <a:off x="987552" y="3255264"/>
            <a:ext cx="6931152" cy="2231136"/>
          </a:xfrm>
        </p:spPr>
        <p:txBody>
          <a:bodyPr rtlCol="0" anchor="t"/>
          <a:lstStyle>
            <a:lvl1pPr marL="0" indent="0">
              <a:lnSpc>
                <a:spcPct val="150000"/>
              </a:lnSpc>
              <a:spcBef>
                <a:spcPts val="1800"/>
              </a:spcBef>
              <a:buNone/>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DB1CE9A5-CC43-4AD0-865C-3D797DC46EC3}"/>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60A220C7-F6CD-FDFB-A647-4C0E8A50D54D}"/>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8DF22652-AAA2-F315-D13E-1C179AC885CC}"/>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pic>
        <p:nvPicPr>
          <p:cNvPr id="6" name="Bild 5" descr="Eine weiße Strichzeichnung eines Sterns&#10;&#10;Automatisch generierte Beschreibung">
            <a:extLst>
              <a:ext uri="{FF2B5EF4-FFF2-40B4-BE49-F238E27FC236}">
                <a16:creationId xmlns:a16="http://schemas.microsoft.com/office/drawing/2014/main" id="{2CB8D1F2-BB19-789F-7A10-7392738768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467091" y="1197889"/>
            <a:ext cx="3342312" cy="2842886"/>
          </a:xfrm>
          <a:prstGeom prst="rect">
            <a:avLst/>
          </a:prstGeom>
        </p:spPr>
      </p:pic>
      <p:grpSp>
        <p:nvGrpSpPr>
          <p:cNvPr id="7" name="Gruppe 6">
            <a:extLst>
              <a:ext uri="{FF2B5EF4-FFF2-40B4-BE49-F238E27FC236}">
                <a16:creationId xmlns:a16="http://schemas.microsoft.com/office/drawing/2014/main" id="{65A412EB-E0A6-358C-725B-9DE71558A9FA}"/>
              </a:ext>
            </a:extLst>
          </p:cNvPr>
          <p:cNvGrpSpPr/>
          <p:nvPr userDrawn="1"/>
        </p:nvGrpSpPr>
        <p:grpSpPr>
          <a:xfrm>
            <a:off x="8456605" y="4038599"/>
            <a:ext cx="3352811" cy="1835639"/>
            <a:chOff x="8695305" y="4038599"/>
            <a:chExt cx="3088783" cy="1835639"/>
          </a:xfrm>
        </p:grpSpPr>
        <p:grpSp>
          <p:nvGrpSpPr>
            <p:cNvPr id="8" name="Gruppe 7">
              <a:extLst>
                <a:ext uri="{FF2B5EF4-FFF2-40B4-BE49-F238E27FC236}">
                  <a16:creationId xmlns:a16="http://schemas.microsoft.com/office/drawing/2014/main" id="{A8B8258E-A0D6-6490-59A7-8A216AFE77EB}"/>
                </a:ext>
              </a:extLst>
            </p:cNvPr>
            <p:cNvGrpSpPr/>
            <p:nvPr/>
          </p:nvGrpSpPr>
          <p:grpSpPr>
            <a:xfrm>
              <a:off x="8695305" y="4038599"/>
              <a:ext cx="3088783" cy="1835639"/>
              <a:chOff x="8720635" y="4038599"/>
              <a:chExt cx="3088783" cy="1835639"/>
            </a:xfrm>
          </p:grpSpPr>
          <p:grpSp>
            <p:nvGrpSpPr>
              <p:cNvPr id="12" name="Gruppe 11">
                <a:extLst>
                  <a:ext uri="{FF2B5EF4-FFF2-40B4-BE49-F238E27FC236}">
                    <a16:creationId xmlns:a16="http://schemas.microsoft.com/office/drawing/2014/main" id="{8BFAEBDB-6FA7-5CCC-7DBB-B8BB04C1C213}"/>
                  </a:ext>
                </a:extLst>
              </p:cNvPr>
              <p:cNvGrpSpPr/>
              <p:nvPr/>
            </p:nvGrpSpPr>
            <p:grpSpPr>
              <a:xfrm>
                <a:off x="8720635" y="4038599"/>
                <a:ext cx="786090" cy="1262596"/>
                <a:chOff x="8720637" y="4038599"/>
                <a:chExt cx="828547" cy="1330789"/>
              </a:xfrm>
            </p:grpSpPr>
            <p:sp>
              <p:nvSpPr>
                <p:cNvPr id="16" name="Gleichschenkliges Dreieck 15">
                  <a:extLst>
                    <a:ext uri="{FF2B5EF4-FFF2-40B4-BE49-F238E27FC236}">
                      <a16:creationId xmlns:a16="http://schemas.microsoft.com/office/drawing/2014/main" id="{5B44B970-0217-DCCB-42E0-2E86ADABD14A}"/>
                    </a:ext>
                  </a:extLst>
                </p:cNvPr>
                <p:cNvSpPr/>
                <p:nvPr/>
              </p:nvSpPr>
              <p:spPr>
                <a:xfrm rot="10800000">
                  <a:off x="8720637" y="4038599"/>
                  <a:ext cx="828547" cy="1330789"/>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7" name="Gleichschenkliges Dreieck 16">
                  <a:extLst>
                    <a:ext uri="{FF2B5EF4-FFF2-40B4-BE49-F238E27FC236}">
                      <a16:creationId xmlns:a16="http://schemas.microsoft.com/office/drawing/2014/main" id="{36B1F82B-DBBF-7ADE-2EA5-4A0FA5A3FE95}"/>
                    </a:ext>
                  </a:extLst>
                </p:cNvPr>
                <p:cNvSpPr/>
                <p:nvPr/>
              </p:nvSpPr>
              <p:spPr>
                <a:xfrm rot="10800000">
                  <a:off x="8728691" y="4045438"/>
                  <a:ext cx="434657" cy="716002"/>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13" name="Gruppe 12">
                <a:extLst>
                  <a:ext uri="{FF2B5EF4-FFF2-40B4-BE49-F238E27FC236}">
                    <a16:creationId xmlns:a16="http://schemas.microsoft.com/office/drawing/2014/main" id="{8CD14DD9-20A8-8575-7A61-D84640F40301}"/>
                  </a:ext>
                </a:extLst>
              </p:cNvPr>
              <p:cNvGrpSpPr/>
              <p:nvPr/>
            </p:nvGrpSpPr>
            <p:grpSpPr>
              <a:xfrm>
                <a:off x="11107428" y="4521119"/>
                <a:ext cx="701990" cy="1353119"/>
                <a:chOff x="11098080" y="4503109"/>
                <a:chExt cx="711334" cy="1371130"/>
              </a:xfrm>
            </p:grpSpPr>
            <p:sp>
              <p:nvSpPr>
                <p:cNvPr id="14" name="Gleichschenkliges Dreieck 13">
                  <a:extLst>
                    <a:ext uri="{FF2B5EF4-FFF2-40B4-BE49-F238E27FC236}">
                      <a16:creationId xmlns:a16="http://schemas.microsoft.com/office/drawing/2014/main" id="{77CC67D8-1AC0-2439-FC7E-981AD0F7E4C5}"/>
                    </a:ext>
                  </a:extLst>
                </p:cNvPr>
                <p:cNvSpPr/>
                <p:nvPr/>
              </p:nvSpPr>
              <p:spPr>
                <a:xfrm>
                  <a:off x="11098080" y="4503109"/>
                  <a:ext cx="711334" cy="1155412"/>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5" name="Gleichschenkliges Dreieck 14">
                  <a:extLst>
                    <a:ext uri="{FF2B5EF4-FFF2-40B4-BE49-F238E27FC236}">
                      <a16:creationId xmlns:a16="http://schemas.microsoft.com/office/drawing/2014/main" id="{5D5A6138-F194-F6FC-182B-9F86724A187C}"/>
                    </a:ext>
                  </a:extLst>
                </p:cNvPr>
                <p:cNvSpPr/>
                <p:nvPr/>
              </p:nvSpPr>
              <p:spPr>
                <a:xfrm>
                  <a:off x="11382608" y="5181602"/>
                  <a:ext cx="426803" cy="692637"/>
                </a:xfrm>
                <a:prstGeom prst="triangle">
                  <a:avLst>
                    <a:gd name="adj" fmla="val 100000"/>
                  </a:avLst>
                </a:prstGeom>
                <a:solidFill>
                  <a:schemeClr val="bg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sp>
          <p:nvSpPr>
            <p:cNvPr id="9" name="Parallelogramm 8">
              <a:extLst>
                <a:ext uri="{FF2B5EF4-FFF2-40B4-BE49-F238E27FC236}">
                  <a16:creationId xmlns:a16="http://schemas.microsoft.com/office/drawing/2014/main" id="{4C7B13B7-18D7-207A-021A-D08E4EEA956E}"/>
                </a:ext>
              </a:extLst>
            </p:cNvPr>
            <p:cNvSpPr/>
            <p:nvPr/>
          </p:nvSpPr>
          <p:spPr>
            <a:xfrm>
              <a:off x="879017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0" name="Parallelogramm 9">
              <a:extLst>
                <a:ext uri="{FF2B5EF4-FFF2-40B4-BE49-F238E27FC236}">
                  <a16:creationId xmlns:a16="http://schemas.microsoft.com/office/drawing/2014/main" id="{F3D22A7D-FCB9-6BD1-DB73-C2DF853158EB}"/>
                </a:ext>
              </a:extLst>
            </p:cNvPr>
            <p:cNvSpPr/>
            <p:nvPr/>
          </p:nvSpPr>
          <p:spPr>
            <a:xfrm>
              <a:off x="9538317"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1" name="Parallelogramm 10">
              <a:extLst>
                <a:ext uri="{FF2B5EF4-FFF2-40B4-BE49-F238E27FC236}">
                  <a16:creationId xmlns:a16="http://schemas.microsoft.com/office/drawing/2014/main" id="{75732992-6CC5-4538-D972-F94812ABC780}"/>
                </a:ext>
              </a:extLst>
            </p:cNvPr>
            <p:cNvSpPr/>
            <p:nvPr/>
          </p:nvSpPr>
          <p:spPr>
            <a:xfrm>
              <a:off x="10325582" y="4045090"/>
              <a:ext cx="1401587" cy="1621633"/>
            </a:xfrm>
            <a:prstGeom prst="parallelogram">
              <a:avLst>
                <a:gd name="adj" fmla="val 7419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18" name="Gerader Verbinder 17">
            <a:extLst>
              <a:ext uri="{FF2B5EF4-FFF2-40B4-BE49-F238E27FC236}">
                <a16:creationId xmlns:a16="http://schemas.microsoft.com/office/drawing/2014/main" id="{A5FD5E00-03A9-DB67-7C55-68BA6AEEAEC9}"/>
              </a:ext>
            </a:extLst>
          </p:cNvPr>
          <p:cNvCxnSpPr>
            <a:cxnSpLocks/>
          </p:cNvCxnSpPr>
          <p:nvPr userDrawn="1"/>
        </p:nvCxnSpPr>
        <p:spPr>
          <a:xfrm>
            <a:off x="8456609" y="4045090"/>
            <a:ext cx="3352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8E0281E0-AEBC-9934-C7A1-645E1CD275F2}"/>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03ACEA6-73D4-5663-99B3-7D9CE75F0A60}"/>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1" name="Gruppe 20">
            <a:extLst>
              <a:ext uri="{FF2B5EF4-FFF2-40B4-BE49-F238E27FC236}">
                <a16:creationId xmlns:a16="http://schemas.microsoft.com/office/drawing/2014/main" id="{EA6D8AF1-5923-E4E6-6F17-4D28FFF59994}"/>
              </a:ext>
            </a:extLst>
          </p:cNvPr>
          <p:cNvGrpSpPr/>
          <p:nvPr userDrawn="1"/>
        </p:nvGrpSpPr>
        <p:grpSpPr>
          <a:xfrm>
            <a:off x="8456609" y="380998"/>
            <a:ext cx="3" cy="6095997"/>
            <a:chOff x="8456609" y="380998"/>
            <a:chExt cx="3" cy="6095997"/>
          </a:xfrm>
        </p:grpSpPr>
        <p:cxnSp>
          <p:nvCxnSpPr>
            <p:cNvPr id="22" name="Gerader Verbinder 21">
              <a:extLst>
                <a:ext uri="{FF2B5EF4-FFF2-40B4-BE49-F238E27FC236}">
                  <a16:creationId xmlns:a16="http://schemas.microsoft.com/office/drawing/2014/main" id="{AC52B6A6-AA68-91B5-DFCC-91DE61FD7B45}"/>
                </a:ext>
              </a:extLst>
            </p:cNvPr>
            <p:cNvCxnSpPr>
              <a:cxnSpLocks/>
            </p:cNvCxnSpPr>
            <p:nvPr/>
          </p:nvCxnSpPr>
          <p:spPr>
            <a:xfrm>
              <a:off x="8456612" y="831037"/>
              <a:ext cx="0" cy="564595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B70480E-2E91-8FA9-74D0-E6505CCB7373}"/>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6745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 unten und Inhalt links">
    <p:spTree>
      <p:nvGrpSpPr>
        <p:cNvPr id="1" name=""/>
        <p:cNvGrpSpPr/>
        <p:nvPr/>
      </p:nvGrpSpPr>
      <p:grpSpPr>
        <a:xfrm>
          <a:off x="0" y="0"/>
          <a:ext cx="0" cy="0"/>
          <a:chOff x="0" y="0"/>
          <a:chExt cx="0" cy="0"/>
        </a:xfrm>
      </p:grpSpPr>
      <p:pic>
        <p:nvPicPr>
          <p:cNvPr id="6" name="Bild 5" descr="Ein blauer Hintergrund mit weißen Linien&#10;&#10;Automatisch generierte Beschreibung">
            <a:extLst>
              <a:ext uri="{FF2B5EF4-FFF2-40B4-BE49-F238E27FC236}">
                <a16:creationId xmlns:a16="http://schemas.microsoft.com/office/drawing/2014/main" id="{A53C4924-6170-D81C-3073-AC4F70D376A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6019602" y="844933"/>
            <a:ext cx="5753100" cy="2070100"/>
          </a:xfrm>
          <a:prstGeom prst="rect">
            <a:avLst/>
          </a:prstGeom>
        </p:spPr>
      </p:pic>
      <p:grpSp>
        <p:nvGrpSpPr>
          <p:cNvPr id="7" name="Gruppe 6">
            <a:extLst>
              <a:ext uri="{FF2B5EF4-FFF2-40B4-BE49-F238E27FC236}">
                <a16:creationId xmlns:a16="http://schemas.microsoft.com/office/drawing/2014/main" id="{860591BE-359C-0F5A-1138-94B25A58E12B}"/>
              </a:ext>
            </a:extLst>
          </p:cNvPr>
          <p:cNvGrpSpPr/>
          <p:nvPr userDrawn="1"/>
        </p:nvGrpSpPr>
        <p:grpSpPr>
          <a:xfrm>
            <a:off x="6019602" y="5661675"/>
            <a:ext cx="5732456" cy="364609"/>
            <a:chOff x="6019602" y="5661675"/>
            <a:chExt cx="5732456" cy="364609"/>
          </a:xfrm>
        </p:grpSpPr>
        <p:sp>
          <p:nvSpPr>
            <p:cNvPr id="8" name="Parallelogramm 7">
              <a:extLst>
                <a:ext uri="{FF2B5EF4-FFF2-40B4-BE49-F238E27FC236}">
                  <a16:creationId xmlns:a16="http://schemas.microsoft.com/office/drawing/2014/main" id="{6ADEA197-5435-A4D4-5EAE-1361A252E0A6}"/>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9" name="Parallelogramm 8">
              <a:extLst>
                <a:ext uri="{FF2B5EF4-FFF2-40B4-BE49-F238E27FC236}">
                  <a16:creationId xmlns:a16="http://schemas.microsoft.com/office/drawing/2014/main" id="{DC4423E0-9271-00AF-97BF-73709650786E}"/>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0" name="Parallelogramm 9">
              <a:extLst>
                <a:ext uri="{FF2B5EF4-FFF2-40B4-BE49-F238E27FC236}">
                  <a16:creationId xmlns:a16="http://schemas.microsoft.com/office/drawing/2014/main" id="{4EB03BC1-4B65-6435-8A02-2DFEA9C3517F}"/>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1" name="Parallelogramm 10">
              <a:extLst>
                <a:ext uri="{FF2B5EF4-FFF2-40B4-BE49-F238E27FC236}">
                  <a16:creationId xmlns:a16="http://schemas.microsoft.com/office/drawing/2014/main" id="{4C537638-17EB-C516-1197-0FEE7D2163C7}"/>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2" name="Parallelogramm 11">
              <a:extLst>
                <a:ext uri="{FF2B5EF4-FFF2-40B4-BE49-F238E27FC236}">
                  <a16:creationId xmlns:a16="http://schemas.microsoft.com/office/drawing/2014/main" id="{4EFC1475-C4BA-8CD0-FAE8-61C54FA7D07C}"/>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3" name="Parallelogramm 12">
              <a:extLst>
                <a:ext uri="{FF2B5EF4-FFF2-40B4-BE49-F238E27FC236}">
                  <a16:creationId xmlns:a16="http://schemas.microsoft.com/office/drawing/2014/main" id="{4C4FE30E-05DB-3B4D-2E23-2EEDC4B7325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4" name="Parallelogramm 13">
              <a:extLst>
                <a:ext uri="{FF2B5EF4-FFF2-40B4-BE49-F238E27FC236}">
                  <a16:creationId xmlns:a16="http://schemas.microsoft.com/office/drawing/2014/main" id="{847BA90D-212A-DF64-6BCB-121DBEE10B88}"/>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15" name="Gruppe 14">
            <a:extLst>
              <a:ext uri="{FF2B5EF4-FFF2-40B4-BE49-F238E27FC236}">
                <a16:creationId xmlns:a16="http://schemas.microsoft.com/office/drawing/2014/main" id="{7473A8DE-0A6F-FCE9-0242-C26500384204}"/>
              </a:ext>
            </a:extLst>
          </p:cNvPr>
          <p:cNvGrpSpPr/>
          <p:nvPr userDrawn="1"/>
        </p:nvGrpSpPr>
        <p:grpSpPr>
          <a:xfrm>
            <a:off x="6010075" y="3276600"/>
            <a:ext cx="5791199" cy="2381900"/>
            <a:chOff x="455611" y="2307799"/>
            <a:chExt cx="5638801" cy="2381900"/>
          </a:xfrm>
        </p:grpSpPr>
        <p:cxnSp>
          <p:nvCxnSpPr>
            <p:cNvPr id="16" name="Gerader Verbinder 15">
              <a:extLst>
                <a:ext uri="{FF2B5EF4-FFF2-40B4-BE49-F238E27FC236}">
                  <a16:creationId xmlns:a16="http://schemas.microsoft.com/office/drawing/2014/main" id="{591E4C76-3597-67DB-A991-CD68CB9C3D22}"/>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83E417CE-9A1C-7D61-7122-C2F215281CE7}"/>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18" name="Gerader Verbinder 17">
            <a:extLst>
              <a:ext uri="{FF2B5EF4-FFF2-40B4-BE49-F238E27FC236}">
                <a16:creationId xmlns:a16="http://schemas.microsoft.com/office/drawing/2014/main" id="{05A720F7-4521-28AA-F0EA-9E594613197B}"/>
              </a:ext>
            </a:extLst>
          </p:cNvPr>
          <p:cNvCxnSpPr/>
          <p:nvPr userDrawn="1"/>
        </p:nvCxnSpPr>
        <p:spPr>
          <a:xfrm>
            <a:off x="601270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19" name="Gruppe 18">
            <a:extLst>
              <a:ext uri="{FF2B5EF4-FFF2-40B4-BE49-F238E27FC236}">
                <a16:creationId xmlns:a16="http://schemas.microsoft.com/office/drawing/2014/main" id="{67BC2822-F3E4-EADA-5A38-B31E5F6F2F93}"/>
              </a:ext>
            </a:extLst>
          </p:cNvPr>
          <p:cNvGrpSpPr/>
          <p:nvPr userDrawn="1"/>
        </p:nvGrpSpPr>
        <p:grpSpPr>
          <a:xfrm>
            <a:off x="6048174" y="2908546"/>
            <a:ext cx="5732456" cy="364609"/>
            <a:chOff x="6019602" y="5661675"/>
            <a:chExt cx="5732456" cy="364609"/>
          </a:xfrm>
        </p:grpSpPr>
        <p:sp>
          <p:nvSpPr>
            <p:cNvPr id="20" name="Parallelogramm 19">
              <a:extLst>
                <a:ext uri="{FF2B5EF4-FFF2-40B4-BE49-F238E27FC236}">
                  <a16:creationId xmlns:a16="http://schemas.microsoft.com/office/drawing/2014/main" id="{11D76A43-A8AA-2B5F-2A8D-869C6338F7E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1" name="Parallelogramm 20">
              <a:extLst>
                <a:ext uri="{FF2B5EF4-FFF2-40B4-BE49-F238E27FC236}">
                  <a16:creationId xmlns:a16="http://schemas.microsoft.com/office/drawing/2014/main" id="{C3BE4205-C3C1-465F-3522-CFE72D74D46B}"/>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2" name="Parallelogramm 21">
              <a:extLst>
                <a:ext uri="{FF2B5EF4-FFF2-40B4-BE49-F238E27FC236}">
                  <a16:creationId xmlns:a16="http://schemas.microsoft.com/office/drawing/2014/main" id="{50623EA4-0737-4606-618E-1E99FC373E96}"/>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3" name="Parallelogramm 22">
              <a:extLst>
                <a:ext uri="{FF2B5EF4-FFF2-40B4-BE49-F238E27FC236}">
                  <a16:creationId xmlns:a16="http://schemas.microsoft.com/office/drawing/2014/main" id="{990304E7-4FBA-6560-F1FD-699158903E1F}"/>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4" name="Parallelogramm 23">
              <a:extLst>
                <a:ext uri="{FF2B5EF4-FFF2-40B4-BE49-F238E27FC236}">
                  <a16:creationId xmlns:a16="http://schemas.microsoft.com/office/drawing/2014/main" id="{38DF2F8F-A4DE-9A51-5892-F2ABEFC8476E}"/>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5" name="Parallelogramm 24">
              <a:extLst>
                <a:ext uri="{FF2B5EF4-FFF2-40B4-BE49-F238E27FC236}">
                  <a16:creationId xmlns:a16="http://schemas.microsoft.com/office/drawing/2014/main" id="{862BEF69-AA65-F49B-5255-29121BDC9C50}"/>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6" name="Parallelogramm 25">
              <a:extLst>
                <a:ext uri="{FF2B5EF4-FFF2-40B4-BE49-F238E27FC236}">
                  <a16:creationId xmlns:a16="http://schemas.microsoft.com/office/drawing/2014/main" id="{5AE4A6B4-1E90-6820-016B-4C42992D0343}"/>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cxnSp>
        <p:nvCxnSpPr>
          <p:cNvPr id="27" name="Gerader Verbinder 26">
            <a:extLst>
              <a:ext uri="{FF2B5EF4-FFF2-40B4-BE49-F238E27FC236}">
                <a16:creationId xmlns:a16="http://schemas.microsoft.com/office/drawing/2014/main" id="{1A9FA906-0AF9-E1B8-74E8-F146D4E8BFC1}"/>
              </a:ext>
            </a:extLst>
          </p:cNvPr>
          <p:cNvCxnSpPr>
            <a:cxnSpLocks/>
          </p:cNvCxnSpPr>
          <p:nvPr userDrawn="1"/>
        </p:nvCxnSpPr>
        <p:spPr>
          <a:xfrm flipH="1">
            <a:off x="6010075"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el 1">
            <a:extLst>
              <a:ext uri="{FF2B5EF4-FFF2-40B4-BE49-F238E27FC236}">
                <a16:creationId xmlns:a16="http://schemas.microsoft.com/office/drawing/2014/main" id="{F1BCDDA3-C13F-B9F7-895C-DC53390F4DE1}"/>
              </a:ext>
            </a:extLst>
          </p:cNvPr>
          <p:cNvSpPr>
            <a:spLocks noGrp="1"/>
          </p:cNvSpPr>
          <p:nvPr>
            <p:ph type="title"/>
          </p:nvPr>
        </p:nvSpPr>
        <p:spPr>
          <a:xfrm>
            <a:off x="6016752" y="3324415"/>
            <a:ext cx="5788152" cy="2286000"/>
          </a:xfrm>
        </p:spPr>
        <p:txBody>
          <a:bodyPr rtlCol="0"/>
          <a:lstStyle/>
          <a:p>
            <a:pPr rtl="0"/>
            <a:r>
              <a:rPr lang="de-DE"/>
              <a:t>Mastertitelformat bearbeiten</a:t>
            </a:r>
            <a:endParaRPr lang="de"/>
          </a:p>
        </p:txBody>
      </p:sp>
      <p:sp>
        <p:nvSpPr>
          <p:cNvPr id="29" name="Inhaltsplatzhalter 40">
            <a:extLst>
              <a:ext uri="{FF2B5EF4-FFF2-40B4-BE49-F238E27FC236}">
                <a16:creationId xmlns:a16="http://schemas.microsoft.com/office/drawing/2014/main" id="{E158113E-F5F4-CD42-D6AE-FE847DA8DC98}"/>
              </a:ext>
            </a:extLst>
          </p:cNvPr>
          <p:cNvSpPr>
            <a:spLocks noGrp="1"/>
          </p:cNvSpPr>
          <p:nvPr>
            <p:ph sz="quarter" idx="13"/>
          </p:nvPr>
        </p:nvSpPr>
        <p:spPr>
          <a:xfrm>
            <a:off x="987552" y="990600"/>
            <a:ext cx="4576508" cy="4938713"/>
          </a:xfrm>
        </p:spPr>
        <p:txBody>
          <a:bodyPr rtlCol="0" anchor="ctr"/>
          <a:lstStyle>
            <a:lvl1pPr marL="228600" indent="-228600">
              <a:lnSpc>
                <a:spcPct val="90000"/>
              </a:lnSpc>
              <a:spcBef>
                <a:spcPts val="1800"/>
              </a:spcBef>
              <a:buFont typeface="Arial" panose="020B0604020202020204" pitchFamily="34" charset="0"/>
              <a:buChar char="•"/>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11995152-8518-81B4-8DEA-0E13F6EC102F}"/>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494940A8-8A97-0FF4-11B6-360DC35D68B8}"/>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58ED3D9E-A74F-614E-BD02-C6361A3550DA}"/>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Tree>
    <p:extLst>
      <p:ext uri="{BB962C8B-B14F-4D97-AF65-F5344CB8AC3E}">
        <p14:creationId xmlns:p14="http://schemas.microsoft.com/office/powerpoint/2010/main" val="2118239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50066C8-5392-A1BA-3E25-166578452136}"/>
              </a:ext>
            </a:extLst>
          </p:cNvPr>
          <p:cNvSpPr>
            <a:spLocks noGrp="1"/>
          </p:cNvSpPr>
          <p:nvPr>
            <p:ph type="title"/>
          </p:nvPr>
        </p:nvSpPr>
        <p:spPr>
          <a:xfrm>
            <a:off x="455602" y="1563623"/>
            <a:ext cx="11353801" cy="1581912"/>
          </a:xfrm>
        </p:spPr>
        <p:txBody>
          <a:bodyPr rtlCol="0"/>
          <a:lstStyle/>
          <a:p>
            <a:pPr rtl="0"/>
            <a:r>
              <a:rPr lang="de-DE"/>
              <a:t>Mastertitelformat bearbeiten</a:t>
            </a:r>
            <a:endParaRPr lang="de"/>
          </a:p>
        </p:txBody>
      </p:sp>
      <p:pic>
        <p:nvPicPr>
          <p:cNvPr id="6" name="Bild 5" descr="Eine weiße Strichzeichnung eines Zahnrads&#10;&#10;Automatisch generierte Beschreibung">
            <a:extLst>
              <a:ext uri="{FF2B5EF4-FFF2-40B4-BE49-F238E27FC236}">
                <a16:creationId xmlns:a16="http://schemas.microsoft.com/office/drawing/2014/main" id="{969D475A-FF4D-4BF6-771B-6E26F1086EA7}"/>
              </a:ext>
            </a:extLst>
          </p:cNvPr>
          <p:cNvPicPr>
            <a:picLocks noChangeAspect="1"/>
          </p:cNvPicPr>
          <p:nvPr userDrawn="1"/>
        </p:nvPicPr>
        <p:blipFill>
          <a:blip r:embed="rId2">
            <a:clrChange>
              <a:clrFrom>
                <a:srgbClr val="003A52"/>
              </a:clrFrom>
              <a:clrTo>
                <a:srgbClr val="003A52">
                  <a:alpha val="0"/>
                </a:srgbClr>
              </a:clrTo>
            </a:clrChange>
            <a:extLst>
              <a:ext uri="{28A0092B-C50C-407E-A947-70E740481C1C}">
                <a14:useLocalDpi xmlns:a14="http://schemas.microsoft.com/office/drawing/2010/main" val="0"/>
              </a:ext>
            </a:extLst>
          </a:blip>
          <a:stretch>
            <a:fillRect/>
          </a:stretch>
        </p:blipFill>
        <p:spPr>
          <a:xfrm>
            <a:off x="455540" y="3533948"/>
            <a:ext cx="11353778" cy="2487625"/>
          </a:xfrm>
          <a:prstGeom prst="rect">
            <a:avLst/>
          </a:prstGeom>
        </p:spPr>
      </p:pic>
      <p:grpSp>
        <p:nvGrpSpPr>
          <p:cNvPr id="7" name="Gruppe 6">
            <a:extLst>
              <a:ext uri="{FF2B5EF4-FFF2-40B4-BE49-F238E27FC236}">
                <a16:creationId xmlns:a16="http://schemas.microsoft.com/office/drawing/2014/main" id="{0103F0F1-8B99-CE42-49F5-9FDBAC231D27}"/>
              </a:ext>
            </a:extLst>
          </p:cNvPr>
          <p:cNvGrpSpPr/>
          <p:nvPr userDrawn="1"/>
        </p:nvGrpSpPr>
        <p:grpSpPr>
          <a:xfrm>
            <a:off x="455615" y="3138348"/>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8" name="Parallelogramm 7">
              <a:extLst>
                <a:ext uri="{FF2B5EF4-FFF2-40B4-BE49-F238E27FC236}">
                  <a16:creationId xmlns:a16="http://schemas.microsoft.com/office/drawing/2014/main" id="{7F069E72-7FF8-84AF-9550-9DA72DAF57AF}"/>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m 8">
              <a:extLst>
                <a:ext uri="{FF2B5EF4-FFF2-40B4-BE49-F238E27FC236}">
                  <a16:creationId xmlns:a16="http://schemas.microsoft.com/office/drawing/2014/main" id="{3B41BD85-A1B9-2654-071F-3CFD640054A8}"/>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m 9">
              <a:extLst>
                <a:ext uri="{FF2B5EF4-FFF2-40B4-BE49-F238E27FC236}">
                  <a16:creationId xmlns:a16="http://schemas.microsoft.com/office/drawing/2014/main" id="{EED0310C-65DC-829E-ADA4-298D99C781BC}"/>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m 10">
              <a:extLst>
                <a:ext uri="{FF2B5EF4-FFF2-40B4-BE49-F238E27FC236}">
                  <a16:creationId xmlns:a16="http://schemas.microsoft.com/office/drawing/2014/main" id="{40C02DCA-8541-233D-F0A7-5DE5DEE95FB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m 11">
              <a:extLst>
                <a:ext uri="{FF2B5EF4-FFF2-40B4-BE49-F238E27FC236}">
                  <a16:creationId xmlns:a16="http://schemas.microsoft.com/office/drawing/2014/main" id="{E13D6679-F5AE-64AE-B005-22D18A4ABB1F}"/>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m 12">
              <a:extLst>
                <a:ext uri="{FF2B5EF4-FFF2-40B4-BE49-F238E27FC236}">
                  <a16:creationId xmlns:a16="http://schemas.microsoft.com/office/drawing/2014/main" id="{49DDBE34-9147-41FD-5A16-1645B85BF77D}"/>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m 13">
              <a:extLst>
                <a:ext uri="{FF2B5EF4-FFF2-40B4-BE49-F238E27FC236}">
                  <a16:creationId xmlns:a16="http://schemas.microsoft.com/office/drawing/2014/main" id="{50BCD038-1DDC-CA2E-64E7-AA5DB38BA647}"/>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m 14">
              <a:extLst>
                <a:ext uri="{FF2B5EF4-FFF2-40B4-BE49-F238E27FC236}">
                  <a16:creationId xmlns:a16="http://schemas.microsoft.com/office/drawing/2014/main" id="{1C92CC9B-4B44-3A01-7047-6BD05D8FE7E6}"/>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m 15">
              <a:extLst>
                <a:ext uri="{FF2B5EF4-FFF2-40B4-BE49-F238E27FC236}">
                  <a16:creationId xmlns:a16="http://schemas.microsoft.com/office/drawing/2014/main" id="{DD9852C8-BC54-FAF3-2D8A-25CBF6E9B28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m 16">
              <a:extLst>
                <a:ext uri="{FF2B5EF4-FFF2-40B4-BE49-F238E27FC236}">
                  <a16:creationId xmlns:a16="http://schemas.microsoft.com/office/drawing/2014/main" id="{E261DBF9-F690-CF17-0B00-E392C2D9025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m 17">
              <a:extLst>
                <a:ext uri="{FF2B5EF4-FFF2-40B4-BE49-F238E27FC236}">
                  <a16:creationId xmlns:a16="http://schemas.microsoft.com/office/drawing/2014/main" id="{F56C1240-414B-5EB8-5FBB-A7A13DD69A8A}"/>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m 18">
              <a:extLst>
                <a:ext uri="{FF2B5EF4-FFF2-40B4-BE49-F238E27FC236}">
                  <a16:creationId xmlns:a16="http://schemas.microsoft.com/office/drawing/2014/main" id="{DFE17768-D6D8-33D5-9451-D0541F50534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m 19">
              <a:extLst>
                <a:ext uri="{FF2B5EF4-FFF2-40B4-BE49-F238E27FC236}">
                  <a16:creationId xmlns:a16="http://schemas.microsoft.com/office/drawing/2014/main" id="{569E932A-90F8-DB19-C847-A7F5644D2FFC}"/>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m 20">
              <a:extLst>
                <a:ext uri="{FF2B5EF4-FFF2-40B4-BE49-F238E27FC236}">
                  <a16:creationId xmlns:a16="http://schemas.microsoft.com/office/drawing/2014/main" id="{CE53EA5E-8AA6-53A1-2687-A756CD87804C}"/>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2" name="Parallelogramm 21">
              <a:extLst>
                <a:ext uri="{FF2B5EF4-FFF2-40B4-BE49-F238E27FC236}">
                  <a16:creationId xmlns:a16="http://schemas.microsoft.com/office/drawing/2014/main" id="{0EAA1DEC-D68F-6F97-707F-E2804657BF77}"/>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grpSp>
        <p:nvGrpSpPr>
          <p:cNvPr id="23" name="Gruppe 22">
            <a:extLst>
              <a:ext uri="{FF2B5EF4-FFF2-40B4-BE49-F238E27FC236}">
                <a16:creationId xmlns:a16="http://schemas.microsoft.com/office/drawing/2014/main" id="{3252422E-1717-6BC8-5C4C-4DCF8E31AFCA}"/>
              </a:ext>
            </a:extLst>
          </p:cNvPr>
          <p:cNvGrpSpPr/>
          <p:nvPr userDrawn="1"/>
        </p:nvGrpSpPr>
        <p:grpSpPr>
          <a:xfrm>
            <a:off x="455611" y="1185957"/>
            <a:ext cx="11353797" cy="360893"/>
            <a:chOff x="455612" y="830374"/>
            <a:chExt cx="11353797" cy="551233"/>
          </a:xfrm>
          <a:gradFill>
            <a:gsLst>
              <a:gs pos="0">
                <a:schemeClr val="bg2"/>
              </a:gs>
              <a:gs pos="100000">
                <a:schemeClr val="bg2">
                  <a:lumMod val="90000"/>
                  <a:lumOff val="10000"/>
                </a:schemeClr>
              </a:gs>
            </a:gsLst>
            <a:lin ang="5400000" scaled="0"/>
          </a:gradFill>
        </p:grpSpPr>
        <p:sp>
          <p:nvSpPr>
            <p:cNvPr id="24" name="Parallelogramm 23">
              <a:extLst>
                <a:ext uri="{FF2B5EF4-FFF2-40B4-BE49-F238E27FC236}">
                  <a16:creationId xmlns:a16="http://schemas.microsoft.com/office/drawing/2014/main" id="{A25CC66E-2E68-8B92-D342-F09DD44E5CE6}"/>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5" name="Parallelogramm 24">
              <a:extLst>
                <a:ext uri="{FF2B5EF4-FFF2-40B4-BE49-F238E27FC236}">
                  <a16:creationId xmlns:a16="http://schemas.microsoft.com/office/drawing/2014/main" id="{9732F62B-BCFB-7561-1207-27EA2A4F4EBA}"/>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m 25">
              <a:extLst>
                <a:ext uri="{FF2B5EF4-FFF2-40B4-BE49-F238E27FC236}">
                  <a16:creationId xmlns:a16="http://schemas.microsoft.com/office/drawing/2014/main" id="{DE51CE20-CE21-66D2-C44C-81A8838052D0}"/>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m 26">
              <a:extLst>
                <a:ext uri="{FF2B5EF4-FFF2-40B4-BE49-F238E27FC236}">
                  <a16:creationId xmlns:a16="http://schemas.microsoft.com/office/drawing/2014/main" id="{1C7E2B8F-1664-7BF8-E7DB-62896D7DB7E1}"/>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m 27">
              <a:extLst>
                <a:ext uri="{FF2B5EF4-FFF2-40B4-BE49-F238E27FC236}">
                  <a16:creationId xmlns:a16="http://schemas.microsoft.com/office/drawing/2014/main" id="{AD132DAD-249F-1606-4B29-D7F50EA9BEB0}"/>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m 28">
              <a:extLst>
                <a:ext uri="{FF2B5EF4-FFF2-40B4-BE49-F238E27FC236}">
                  <a16:creationId xmlns:a16="http://schemas.microsoft.com/office/drawing/2014/main" id="{1A92F374-94E5-72C1-833E-3C8981C99F82}"/>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m 29">
              <a:extLst>
                <a:ext uri="{FF2B5EF4-FFF2-40B4-BE49-F238E27FC236}">
                  <a16:creationId xmlns:a16="http://schemas.microsoft.com/office/drawing/2014/main" id="{30660F29-C34F-F142-FBFE-5EFF60592A74}"/>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m 30">
              <a:extLst>
                <a:ext uri="{FF2B5EF4-FFF2-40B4-BE49-F238E27FC236}">
                  <a16:creationId xmlns:a16="http://schemas.microsoft.com/office/drawing/2014/main" id="{23F64602-E590-A750-534A-7E8562CB56F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m 31">
              <a:extLst>
                <a:ext uri="{FF2B5EF4-FFF2-40B4-BE49-F238E27FC236}">
                  <a16:creationId xmlns:a16="http://schemas.microsoft.com/office/drawing/2014/main" id="{AB0401DE-A1ED-EEA2-D768-C7A0FB5F3863}"/>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m 32">
              <a:extLst>
                <a:ext uri="{FF2B5EF4-FFF2-40B4-BE49-F238E27FC236}">
                  <a16:creationId xmlns:a16="http://schemas.microsoft.com/office/drawing/2014/main" id="{3B9774AB-0141-5B5D-8FBB-A72088A585C2}"/>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m 33">
              <a:extLst>
                <a:ext uri="{FF2B5EF4-FFF2-40B4-BE49-F238E27FC236}">
                  <a16:creationId xmlns:a16="http://schemas.microsoft.com/office/drawing/2014/main" id="{1657BA7F-A6EE-94D0-018F-23DC9C4E46E9}"/>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m 34">
              <a:extLst>
                <a:ext uri="{FF2B5EF4-FFF2-40B4-BE49-F238E27FC236}">
                  <a16:creationId xmlns:a16="http://schemas.microsoft.com/office/drawing/2014/main" id="{7F2BDA6F-B4D1-D747-F3CA-990D29E11B47}"/>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m 35">
              <a:extLst>
                <a:ext uri="{FF2B5EF4-FFF2-40B4-BE49-F238E27FC236}">
                  <a16:creationId xmlns:a16="http://schemas.microsoft.com/office/drawing/2014/main" id="{D3E818D4-E9D6-0078-63FD-E42F98C2D9F0}"/>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m 36">
              <a:extLst>
                <a:ext uri="{FF2B5EF4-FFF2-40B4-BE49-F238E27FC236}">
                  <a16:creationId xmlns:a16="http://schemas.microsoft.com/office/drawing/2014/main" id="{83CB616E-EE88-5948-5603-D3F263478B7A}"/>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m 37">
              <a:extLst>
                <a:ext uri="{FF2B5EF4-FFF2-40B4-BE49-F238E27FC236}">
                  <a16:creationId xmlns:a16="http://schemas.microsoft.com/office/drawing/2014/main" id="{F805762A-0137-B6B4-A7FA-341473BC0A03}"/>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39" name="Gerader Verbinder 38">
            <a:extLst>
              <a:ext uri="{FF2B5EF4-FFF2-40B4-BE49-F238E27FC236}">
                <a16:creationId xmlns:a16="http://schemas.microsoft.com/office/drawing/2014/main" id="{3AE54100-0339-C628-C2A7-18646AEB0A65}"/>
              </a:ext>
            </a:extLst>
          </p:cNvPr>
          <p:cNvCxnSpPr>
            <a:cxnSpLocks/>
          </p:cNvCxnSpPr>
          <p:nvPr userDrawn="1"/>
        </p:nvCxnSpPr>
        <p:spPr>
          <a:xfrm flipH="1">
            <a:off x="455611" y="315276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Gerader Verbinder 39">
            <a:extLst>
              <a:ext uri="{FF2B5EF4-FFF2-40B4-BE49-F238E27FC236}">
                <a16:creationId xmlns:a16="http://schemas.microsoft.com/office/drawing/2014/main" id="{56EE3CD7-417A-CD45-DA09-19387AFBA24B}"/>
              </a:ext>
            </a:extLst>
          </p:cNvPr>
          <p:cNvCxnSpPr>
            <a:cxnSpLocks/>
          </p:cNvCxnSpPr>
          <p:nvPr userDrawn="1"/>
        </p:nvCxnSpPr>
        <p:spPr>
          <a:xfrm flipH="1">
            <a:off x="455611" y="3515102"/>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E81DE243-6E14-E68B-44C2-BD531EA724C3}"/>
              </a:ext>
            </a:extLst>
          </p:cNvPr>
          <p:cNvCxnSpPr/>
          <p:nvPr userDrawn="1"/>
        </p:nvCxnSpPr>
        <p:spPr>
          <a:xfrm>
            <a:off x="455575" y="1546850"/>
            <a:ext cx="11353794"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8" name="Gerader Verbinder 57">
            <a:extLst>
              <a:ext uri="{FF2B5EF4-FFF2-40B4-BE49-F238E27FC236}">
                <a16:creationId xmlns:a16="http://schemas.microsoft.com/office/drawing/2014/main" id="{1EBFA232-92D1-0D73-6867-FE0D0589B3F2}"/>
              </a:ext>
            </a:extLst>
          </p:cNvPr>
          <p:cNvCxnSpPr/>
          <p:nvPr userDrawn="1"/>
        </p:nvCxnSpPr>
        <p:spPr>
          <a:xfrm rot="10800000">
            <a:off x="455576" y="1191271"/>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4280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el unten und Inhalt rechts">
    <p:spTree>
      <p:nvGrpSpPr>
        <p:cNvPr id="1" name=""/>
        <p:cNvGrpSpPr/>
        <p:nvPr/>
      </p:nvGrpSpPr>
      <p:grpSpPr>
        <a:xfrm>
          <a:off x="0" y="0"/>
          <a:ext cx="0" cy="0"/>
          <a:chOff x="0" y="0"/>
          <a:chExt cx="0" cy="0"/>
        </a:xfrm>
      </p:grpSpPr>
      <p:pic>
        <p:nvPicPr>
          <p:cNvPr id="6" name="Bild 5" descr="Ein blauer Hintergrund mit weißen Linien&#10;&#10;Automatisch generierte Beschreibung">
            <a:extLst>
              <a:ext uri="{FF2B5EF4-FFF2-40B4-BE49-F238E27FC236}">
                <a16:creationId xmlns:a16="http://schemas.microsoft.com/office/drawing/2014/main" id="{4BDA383F-AAAB-383E-24EA-13712AD327A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flipV="1">
            <a:off x="477935" y="837775"/>
            <a:ext cx="5753100" cy="2070100"/>
          </a:xfrm>
          <a:prstGeom prst="rect">
            <a:avLst/>
          </a:prstGeom>
        </p:spPr>
      </p:pic>
      <p:grpSp>
        <p:nvGrpSpPr>
          <p:cNvPr id="7" name="Gruppe 6">
            <a:extLst>
              <a:ext uri="{FF2B5EF4-FFF2-40B4-BE49-F238E27FC236}">
                <a16:creationId xmlns:a16="http://schemas.microsoft.com/office/drawing/2014/main" id="{4E8CC2BA-9E5A-B8F9-6B92-0FC813C23D75}"/>
              </a:ext>
            </a:extLst>
          </p:cNvPr>
          <p:cNvGrpSpPr/>
          <p:nvPr userDrawn="1"/>
        </p:nvGrpSpPr>
        <p:grpSpPr>
          <a:xfrm>
            <a:off x="455611" y="5661675"/>
            <a:ext cx="5732456" cy="364609"/>
            <a:chOff x="6019602" y="5661675"/>
            <a:chExt cx="5732456" cy="364609"/>
          </a:xfrm>
        </p:grpSpPr>
        <p:sp>
          <p:nvSpPr>
            <p:cNvPr id="8" name="Parallelogramm 7">
              <a:extLst>
                <a:ext uri="{FF2B5EF4-FFF2-40B4-BE49-F238E27FC236}">
                  <a16:creationId xmlns:a16="http://schemas.microsoft.com/office/drawing/2014/main" id="{DD87EAD6-EBC7-D3AE-60C3-34B05DA56A41}"/>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9" name="Parallelogramm 8">
              <a:extLst>
                <a:ext uri="{FF2B5EF4-FFF2-40B4-BE49-F238E27FC236}">
                  <a16:creationId xmlns:a16="http://schemas.microsoft.com/office/drawing/2014/main" id="{03B83F28-4E4E-9AEB-7861-D13F12EDE882}"/>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0" name="Parallelogramm 9">
              <a:extLst>
                <a:ext uri="{FF2B5EF4-FFF2-40B4-BE49-F238E27FC236}">
                  <a16:creationId xmlns:a16="http://schemas.microsoft.com/office/drawing/2014/main" id="{ABB418CF-2B2A-A44A-B968-D6BA1C6D1F28}"/>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1" name="Parallelogramm 10">
              <a:extLst>
                <a:ext uri="{FF2B5EF4-FFF2-40B4-BE49-F238E27FC236}">
                  <a16:creationId xmlns:a16="http://schemas.microsoft.com/office/drawing/2014/main" id="{14B9E5FD-D81F-CF7A-96B8-FB23060CBEA0}"/>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2" name="Parallelogramm 11">
              <a:extLst>
                <a:ext uri="{FF2B5EF4-FFF2-40B4-BE49-F238E27FC236}">
                  <a16:creationId xmlns:a16="http://schemas.microsoft.com/office/drawing/2014/main" id="{523B551B-59FF-03A9-CA32-E730A1D2331A}"/>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3" name="Parallelogramm 12">
              <a:extLst>
                <a:ext uri="{FF2B5EF4-FFF2-40B4-BE49-F238E27FC236}">
                  <a16:creationId xmlns:a16="http://schemas.microsoft.com/office/drawing/2014/main" id="{921355AD-BB27-6A35-BB58-A8A524B924ED}"/>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4" name="Parallelogramm 13">
              <a:extLst>
                <a:ext uri="{FF2B5EF4-FFF2-40B4-BE49-F238E27FC236}">
                  <a16:creationId xmlns:a16="http://schemas.microsoft.com/office/drawing/2014/main" id="{DAB52D65-3606-3391-4D1C-BDE810314BDB}"/>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15" name="Gruppe 14">
            <a:extLst>
              <a:ext uri="{FF2B5EF4-FFF2-40B4-BE49-F238E27FC236}">
                <a16:creationId xmlns:a16="http://schemas.microsoft.com/office/drawing/2014/main" id="{4A6691FF-3F7E-38FB-08DC-FE05A0521124}"/>
              </a:ext>
            </a:extLst>
          </p:cNvPr>
          <p:cNvGrpSpPr/>
          <p:nvPr userDrawn="1"/>
        </p:nvGrpSpPr>
        <p:grpSpPr>
          <a:xfrm>
            <a:off x="484183" y="2908546"/>
            <a:ext cx="5732456" cy="364609"/>
            <a:chOff x="6019602" y="5661675"/>
            <a:chExt cx="5732456" cy="364609"/>
          </a:xfrm>
        </p:grpSpPr>
        <p:sp>
          <p:nvSpPr>
            <p:cNvPr id="16" name="Parallelogramm 15">
              <a:extLst>
                <a:ext uri="{FF2B5EF4-FFF2-40B4-BE49-F238E27FC236}">
                  <a16:creationId xmlns:a16="http://schemas.microsoft.com/office/drawing/2014/main" id="{75AA5753-53CF-3221-6B62-080BB935EC9C}"/>
                </a:ext>
              </a:extLst>
            </p:cNvPr>
            <p:cNvSpPr/>
            <p:nvPr/>
          </p:nvSpPr>
          <p:spPr>
            <a:xfrm>
              <a:off x="6019602"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7" name="Parallelogramm 16">
              <a:extLst>
                <a:ext uri="{FF2B5EF4-FFF2-40B4-BE49-F238E27FC236}">
                  <a16:creationId xmlns:a16="http://schemas.microsoft.com/office/drawing/2014/main" id="{668CA797-7D5A-B608-1ACA-335231DDC29D}"/>
                </a:ext>
              </a:extLst>
            </p:cNvPr>
            <p:cNvSpPr/>
            <p:nvPr/>
          </p:nvSpPr>
          <p:spPr>
            <a:xfrm>
              <a:off x="6898051"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8" name="Parallelogramm 17">
              <a:extLst>
                <a:ext uri="{FF2B5EF4-FFF2-40B4-BE49-F238E27FC236}">
                  <a16:creationId xmlns:a16="http://schemas.microsoft.com/office/drawing/2014/main" id="{F54C3A0B-24B1-33F2-A522-EDF45D606FC5}"/>
                </a:ext>
              </a:extLst>
            </p:cNvPr>
            <p:cNvSpPr/>
            <p:nvPr/>
          </p:nvSpPr>
          <p:spPr>
            <a:xfrm>
              <a:off x="7781263" y="5665391"/>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19" name="Parallelogramm 18">
              <a:extLst>
                <a:ext uri="{FF2B5EF4-FFF2-40B4-BE49-F238E27FC236}">
                  <a16:creationId xmlns:a16="http://schemas.microsoft.com/office/drawing/2014/main" id="{87BEB395-0B6F-F887-6EF4-EF08239D52F9}"/>
                </a:ext>
              </a:extLst>
            </p:cNvPr>
            <p:cNvSpPr/>
            <p:nvPr/>
          </p:nvSpPr>
          <p:spPr>
            <a:xfrm>
              <a:off x="86597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0" name="Parallelogramm 19">
              <a:extLst>
                <a:ext uri="{FF2B5EF4-FFF2-40B4-BE49-F238E27FC236}">
                  <a16:creationId xmlns:a16="http://schemas.microsoft.com/office/drawing/2014/main" id="{CAE4E799-173B-B9F1-B06C-A0CC3B066A56}"/>
                </a:ext>
              </a:extLst>
            </p:cNvPr>
            <p:cNvSpPr/>
            <p:nvPr/>
          </p:nvSpPr>
          <p:spPr>
            <a:xfrm>
              <a:off x="9465220"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1" name="Parallelogramm 20">
              <a:extLst>
                <a:ext uri="{FF2B5EF4-FFF2-40B4-BE49-F238E27FC236}">
                  <a16:creationId xmlns:a16="http://schemas.microsoft.com/office/drawing/2014/main" id="{8E793C89-7366-2BCC-D2DB-2F28E9A2A1D4}"/>
                </a:ext>
              </a:extLst>
            </p:cNvPr>
            <p:cNvSpPr/>
            <p:nvPr/>
          </p:nvSpPr>
          <p:spPr>
            <a:xfrm>
              <a:off x="10264012"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22" name="Parallelogramm 21">
              <a:extLst>
                <a:ext uri="{FF2B5EF4-FFF2-40B4-BE49-F238E27FC236}">
                  <a16:creationId xmlns:a16="http://schemas.microsoft.com/office/drawing/2014/main" id="{28FA3D98-A64F-944A-AB04-37FC2FDDD46E}"/>
                </a:ext>
              </a:extLst>
            </p:cNvPr>
            <p:cNvSpPr/>
            <p:nvPr/>
          </p:nvSpPr>
          <p:spPr>
            <a:xfrm>
              <a:off x="11142461" y="5661675"/>
              <a:ext cx="609597" cy="360893"/>
            </a:xfrm>
            <a:prstGeom prst="parallelogram">
              <a:avLst>
                <a:gd name="adj" fmla="val 53849"/>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grpSp>
      <p:grpSp>
        <p:nvGrpSpPr>
          <p:cNvPr id="23" name="Gruppe 22">
            <a:extLst>
              <a:ext uri="{FF2B5EF4-FFF2-40B4-BE49-F238E27FC236}">
                <a16:creationId xmlns:a16="http://schemas.microsoft.com/office/drawing/2014/main" id="{3CC19533-8F1E-44A7-8B47-99AB857DF6AB}"/>
              </a:ext>
            </a:extLst>
          </p:cNvPr>
          <p:cNvGrpSpPr/>
          <p:nvPr userDrawn="1"/>
        </p:nvGrpSpPr>
        <p:grpSpPr>
          <a:xfrm>
            <a:off x="446084" y="3276600"/>
            <a:ext cx="5791199" cy="2381900"/>
            <a:chOff x="455611" y="2307799"/>
            <a:chExt cx="5638801" cy="2381900"/>
          </a:xfrm>
        </p:grpSpPr>
        <p:cxnSp>
          <p:nvCxnSpPr>
            <p:cNvPr id="24" name="Gerader Verbinder 23">
              <a:extLst>
                <a:ext uri="{FF2B5EF4-FFF2-40B4-BE49-F238E27FC236}">
                  <a16:creationId xmlns:a16="http://schemas.microsoft.com/office/drawing/2014/main" id="{4073E0F0-E5BD-F223-137D-A645FCF5C0AC}"/>
                </a:ext>
              </a:extLst>
            </p:cNvPr>
            <p:cNvCxnSpPr>
              <a:cxnSpLocks/>
            </p:cNvCxnSpPr>
            <p:nvPr/>
          </p:nvCxnSpPr>
          <p:spPr>
            <a:xfrm flipH="1">
              <a:off x="455611" y="2307799"/>
              <a:ext cx="56388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2437CF0E-9F41-6673-C0E1-3BBAD85DA798}"/>
                </a:ext>
              </a:extLst>
            </p:cNvPr>
            <p:cNvCxnSpPr>
              <a:cxnSpLocks/>
            </p:cNvCxnSpPr>
            <p:nvPr/>
          </p:nvCxnSpPr>
          <p:spPr>
            <a:xfrm>
              <a:off x="455611" y="4689699"/>
              <a:ext cx="5638795"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6" name="Gerader Verbinder 25">
            <a:extLst>
              <a:ext uri="{FF2B5EF4-FFF2-40B4-BE49-F238E27FC236}">
                <a16:creationId xmlns:a16="http://schemas.microsoft.com/office/drawing/2014/main" id="{C443ED3E-F773-4648-2849-F1F54DBAF3A5}"/>
              </a:ext>
            </a:extLst>
          </p:cNvPr>
          <p:cNvCxnSpPr/>
          <p:nvPr userDrawn="1"/>
        </p:nvCxnSpPr>
        <p:spPr>
          <a:xfrm>
            <a:off x="6231310" y="831037"/>
            <a:ext cx="0" cy="5195252"/>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A85DADD4-18BE-A44A-CDDD-3DD34E207714}"/>
              </a:ext>
            </a:extLst>
          </p:cNvPr>
          <p:cNvCxnSpPr>
            <a:cxnSpLocks/>
          </p:cNvCxnSpPr>
          <p:nvPr userDrawn="1"/>
        </p:nvCxnSpPr>
        <p:spPr>
          <a:xfrm flipH="1">
            <a:off x="446084" y="2908546"/>
            <a:ext cx="579119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28" name="Titel 1">
            <a:extLst>
              <a:ext uri="{FF2B5EF4-FFF2-40B4-BE49-F238E27FC236}">
                <a16:creationId xmlns:a16="http://schemas.microsoft.com/office/drawing/2014/main" id="{99BAFD8D-B1A2-223F-5DEE-8513D22E1155}"/>
              </a:ext>
            </a:extLst>
          </p:cNvPr>
          <p:cNvSpPr>
            <a:spLocks noGrp="1"/>
          </p:cNvSpPr>
          <p:nvPr>
            <p:ph type="title"/>
          </p:nvPr>
        </p:nvSpPr>
        <p:spPr>
          <a:xfrm>
            <a:off x="457200" y="3324415"/>
            <a:ext cx="5768138" cy="2286000"/>
          </a:xfrm>
        </p:spPr>
        <p:txBody>
          <a:bodyPr rtlCol="0">
            <a:normAutofit/>
          </a:bodyPr>
          <a:lstStyle>
            <a:lvl1pPr>
              <a:defRPr sz="3200"/>
            </a:lvl1pPr>
          </a:lstStyle>
          <a:p>
            <a:pPr rtl="0"/>
            <a:r>
              <a:rPr lang="de-DE"/>
              <a:t>Mastertitelformat bearbeiten</a:t>
            </a:r>
            <a:endParaRPr lang="de"/>
          </a:p>
        </p:txBody>
      </p:sp>
      <p:sp>
        <p:nvSpPr>
          <p:cNvPr id="29" name="Inhaltsplatzhalter 40">
            <a:extLst>
              <a:ext uri="{FF2B5EF4-FFF2-40B4-BE49-F238E27FC236}">
                <a16:creationId xmlns:a16="http://schemas.microsoft.com/office/drawing/2014/main" id="{DAF58893-225F-9839-4AF5-8AF4C9A4D29B}"/>
              </a:ext>
            </a:extLst>
          </p:cNvPr>
          <p:cNvSpPr>
            <a:spLocks noGrp="1"/>
          </p:cNvSpPr>
          <p:nvPr>
            <p:ph sz="quarter" idx="13"/>
          </p:nvPr>
        </p:nvSpPr>
        <p:spPr>
          <a:xfrm>
            <a:off x="6775704" y="990600"/>
            <a:ext cx="4576508" cy="4938713"/>
          </a:xfrm>
        </p:spPr>
        <p:txBody>
          <a:bodyPr rtlCol="0" anchor="ctr"/>
          <a:lstStyle>
            <a:lvl1pPr marL="228600" indent="-228600">
              <a:lnSpc>
                <a:spcPct val="90000"/>
              </a:lnSpc>
              <a:spcBef>
                <a:spcPts val="1800"/>
              </a:spcBef>
              <a:buFont typeface="Arial" panose="020B0604020202020204" pitchFamily="34" charset="0"/>
              <a:buChar char="•"/>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3EC2A924-A402-448B-CA05-2645ABDBE76C}"/>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353CF3B9-43F6-FADE-60C0-0D4DC01D96E6}"/>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59496FBA-69D5-F381-4BB3-47DEEE821A63}"/>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Tree>
    <p:extLst>
      <p:ext uri="{BB962C8B-B14F-4D97-AF65-F5344CB8AC3E}">
        <p14:creationId xmlns:p14="http://schemas.microsoft.com/office/powerpoint/2010/main" val="199721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Zwei Inhalte mit dem Titel un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91C55C-9AF8-EB7E-D4A4-C30E6C649772}"/>
              </a:ext>
            </a:extLst>
          </p:cNvPr>
          <p:cNvSpPr>
            <a:spLocks noGrp="1"/>
          </p:cNvSpPr>
          <p:nvPr>
            <p:ph type="title"/>
          </p:nvPr>
        </p:nvSpPr>
        <p:spPr>
          <a:xfrm>
            <a:off x="455602" y="4398263"/>
            <a:ext cx="9683496" cy="1572768"/>
          </a:xfrm>
        </p:spPr>
        <p:txBody>
          <a:bodyPr rtlCol="0"/>
          <a:lstStyle/>
          <a:p>
            <a:pPr rtl="0"/>
            <a:r>
              <a:rPr lang="de-DE"/>
              <a:t>Mastertitelformat bearbeiten</a:t>
            </a:r>
            <a:endParaRPr lang="de"/>
          </a:p>
        </p:txBody>
      </p:sp>
      <p:sp>
        <p:nvSpPr>
          <p:cNvPr id="13" name="Inhaltsplatzhalter 40">
            <a:extLst>
              <a:ext uri="{FF2B5EF4-FFF2-40B4-BE49-F238E27FC236}">
                <a16:creationId xmlns:a16="http://schemas.microsoft.com/office/drawing/2014/main" id="{7C8F3378-EB27-AC31-6C44-8CB4DBF4C563}"/>
              </a:ext>
            </a:extLst>
          </p:cNvPr>
          <p:cNvSpPr>
            <a:spLocks noGrp="1"/>
          </p:cNvSpPr>
          <p:nvPr>
            <p:ph sz="quarter" idx="14"/>
          </p:nvPr>
        </p:nvSpPr>
        <p:spPr>
          <a:xfrm>
            <a:off x="987552" y="1188720"/>
            <a:ext cx="4645152" cy="2999232"/>
          </a:xfrm>
        </p:spPr>
        <p:txBody>
          <a:bodyPr rtlCol="0" anchor="ctr">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12" name="Inhaltsplatzhalter 40">
            <a:extLst>
              <a:ext uri="{FF2B5EF4-FFF2-40B4-BE49-F238E27FC236}">
                <a16:creationId xmlns:a16="http://schemas.microsoft.com/office/drawing/2014/main" id="{A95C8986-0A58-82D9-4156-FD62D9F187C3}"/>
              </a:ext>
            </a:extLst>
          </p:cNvPr>
          <p:cNvSpPr>
            <a:spLocks noGrp="1"/>
          </p:cNvSpPr>
          <p:nvPr>
            <p:ph sz="quarter" idx="13"/>
          </p:nvPr>
        </p:nvSpPr>
        <p:spPr>
          <a:xfrm>
            <a:off x="6702552" y="1188720"/>
            <a:ext cx="4645152" cy="2999232"/>
          </a:xfrm>
        </p:spPr>
        <p:txBody>
          <a:bodyPr rtlCol="0"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5EEDC044-78B6-9932-0415-93ACBF93137F}"/>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
        <p:nvSpPr>
          <p:cNvPr id="6" name="Gleichschenkliges Dreieck 5">
            <a:extLst>
              <a:ext uri="{FF2B5EF4-FFF2-40B4-BE49-F238E27FC236}">
                <a16:creationId xmlns:a16="http://schemas.microsoft.com/office/drawing/2014/main" id="{0E235CD8-6A96-F95D-9E38-23FDC13785B7}"/>
              </a:ext>
            </a:extLst>
          </p:cNvPr>
          <p:cNvSpPr/>
          <p:nvPr userDrawn="1"/>
        </p:nvSpPr>
        <p:spPr>
          <a:xfrm rot="10800000">
            <a:off x="10378860" y="4351368"/>
            <a:ext cx="414179" cy="1258812"/>
          </a:xfrm>
          <a:prstGeom prst="triangle">
            <a:avLst>
              <a:gd name="adj" fmla="val 100000"/>
            </a:avLst>
          </a:prstGeom>
          <a:gradFill>
            <a:gsLst>
              <a:gs pos="0">
                <a:schemeClr val="bg2"/>
              </a:gs>
              <a:gs pos="100000">
                <a:schemeClr val="bg2">
                  <a:lumMod val="90000"/>
                  <a:lumOff val="10000"/>
                </a:schemeClr>
              </a:gs>
            </a:gsLst>
            <a:lin ang="162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sp>
        <p:nvSpPr>
          <p:cNvPr id="7" name="Parallelogramm 6">
            <a:extLst>
              <a:ext uri="{FF2B5EF4-FFF2-40B4-BE49-F238E27FC236}">
                <a16:creationId xmlns:a16="http://schemas.microsoft.com/office/drawing/2014/main" id="{EE742EAC-BCB8-F9D0-84D4-6A653D38B768}"/>
              </a:ext>
            </a:extLst>
          </p:cNvPr>
          <p:cNvSpPr/>
          <p:nvPr userDrawn="1"/>
        </p:nvSpPr>
        <p:spPr>
          <a:xfrm>
            <a:off x="10585951" y="4352034"/>
            <a:ext cx="986271" cy="1666288"/>
          </a:xfrm>
          <a:prstGeom prst="parallelogram">
            <a:avLst>
              <a:gd name="adj" fmla="val 59972"/>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cxnSp>
        <p:nvCxnSpPr>
          <p:cNvPr id="8" name="Gerader Verbinder 7">
            <a:extLst>
              <a:ext uri="{FF2B5EF4-FFF2-40B4-BE49-F238E27FC236}">
                <a16:creationId xmlns:a16="http://schemas.microsoft.com/office/drawing/2014/main" id="{F2FFFB8A-B590-C981-BB08-04BD3554C8D7}"/>
              </a:ext>
            </a:extLst>
          </p:cNvPr>
          <p:cNvCxnSpPr>
            <a:cxnSpLocks/>
          </p:cNvCxnSpPr>
          <p:nvPr userDrawn="1"/>
        </p:nvCxnSpPr>
        <p:spPr>
          <a:xfrm>
            <a:off x="6102350"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Gleichschenkliges Dreieck 9">
            <a:extLst>
              <a:ext uri="{FF2B5EF4-FFF2-40B4-BE49-F238E27FC236}">
                <a16:creationId xmlns:a16="http://schemas.microsoft.com/office/drawing/2014/main" id="{35F434B5-8A80-F035-A0F7-495BEC5D5CEB}"/>
              </a:ext>
            </a:extLst>
          </p:cNvPr>
          <p:cNvSpPr/>
          <p:nvPr userDrawn="1"/>
        </p:nvSpPr>
        <p:spPr>
          <a:xfrm>
            <a:off x="11374043" y="4759509"/>
            <a:ext cx="414179" cy="1258813"/>
          </a:xfrm>
          <a:prstGeom prst="triangle">
            <a:avLst>
              <a:gd name="adj" fmla="val 100000"/>
            </a:avLst>
          </a:prstGeom>
          <a:gradFill>
            <a:gsLst>
              <a:gs pos="0">
                <a:schemeClr val="bg2"/>
              </a:gs>
              <a:gs pos="100000">
                <a:schemeClr val="bg2">
                  <a:lumMod val="90000"/>
                  <a:lumOff val="10000"/>
                </a:schemeClr>
              </a:gs>
            </a:gsLst>
            <a:lin ang="5400000" scaled="0"/>
          </a:gradFill>
          <a:ln>
            <a:no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cxnSp>
        <p:nvCxnSpPr>
          <p:cNvPr id="11" name="Gerader Verbinder 10">
            <a:extLst>
              <a:ext uri="{FF2B5EF4-FFF2-40B4-BE49-F238E27FC236}">
                <a16:creationId xmlns:a16="http://schemas.microsoft.com/office/drawing/2014/main" id="{7F102734-0974-5386-C0F9-E2BE7EA6E6E5}"/>
              </a:ext>
            </a:extLst>
          </p:cNvPr>
          <p:cNvCxnSpPr>
            <a:cxnSpLocks/>
          </p:cNvCxnSpPr>
          <p:nvPr userDrawn="1"/>
        </p:nvCxnSpPr>
        <p:spPr>
          <a:xfrm>
            <a:off x="10378445" y="4343400"/>
            <a:ext cx="1" cy="1682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2000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ei Inhalte mit Titel ob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4985F15-A535-359D-EE3D-3BBDB2EACAF9}"/>
              </a:ext>
            </a:extLst>
          </p:cNvPr>
          <p:cNvSpPr>
            <a:spLocks noGrp="1"/>
          </p:cNvSpPr>
          <p:nvPr>
            <p:ph type="title"/>
          </p:nvPr>
        </p:nvSpPr>
        <p:spPr>
          <a:xfrm>
            <a:off x="455602" y="831035"/>
            <a:ext cx="11353801" cy="1389888"/>
          </a:xfrm>
        </p:spPr>
        <p:txBody>
          <a:bodyPr rtlCol="0"/>
          <a:lstStyle/>
          <a:p>
            <a:pPr rtl="0"/>
            <a:r>
              <a:rPr lang="de-DE"/>
              <a:t>Mastertitelformat bearbeiten</a:t>
            </a:r>
            <a:endParaRPr lang="de"/>
          </a:p>
        </p:txBody>
      </p:sp>
      <p:sp>
        <p:nvSpPr>
          <p:cNvPr id="7" name="Inhaltsplatzhalter 40">
            <a:extLst>
              <a:ext uri="{FF2B5EF4-FFF2-40B4-BE49-F238E27FC236}">
                <a16:creationId xmlns:a16="http://schemas.microsoft.com/office/drawing/2014/main" id="{8880E109-D2C0-09D8-1A97-262785E609F3}"/>
              </a:ext>
            </a:extLst>
          </p:cNvPr>
          <p:cNvSpPr>
            <a:spLocks noGrp="1"/>
          </p:cNvSpPr>
          <p:nvPr>
            <p:ph sz="quarter" idx="14"/>
          </p:nvPr>
        </p:nvSpPr>
        <p:spPr>
          <a:xfrm>
            <a:off x="987552" y="2304288"/>
            <a:ext cx="4645152" cy="3410712"/>
          </a:xfrm>
        </p:spPr>
        <p:txBody>
          <a:bodyPr rtlCol="0" anchor="ctr"/>
          <a:lstStyle>
            <a:lvl1pPr marL="228600" indent="-228600">
              <a:lnSpc>
                <a:spcPct val="150000"/>
              </a:lnSpc>
              <a:spcBef>
                <a:spcPts val="1800"/>
              </a:spcBef>
              <a:buFont typeface="Arial" panose="020B0604020202020204" pitchFamily="34" charset="0"/>
              <a:buChar char="•"/>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6" name="Inhaltsplatzhalter 40">
            <a:extLst>
              <a:ext uri="{FF2B5EF4-FFF2-40B4-BE49-F238E27FC236}">
                <a16:creationId xmlns:a16="http://schemas.microsoft.com/office/drawing/2014/main" id="{5E777085-29F0-61FF-3D68-0F6CBA8BB17E}"/>
              </a:ext>
            </a:extLst>
          </p:cNvPr>
          <p:cNvSpPr>
            <a:spLocks noGrp="1"/>
          </p:cNvSpPr>
          <p:nvPr>
            <p:ph sz="quarter" idx="13"/>
          </p:nvPr>
        </p:nvSpPr>
        <p:spPr>
          <a:xfrm>
            <a:off x="6702552" y="2304288"/>
            <a:ext cx="4645152" cy="2999232"/>
          </a:xfrm>
        </p:spPr>
        <p:txBody>
          <a:bodyPr rtlCol="0" anchor="ctr"/>
          <a:lstStyle>
            <a:lvl1pPr marL="228600" indent="-228600">
              <a:lnSpc>
                <a:spcPct val="150000"/>
              </a:lnSpc>
              <a:spcBef>
                <a:spcPts val="1800"/>
              </a:spcBef>
              <a:buFont typeface="Arial" panose="020B0604020202020204" pitchFamily="34" charset="0"/>
              <a:buChar char="•"/>
              <a:defRPr sz="1800"/>
            </a:lvl1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1F5C2655-C4F7-BDC7-8E08-DBC1659AA61A}"/>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67FB4CE7-C50F-3D98-D82F-253EF386E612}"/>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AF9C9D65-417E-F629-741D-C9E06E1FE55A}"/>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spTree>
    <p:extLst>
      <p:ext uri="{BB962C8B-B14F-4D97-AF65-F5344CB8AC3E}">
        <p14:creationId xmlns:p14="http://schemas.microsoft.com/office/powerpoint/2010/main" val="2710238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el, Inhalt und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91C55C-9AF8-EB7E-D4A4-C30E6C649772}"/>
              </a:ext>
            </a:extLst>
          </p:cNvPr>
          <p:cNvSpPr>
            <a:spLocks noGrp="1"/>
          </p:cNvSpPr>
          <p:nvPr>
            <p:ph type="title"/>
          </p:nvPr>
        </p:nvSpPr>
        <p:spPr>
          <a:xfrm>
            <a:off x="455602" y="4361688"/>
            <a:ext cx="11356848" cy="1673352"/>
          </a:xfrm>
        </p:spPr>
        <p:txBody>
          <a:bodyPr rtlCol="0"/>
          <a:lstStyle/>
          <a:p>
            <a:pPr rtl="0"/>
            <a:r>
              <a:rPr lang="de-DE"/>
              <a:t>Mastertitelformat bearbeiten</a:t>
            </a:r>
            <a:endParaRPr lang="de"/>
          </a:p>
        </p:txBody>
      </p:sp>
      <p:sp>
        <p:nvSpPr>
          <p:cNvPr id="17" name="Tabellenplatzhalter 15">
            <a:extLst>
              <a:ext uri="{FF2B5EF4-FFF2-40B4-BE49-F238E27FC236}">
                <a16:creationId xmlns:a16="http://schemas.microsoft.com/office/drawing/2014/main" id="{FA33993F-8FA8-07DB-3B69-E1A22B18849E}"/>
              </a:ext>
            </a:extLst>
          </p:cNvPr>
          <p:cNvSpPr>
            <a:spLocks noGrp="1"/>
          </p:cNvSpPr>
          <p:nvPr>
            <p:ph type="tbl" sz="quarter" idx="15"/>
          </p:nvPr>
        </p:nvSpPr>
        <p:spPr>
          <a:xfrm>
            <a:off x="455613" y="830263"/>
            <a:ext cx="5789612" cy="3532187"/>
          </a:xfrm>
        </p:spPr>
        <p:txBody>
          <a:bodyPr rtlCol="0"/>
          <a:lstStyle/>
          <a:p>
            <a:pPr rtl="0"/>
            <a:r>
              <a:rPr lang="de-DE"/>
              <a:t>Tabelle durch Klicken auf Symbol hinzufügen</a:t>
            </a:r>
            <a:endParaRPr lang="en-US" dirty="0"/>
          </a:p>
        </p:txBody>
      </p:sp>
      <p:sp>
        <p:nvSpPr>
          <p:cNvPr id="12" name="Inhaltsplatzhalter 40">
            <a:extLst>
              <a:ext uri="{FF2B5EF4-FFF2-40B4-BE49-F238E27FC236}">
                <a16:creationId xmlns:a16="http://schemas.microsoft.com/office/drawing/2014/main" id="{A95C8986-0A58-82D9-4156-FD62D9F187C3}"/>
              </a:ext>
            </a:extLst>
          </p:cNvPr>
          <p:cNvSpPr>
            <a:spLocks noGrp="1"/>
          </p:cNvSpPr>
          <p:nvPr>
            <p:ph sz="quarter" idx="13"/>
          </p:nvPr>
        </p:nvSpPr>
        <p:spPr>
          <a:xfrm>
            <a:off x="6675120" y="1225296"/>
            <a:ext cx="4645152" cy="2816352"/>
          </a:xfrm>
        </p:spPr>
        <p:txBody>
          <a:bodyPr rtlCol="0" anchor="t"/>
          <a:lstStyle>
            <a:lvl1pPr marL="228600" indent="-228600">
              <a:lnSpc>
                <a:spcPct val="90000"/>
              </a:lnSpc>
              <a:spcBef>
                <a:spcPts val="1800"/>
              </a:spcBef>
              <a:buFont typeface="Arial" panose="020B0604020202020204" pitchFamily="34" charset="0"/>
              <a:buChar char="•"/>
              <a:defRPr sz="1800"/>
            </a:lvl1pPr>
            <a:lvl2pPr marL="457200">
              <a:defRPr/>
            </a:lvl2pPr>
            <a:lvl3pPr marL="914400">
              <a:defRPr/>
            </a:lvl3pPr>
            <a:lvl4pPr marL="1371600">
              <a:defRPr/>
            </a:lvl4pPr>
            <a:lvl5pPr marL="1828800">
              <a:defRPr/>
            </a:lvl5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5EEDC044-78B6-9932-0415-93ACBF93137F}"/>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cxnSp>
        <p:nvCxnSpPr>
          <p:cNvPr id="8" name="Gerader Verbinder 7">
            <a:extLst>
              <a:ext uri="{FF2B5EF4-FFF2-40B4-BE49-F238E27FC236}">
                <a16:creationId xmlns:a16="http://schemas.microsoft.com/office/drawing/2014/main" id="{F2FFFB8A-B590-C981-BB08-04BD3554C8D7}"/>
              </a:ext>
            </a:extLst>
          </p:cNvPr>
          <p:cNvCxnSpPr>
            <a:cxnSpLocks/>
          </p:cNvCxnSpPr>
          <p:nvPr userDrawn="1"/>
        </p:nvCxnSpPr>
        <p:spPr>
          <a:xfrm>
            <a:off x="6245008" y="831037"/>
            <a:ext cx="0" cy="3512363"/>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9" name="Gerader Verbinder 8">
            <a:extLst>
              <a:ext uri="{FF2B5EF4-FFF2-40B4-BE49-F238E27FC236}">
                <a16:creationId xmlns:a16="http://schemas.microsoft.com/office/drawing/2014/main" id="{95DF137B-3968-16D7-F0A8-AD9DD42AB975}"/>
              </a:ext>
            </a:extLst>
          </p:cNvPr>
          <p:cNvCxnSpPr>
            <a:cxnSpLocks/>
          </p:cNvCxnSpPr>
          <p:nvPr userDrawn="1"/>
        </p:nvCxnSpPr>
        <p:spPr>
          <a:xfrm>
            <a:off x="455617" y="4343400"/>
            <a:ext cx="11353787"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084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el und vollständiger Inhalt">
    <p:spTree>
      <p:nvGrpSpPr>
        <p:cNvPr id="1" name=""/>
        <p:cNvGrpSpPr/>
        <p:nvPr/>
      </p:nvGrpSpPr>
      <p:grpSpPr>
        <a:xfrm>
          <a:off x="0" y="0"/>
          <a:ext cx="0" cy="0"/>
          <a:chOff x="0" y="0"/>
          <a:chExt cx="0" cy="0"/>
        </a:xfrm>
      </p:grpSpPr>
      <p:sp>
        <p:nvSpPr>
          <p:cNvPr id="2" name="Titel 1"/>
          <p:cNvSpPr>
            <a:spLocks noGrp="1"/>
          </p:cNvSpPr>
          <p:nvPr>
            <p:ph type="title"/>
          </p:nvPr>
        </p:nvSpPr>
        <p:spPr>
          <a:xfrm>
            <a:off x="455602" y="831035"/>
            <a:ext cx="11353801" cy="1609344"/>
          </a:xfrm>
        </p:spPr>
        <p:txBody>
          <a:bodyPr rtlCol="0"/>
          <a:lstStyle/>
          <a:p>
            <a:pPr rtl="0"/>
            <a:r>
              <a:rPr lang="de-DE"/>
              <a:t>Mastertitelformat bearbeiten</a:t>
            </a:r>
            <a:endParaRPr dirty="0"/>
          </a:p>
        </p:txBody>
      </p:sp>
      <p:sp>
        <p:nvSpPr>
          <p:cNvPr id="3" name="Inhaltsplatzhalter 2"/>
          <p:cNvSpPr>
            <a:spLocks noGrp="1"/>
          </p:cNvSpPr>
          <p:nvPr>
            <p:ph idx="1"/>
          </p:nvPr>
        </p:nvSpPr>
        <p:spPr>
          <a:xfrm>
            <a:off x="457200" y="2441448"/>
            <a:ext cx="11356848" cy="3584448"/>
          </a:xfrm>
        </p:spPr>
        <p:txBody>
          <a:bodyPr rtlCol="0"/>
          <a:lstStyle>
            <a:lvl5pPr>
              <a:defRPr/>
            </a:lvl5pPr>
            <a:lvl6pPr>
              <a:defRPr/>
            </a:lvl6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dirty="0"/>
          </a:p>
        </p:txBody>
      </p:sp>
      <p:sp>
        <p:nvSpPr>
          <p:cNvPr id="4" name="Datumsplatzhalter 3"/>
          <p:cNvSpPr>
            <a:spLocks noGrp="1"/>
          </p:cNvSpPr>
          <p:nvPr>
            <p:ph type="dt" sz="half" idx="10"/>
          </p:nvPr>
        </p:nvSpPr>
        <p:spPr/>
        <p:txBody>
          <a:bodyPr rtlCol="0"/>
          <a:lstStyle/>
          <a:p>
            <a:pPr rtl="0"/>
            <a:r>
              <a:rPr lang="de"/>
              <a:t>20XX</a:t>
            </a:r>
          </a:p>
        </p:txBody>
      </p:sp>
      <p:sp>
        <p:nvSpPr>
          <p:cNvPr id="5" name="Fußzeilenplatzhalter 4"/>
          <p:cNvSpPr>
            <a:spLocks noGrp="1"/>
          </p:cNvSpPr>
          <p:nvPr>
            <p:ph type="ftr" sz="quarter" idx="11"/>
          </p:nvPr>
        </p:nvSpPr>
        <p:spPr/>
        <p:txBody>
          <a:bodyPr rtlCol="0"/>
          <a:lstStyle/>
          <a:p>
            <a:pPr rtl="0"/>
            <a:r>
              <a:rPr lang="de"/>
              <a:t>Fußzeile hinzufügen</a:t>
            </a:r>
          </a:p>
        </p:txBody>
      </p:sp>
      <p:sp>
        <p:nvSpPr>
          <p:cNvPr id="6" name="Foliennummernplatzhalter 5"/>
          <p:cNvSpPr>
            <a:spLocks noGrp="1"/>
          </p:cNvSpPr>
          <p:nvPr>
            <p:ph type="sldNum" sz="quarter" idx="12"/>
          </p:nvPr>
        </p:nvSpPr>
        <p:spPr/>
        <p:txBody>
          <a:bodyPr rtlCol="0"/>
          <a:lstStyle/>
          <a:p>
            <a:pPr rtl="0"/>
            <a:fld id="{2A013F82-EE5E-44EE-A61D-E31C6657F26F}" type="slidenum">
              <a:rPr lang="en-US" smtClean="0"/>
              <a:t>‹Nr.›</a:t>
            </a:fld>
            <a:endParaRPr lang="en-US" dirty="0"/>
          </a:p>
        </p:txBody>
      </p:sp>
    </p:spTree>
    <p:extLst>
      <p:ext uri="{BB962C8B-B14F-4D97-AF65-F5344CB8AC3E}">
        <p14:creationId xmlns:p14="http://schemas.microsoft.com/office/powerpoint/2010/main" val="2938807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6" name="Titel 1">
            <a:extLst>
              <a:ext uri="{FF2B5EF4-FFF2-40B4-BE49-F238E27FC236}">
                <a16:creationId xmlns:a16="http://schemas.microsoft.com/office/drawing/2014/main" id="{F692176E-3B49-0477-AA91-E6395EC3F77D}"/>
              </a:ext>
            </a:extLst>
          </p:cNvPr>
          <p:cNvSpPr>
            <a:spLocks noGrp="1"/>
          </p:cNvSpPr>
          <p:nvPr>
            <p:ph type="title"/>
          </p:nvPr>
        </p:nvSpPr>
        <p:spPr>
          <a:xfrm>
            <a:off x="455602" y="831035"/>
            <a:ext cx="11353801" cy="1609344"/>
          </a:xfrm>
        </p:spPr>
        <p:txBody>
          <a:bodyPr rtlCol="0"/>
          <a:lstStyle/>
          <a:p>
            <a:pPr rtl="0"/>
            <a:r>
              <a:rPr lang="de-DE"/>
              <a:t>Mastertitelformat bearbeiten</a:t>
            </a:r>
            <a:endParaRPr dirty="0"/>
          </a:p>
        </p:txBody>
      </p:sp>
      <p:sp>
        <p:nvSpPr>
          <p:cNvPr id="13" name="Inhaltsplatzhalter 40">
            <a:extLst>
              <a:ext uri="{FF2B5EF4-FFF2-40B4-BE49-F238E27FC236}">
                <a16:creationId xmlns:a16="http://schemas.microsoft.com/office/drawing/2014/main" id="{7C8F3378-EB27-AC31-6C44-8CB4DBF4C563}"/>
              </a:ext>
            </a:extLst>
          </p:cNvPr>
          <p:cNvSpPr>
            <a:spLocks noGrp="1"/>
          </p:cNvSpPr>
          <p:nvPr>
            <p:ph sz="quarter" idx="14"/>
          </p:nvPr>
        </p:nvSpPr>
        <p:spPr>
          <a:xfrm>
            <a:off x="914400" y="2971800"/>
            <a:ext cx="4645152" cy="2807208"/>
          </a:xfrm>
        </p:spPr>
        <p:txBody>
          <a:bodyPr rtlCol="0" anchor="t">
            <a:normAutofit/>
          </a:bodyPr>
          <a:lstStyle>
            <a:lvl1pPr marL="228600" indent="-228600">
              <a:lnSpc>
                <a:spcPct val="90000"/>
              </a:lnSpc>
              <a:spcBef>
                <a:spcPts val="1800"/>
              </a:spcBef>
              <a:buFont typeface="Arial" panose="020B0604020202020204" pitchFamily="34" charset="0"/>
              <a:buChar char="•"/>
              <a:defRPr sz="1600"/>
            </a:lvl1pPr>
            <a:lvl2pPr>
              <a:defRPr sz="1400"/>
            </a:lvl2pPr>
            <a:lvl3pPr>
              <a:defRPr sz="1400"/>
            </a:lvl3pPr>
            <a:lvl4pPr>
              <a:defRPr sz="1400"/>
            </a:lvl4pPr>
            <a:lvl5pPr>
              <a:defRPr sz="1400"/>
            </a:lvl5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12" name="Inhaltsplatzhalter 40">
            <a:extLst>
              <a:ext uri="{FF2B5EF4-FFF2-40B4-BE49-F238E27FC236}">
                <a16:creationId xmlns:a16="http://schemas.microsoft.com/office/drawing/2014/main" id="{A95C8986-0A58-82D9-4156-FD62D9F187C3}"/>
              </a:ext>
            </a:extLst>
          </p:cNvPr>
          <p:cNvSpPr>
            <a:spLocks noGrp="1"/>
          </p:cNvSpPr>
          <p:nvPr>
            <p:ph sz="quarter" idx="13"/>
          </p:nvPr>
        </p:nvSpPr>
        <p:spPr>
          <a:xfrm>
            <a:off x="6784848" y="2971800"/>
            <a:ext cx="4645152" cy="2807208"/>
          </a:xfrm>
        </p:spPr>
        <p:txBody>
          <a:bodyPr rtlCol="0" anchor="t">
            <a:normAutofit/>
          </a:bodyPr>
          <a:lstStyle>
            <a:lvl1pPr marL="0" indent="0">
              <a:lnSpc>
                <a:spcPct val="90000"/>
              </a:lnSpc>
              <a:spcBef>
                <a:spcPts val="1800"/>
              </a:spcBef>
              <a:buFont typeface="Arial" panose="020B0604020202020204" pitchFamily="34" charset="0"/>
              <a:buNone/>
              <a:defRPr sz="1600"/>
            </a:lvl1pPr>
            <a:lvl2pPr>
              <a:defRPr sz="1400"/>
            </a:lvl2pPr>
            <a:lvl3pPr>
              <a:defRPr sz="1400"/>
            </a:lvl3pPr>
            <a:lvl4pPr>
              <a:defRPr sz="1400"/>
            </a:lvl4pPr>
            <a:lvl5pPr>
              <a:defRPr sz="1400"/>
            </a:lvl5pPr>
          </a:lstStyle>
          <a:p>
            <a:pPr lvl="0" rtl="0"/>
            <a:r>
              <a:rPr lang="de-DE"/>
              <a:t>Mastertextformat bearbeiten</a:t>
            </a:r>
          </a:p>
          <a:p>
            <a:pPr lvl="1" rtl="0"/>
            <a:r>
              <a:rPr lang="de-DE"/>
              <a:t>Zweite Ebene</a:t>
            </a:r>
          </a:p>
          <a:p>
            <a:pPr lvl="2" rtl="0"/>
            <a:r>
              <a:rPr lang="de-DE"/>
              <a:t>Dritte Ebene</a:t>
            </a:r>
          </a:p>
          <a:p>
            <a:pPr lvl="3" rtl="0"/>
            <a:r>
              <a:rPr lang="de-DE"/>
              <a:t>Vierte Ebene</a:t>
            </a:r>
          </a:p>
          <a:p>
            <a:pPr lvl="4" rtl="0"/>
            <a:r>
              <a:rPr lang="de-DE"/>
              <a:t>Fünfte Ebene</a:t>
            </a:r>
            <a:endParaRPr lang="de"/>
          </a:p>
        </p:txBody>
      </p:sp>
      <p:sp>
        <p:nvSpPr>
          <p:cNvPr id="4" name="Datumsplatzhalter 3">
            <a:extLst>
              <a:ext uri="{FF2B5EF4-FFF2-40B4-BE49-F238E27FC236}">
                <a16:creationId xmlns:a16="http://schemas.microsoft.com/office/drawing/2014/main" id="{5EEDC044-78B6-9932-0415-93ACBF93137F}"/>
              </a:ext>
            </a:extLst>
          </p:cNvPr>
          <p:cNvSpPr>
            <a:spLocks noGrp="1"/>
          </p:cNvSpPr>
          <p:nvPr>
            <p:ph type="dt" sz="half" idx="11"/>
          </p:nvPr>
        </p:nvSpPr>
        <p:spPr/>
        <p:txBody>
          <a:bodyPr rtlCol="0"/>
          <a:lstStyle/>
          <a:p>
            <a:pPr rtl="0"/>
            <a:r>
              <a:rPr lang="de"/>
              <a:t>20XX</a:t>
            </a:r>
          </a:p>
        </p:txBody>
      </p:sp>
      <p:sp>
        <p:nvSpPr>
          <p:cNvPr id="3" name="Fußzeilenplatzhalter 2">
            <a:extLst>
              <a:ext uri="{FF2B5EF4-FFF2-40B4-BE49-F238E27FC236}">
                <a16:creationId xmlns:a16="http://schemas.microsoft.com/office/drawing/2014/main" id="{780965DC-0B8B-F872-935E-9D9D3721E34A}"/>
              </a:ext>
            </a:extLst>
          </p:cNvPr>
          <p:cNvSpPr>
            <a:spLocks noGrp="1"/>
          </p:cNvSpPr>
          <p:nvPr>
            <p:ph type="ftr" sz="quarter" idx="10"/>
          </p:nvPr>
        </p:nvSpPr>
        <p:spPr/>
        <p:txBody>
          <a:bodyPr rtlCol="0"/>
          <a:lstStyle/>
          <a:p>
            <a:pPr rtl="0"/>
            <a:r>
              <a:rPr lang="de"/>
              <a:t>Fußzeile hinzufügen</a:t>
            </a:r>
          </a:p>
        </p:txBody>
      </p:sp>
      <p:sp>
        <p:nvSpPr>
          <p:cNvPr id="5" name="Foliennummernplatzhalter 4">
            <a:extLst>
              <a:ext uri="{FF2B5EF4-FFF2-40B4-BE49-F238E27FC236}">
                <a16:creationId xmlns:a16="http://schemas.microsoft.com/office/drawing/2014/main" id="{B763E988-0054-287A-6AAE-06E21E1DB796}"/>
              </a:ext>
            </a:extLst>
          </p:cNvPr>
          <p:cNvSpPr>
            <a:spLocks noGrp="1"/>
          </p:cNvSpPr>
          <p:nvPr>
            <p:ph type="sldNum" sz="quarter" idx="12"/>
          </p:nvPr>
        </p:nvSpPr>
        <p:spPr/>
        <p:txBody>
          <a:bodyPr rtlCol="0"/>
          <a:lstStyle/>
          <a:p>
            <a:pPr rtl="0"/>
            <a:fld id="{2A013F82-EE5E-44EE-A61D-E31C6657F26F}" type="slidenum">
              <a:rPr lang="en-US" smtClean="0"/>
              <a:pPr/>
              <a:t>‹Nr.›</a:t>
            </a:fld>
            <a:endParaRPr lang="en-US" dirty="0"/>
          </a:p>
        </p:txBody>
      </p:sp>
      <p:cxnSp>
        <p:nvCxnSpPr>
          <p:cNvPr id="14" name="Gerader Verbinder 13">
            <a:extLst>
              <a:ext uri="{FF2B5EF4-FFF2-40B4-BE49-F238E27FC236}">
                <a16:creationId xmlns:a16="http://schemas.microsoft.com/office/drawing/2014/main" id="{E6536B7D-E277-C256-5856-F8E6C59FC5E1}"/>
              </a:ext>
            </a:extLst>
          </p:cNvPr>
          <p:cNvCxnSpPr>
            <a:cxnSpLocks/>
          </p:cNvCxnSpPr>
          <p:nvPr userDrawn="1"/>
        </p:nvCxnSpPr>
        <p:spPr>
          <a:xfrm>
            <a:off x="455617" y="2438400"/>
            <a:ext cx="11353779"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FD52B67A-2B44-F4A3-3DE0-514550897E7D}"/>
              </a:ext>
            </a:extLst>
          </p:cNvPr>
          <p:cNvCxnSpPr>
            <a:cxnSpLocks/>
          </p:cNvCxnSpPr>
          <p:nvPr userDrawn="1"/>
        </p:nvCxnSpPr>
        <p:spPr>
          <a:xfrm>
            <a:off x="6254104" y="2438400"/>
            <a:ext cx="0" cy="358788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1159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chlussbemerku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020A84-9C58-F896-0FB0-49EBCE30672F}"/>
              </a:ext>
            </a:extLst>
          </p:cNvPr>
          <p:cNvSpPr>
            <a:spLocks noGrp="1"/>
          </p:cNvSpPr>
          <p:nvPr>
            <p:ph type="title"/>
          </p:nvPr>
        </p:nvSpPr>
        <p:spPr>
          <a:xfrm>
            <a:off x="455602" y="1197864"/>
            <a:ext cx="11353801" cy="2395728"/>
          </a:xfrm>
        </p:spPr>
        <p:txBody>
          <a:bodyPr rtlCol="0">
            <a:normAutofit/>
          </a:bodyPr>
          <a:lstStyle>
            <a:lvl1pPr>
              <a:defRPr sz="4400">
                <a:solidFill>
                  <a:schemeClr val="tx1"/>
                </a:solidFill>
              </a:defRPr>
            </a:lvl1pPr>
          </a:lstStyle>
          <a:p>
            <a:pPr rtl="0"/>
            <a:r>
              <a:rPr lang="de-DE"/>
              <a:t>Mastertitelformat bearbeiten</a:t>
            </a:r>
            <a:endParaRPr lang="de"/>
          </a:p>
        </p:txBody>
      </p:sp>
      <p:sp>
        <p:nvSpPr>
          <p:cNvPr id="42" name="Untertitel 2">
            <a:extLst>
              <a:ext uri="{FF2B5EF4-FFF2-40B4-BE49-F238E27FC236}">
                <a16:creationId xmlns:a16="http://schemas.microsoft.com/office/drawing/2014/main" id="{478C78A5-5D77-F57C-D5EA-9FED831F9DA5}"/>
              </a:ext>
            </a:extLst>
          </p:cNvPr>
          <p:cNvSpPr>
            <a:spLocks noGrp="1"/>
          </p:cNvSpPr>
          <p:nvPr>
            <p:ph type="subTitle" idx="1"/>
          </p:nvPr>
        </p:nvSpPr>
        <p:spPr>
          <a:xfrm>
            <a:off x="457200" y="3694176"/>
            <a:ext cx="11356848" cy="1975104"/>
          </a:xfrm>
        </p:spPr>
        <p:txBody>
          <a:bodyPr rtlCol="0">
            <a:normAutofit/>
          </a:bodyPr>
          <a:lstStyle>
            <a:lvl1pPr marL="0" indent="0" algn="ctr">
              <a:lnSpc>
                <a:spcPct val="150000"/>
              </a:lnSpc>
              <a:spcBef>
                <a:spcPts val="0"/>
              </a:spcBef>
              <a:buNone/>
              <a:defRPr sz="1800" b="1" cap="all" spc="200" baseline="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de-DE"/>
              <a:t>Master-Untertitelformat bearbeiten</a:t>
            </a:r>
            <a:endParaRPr dirty="0"/>
          </a:p>
        </p:txBody>
      </p:sp>
      <p:grpSp>
        <p:nvGrpSpPr>
          <p:cNvPr id="6" name="Gruppe 5">
            <a:extLst>
              <a:ext uri="{FF2B5EF4-FFF2-40B4-BE49-F238E27FC236}">
                <a16:creationId xmlns:a16="http://schemas.microsoft.com/office/drawing/2014/main" id="{89272CF2-D7FA-D7DE-67B8-A8E6C0C3987C}"/>
              </a:ext>
            </a:extLst>
          </p:cNvPr>
          <p:cNvGrpSpPr/>
          <p:nvPr userDrawn="1"/>
        </p:nvGrpSpPr>
        <p:grpSpPr>
          <a:xfrm>
            <a:off x="455612" y="830375"/>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7" name="Parallelogramm 6">
              <a:extLst>
                <a:ext uri="{FF2B5EF4-FFF2-40B4-BE49-F238E27FC236}">
                  <a16:creationId xmlns:a16="http://schemas.microsoft.com/office/drawing/2014/main" id="{88716FC7-1AD2-45FF-0DA3-7A1BFB1B2E0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8" name="Parallelogramm 7">
              <a:extLst>
                <a:ext uri="{FF2B5EF4-FFF2-40B4-BE49-F238E27FC236}">
                  <a16:creationId xmlns:a16="http://schemas.microsoft.com/office/drawing/2014/main" id="{49BB50BB-555B-D492-C307-C81262E21B59}"/>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9" name="Parallelogramm 8">
              <a:extLst>
                <a:ext uri="{FF2B5EF4-FFF2-40B4-BE49-F238E27FC236}">
                  <a16:creationId xmlns:a16="http://schemas.microsoft.com/office/drawing/2014/main" id="{38408CA3-CC0E-EC5C-062F-934E485268DB}"/>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0" name="Parallelogramm 9">
              <a:extLst>
                <a:ext uri="{FF2B5EF4-FFF2-40B4-BE49-F238E27FC236}">
                  <a16:creationId xmlns:a16="http://schemas.microsoft.com/office/drawing/2014/main" id="{6AE5ED21-EB43-A35B-E75A-451CB583EBA9}"/>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1" name="Parallelogramm 10">
              <a:extLst>
                <a:ext uri="{FF2B5EF4-FFF2-40B4-BE49-F238E27FC236}">
                  <a16:creationId xmlns:a16="http://schemas.microsoft.com/office/drawing/2014/main" id="{BB385C5A-30D8-0BA8-828B-AB63969F183C}"/>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2" name="Parallelogramm 11">
              <a:extLst>
                <a:ext uri="{FF2B5EF4-FFF2-40B4-BE49-F238E27FC236}">
                  <a16:creationId xmlns:a16="http://schemas.microsoft.com/office/drawing/2014/main" id="{B64D7533-0D81-28B1-5BCE-B377A69CCB70}"/>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3" name="Parallelogramm 12">
              <a:extLst>
                <a:ext uri="{FF2B5EF4-FFF2-40B4-BE49-F238E27FC236}">
                  <a16:creationId xmlns:a16="http://schemas.microsoft.com/office/drawing/2014/main" id="{F999CAC2-3805-7790-0D5B-1C0C560FC393}"/>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4" name="Parallelogramm 13">
              <a:extLst>
                <a:ext uri="{FF2B5EF4-FFF2-40B4-BE49-F238E27FC236}">
                  <a16:creationId xmlns:a16="http://schemas.microsoft.com/office/drawing/2014/main" id="{C5745A4C-04EE-2733-6012-D36B5BBBF398}"/>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5" name="Parallelogramm 14">
              <a:extLst>
                <a:ext uri="{FF2B5EF4-FFF2-40B4-BE49-F238E27FC236}">
                  <a16:creationId xmlns:a16="http://schemas.microsoft.com/office/drawing/2014/main" id="{AC857CED-E2E1-89D2-A39D-654ACE08A93B}"/>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6" name="Parallelogramm 15">
              <a:extLst>
                <a:ext uri="{FF2B5EF4-FFF2-40B4-BE49-F238E27FC236}">
                  <a16:creationId xmlns:a16="http://schemas.microsoft.com/office/drawing/2014/main" id="{39393802-381E-135F-4932-F69B44996A89}"/>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7" name="Parallelogramm 16">
              <a:extLst>
                <a:ext uri="{FF2B5EF4-FFF2-40B4-BE49-F238E27FC236}">
                  <a16:creationId xmlns:a16="http://schemas.microsoft.com/office/drawing/2014/main" id="{B4B70FE7-D13E-6BF8-0263-5DC35765D060}"/>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8" name="Parallelogramm 17">
              <a:extLst>
                <a:ext uri="{FF2B5EF4-FFF2-40B4-BE49-F238E27FC236}">
                  <a16:creationId xmlns:a16="http://schemas.microsoft.com/office/drawing/2014/main" id="{42E69ACE-9D4F-1BC1-3813-E4A8B8D3DC28}"/>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19" name="Parallelogramm 18">
              <a:extLst>
                <a:ext uri="{FF2B5EF4-FFF2-40B4-BE49-F238E27FC236}">
                  <a16:creationId xmlns:a16="http://schemas.microsoft.com/office/drawing/2014/main" id="{F56F1340-0F67-BC41-CE24-7A6D858FB09F}"/>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0" name="Parallelogramm 19">
              <a:extLst>
                <a:ext uri="{FF2B5EF4-FFF2-40B4-BE49-F238E27FC236}">
                  <a16:creationId xmlns:a16="http://schemas.microsoft.com/office/drawing/2014/main" id="{F982964F-E8E0-48A7-63EE-30E110ED9895}"/>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1" name="Parallelogramm 20">
              <a:extLst>
                <a:ext uri="{FF2B5EF4-FFF2-40B4-BE49-F238E27FC236}">
                  <a16:creationId xmlns:a16="http://schemas.microsoft.com/office/drawing/2014/main" id="{39F1912B-FF96-9C65-85DE-F7EFD9DF13EB}"/>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22" name="Gerader Verbinder 21">
            <a:extLst>
              <a:ext uri="{FF2B5EF4-FFF2-40B4-BE49-F238E27FC236}">
                <a16:creationId xmlns:a16="http://schemas.microsoft.com/office/drawing/2014/main" id="{2868CC7A-81EA-FE94-C301-81556552A481}"/>
              </a:ext>
            </a:extLst>
          </p:cNvPr>
          <p:cNvCxnSpPr/>
          <p:nvPr userDrawn="1"/>
        </p:nvCxnSpPr>
        <p:spPr>
          <a:xfrm rot="10800000">
            <a:off x="455612" y="1191269"/>
            <a:ext cx="1135379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A18EC814-52EA-642A-75CD-07481ECF4273}"/>
              </a:ext>
            </a:extLst>
          </p:cNvPr>
          <p:cNvCxnSpPr/>
          <p:nvPr userDrawn="1"/>
        </p:nvCxnSpPr>
        <p:spPr>
          <a:xfrm rot="10800000">
            <a:off x="455611" y="831038"/>
            <a:ext cx="11353793"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4" name="Gruppe 23">
            <a:extLst>
              <a:ext uri="{FF2B5EF4-FFF2-40B4-BE49-F238E27FC236}">
                <a16:creationId xmlns:a16="http://schemas.microsoft.com/office/drawing/2014/main" id="{DFDA2521-B0F3-5A0E-9428-0B165F691501}"/>
              </a:ext>
            </a:extLst>
          </p:cNvPr>
          <p:cNvGrpSpPr/>
          <p:nvPr userDrawn="1"/>
        </p:nvGrpSpPr>
        <p:grpSpPr>
          <a:xfrm>
            <a:off x="455595" y="5663122"/>
            <a:ext cx="11353797" cy="360893"/>
            <a:chOff x="455612" y="830374"/>
            <a:chExt cx="11353797" cy="551233"/>
          </a:xfrm>
          <a:gradFill>
            <a:gsLst>
              <a:gs pos="0">
                <a:schemeClr val="bg2"/>
              </a:gs>
              <a:gs pos="100000">
                <a:schemeClr val="bg2">
                  <a:lumMod val="90000"/>
                  <a:lumOff val="10000"/>
                </a:schemeClr>
              </a:gs>
            </a:gsLst>
            <a:lin ang="16200000" scaled="1"/>
          </a:gradFill>
        </p:grpSpPr>
        <p:sp>
          <p:nvSpPr>
            <p:cNvPr id="25" name="Parallelogramm 24">
              <a:extLst>
                <a:ext uri="{FF2B5EF4-FFF2-40B4-BE49-F238E27FC236}">
                  <a16:creationId xmlns:a16="http://schemas.microsoft.com/office/drawing/2014/main" id="{FDA5A1D4-EBE7-9453-19D8-B316FAC99927}"/>
                </a:ext>
              </a:extLst>
            </p:cNvPr>
            <p:cNvSpPr/>
            <p:nvPr/>
          </p:nvSpPr>
          <p:spPr>
            <a:xfrm>
              <a:off x="4556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6" name="Parallelogramm 25">
              <a:extLst>
                <a:ext uri="{FF2B5EF4-FFF2-40B4-BE49-F238E27FC236}">
                  <a16:creationId xmlns:a16="http://schemas.microsoft.com/office/drawing/2014/main" id="{71E21317-0ADC-6BF8-DFD8-DA8C9E0F0646}"/>
                </a:ext>
              </a:extLst>
            </p:cNvPr>
            <p:cNvSpPr/>
            <p:nvPr/>
          </p:nvSpPr>
          <p:spPr>
            <a:xfrm>
              <a:off x="1191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7" name="Parallelogramm 26">
              <a:extLst>
                <a:ext uri="{FF2B5EF4-FFF2-40B4-BE49-F238E27FC236}">
                  <a16:creationId xmlns:a16="http://schemas.microsoft.com/office/drawing/2014/main" id="{1CEFF694-4FBF-F6A5-750F-30AACB3C2EB9}"/>
                </a:ext>
              </a:extLst>
            </p:cNvPr>
            <p:cNvSpPr/>
            <p:nvPr/>
          </p:nvSpPr>
          <p:spPr>
            <a:xfrm>
              <a:off x="1953949"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8" name="Parallelogramm 27">
              <a:extLst>
                <a:ext uri="{FF2B5EF4-FFF2-40B4-BE49-F238E27FC236}">
                  <a16:creationId xmlns:a16="http://schemas.microsoft.com/office/drawing/2014/main" id="{75F19B0A-2C90-24E0-A63C-B8B841B832BF}"/>
                </a:ext>
              </a:extLst>
            </p:cNvPr>
            <p:cNvSpPr/>
            <p:nvPr/>
          </p:nvSpPr>
          <p:spPr>
            <a:xfrm>
              <a:off x="269910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29" name="Parallelogramm 28">
              <a:extLst>
                <a:ext uri="{FF2B5EF4-FFF2-40B4-BE49-F238E27FC236}">
                  <a16:creationId xmlns:a16="http://schemas.microsoft.com/office/drawing/2014/main" id="{B2554279-F72C-5046-9E50-62272505D46D}"/>
                </a:ext>
              </a:extLst>
            </p:cNvPr>
            <p:cNvSpPr/>
            <p:nvPr/>
          </p:nvSpPr>
          <p:spPr>
            <a:xfrm>
              <a:off x="3427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0" name="Parallelogramm 29">
              <a:extLst>
                <a:ext uri="{FF2B5EF4-FFF2-40B4-BE49-F238E27FC236}">
                  <a16:creationId xmlns:a16="http://schemas.microsoft.com/office/drawing/2014/main" id="{E736FAE4-B9C8-1879-59A5-D9764E11486C}"/>
                </a:ext>
              </a:extLst>
            </p:cNvPr>
            <p:cNvSpPr/>
            <p:nvPr/>
          </p:nvSpPr>
          <p:spPr>
            <a:xfrm>
              <a:off x="41894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1" name="Parallelogramm 30">
              <a:extLst>
                <a:ext uri="{FF2B5EF4-FFF2-40B4-BE49-F238E27FC236}">
                  <a16:creationId xmlns:a16="http://schemas.microsoft.com/office/drawing/2014/main" id="{77BA47AA-B3DD-48A7-19BD-E8255F9B069A}"/>
                </a:ext>
              </a:extLst>
            </p:cNvPr>
            <p:cNvSpPr/>
            <p:nvPr/>
          </p:nvSpPr>
          <p:spPr>
            <a:xfrm>
              <a:off x="497526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2" name="Parallelogramm 31">
              <a:extLst>
                <a:ext uri="{FF2B5EF4-FFF2-40B4-BE49-F238E27FC236}">
                  <a16:creationId xmlns:a16="http://schemas.microsoft.com/office/drawing/2014/main" id="{88FC8D71-7679-D51D-AA45-16338DBF0DA2}"/>
                </a:ext>
              </a:extLst>
            </p:cNvPr>
            <p:cNvSpPr/>
            <p:nvPr/>
          </p:nvSpPr>
          <p:spPr>
            <a:xfrm>
              <a:off x="57563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3" name="Parallelogramm 32">
              <a:extLst>
                <a:ext uri="{FF2B5EF4-FFF2-40B4-BE49-F238E27FC236}">
                  <a16:creationId xmlns:a16="http://schemas.microsoft.com/office/drawing/2014/main" id="{33BC4D85-8499-C4DE-84DC-80193602AB2A}"/>
                </a:ext>
              </a:extLst>
            </p:cNvPr>
            <p:cNvSpPr/>
            <p:nvPr/>
          </p:nvSpPr>
          <p:spPr>
            <a:xfrm>
              <a:off x="652112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4" name="Parallelogramm 33">
              <a:extLst>
                <a:ext uri="{FF2B5EF4-FFF2-40B4-BE49-F238E27FC236}">
                  <a16:creationId xmlns:a16="http://schemas.microsoft.com/office/drawing/2014/main" id="{95C1B48A-2A95-F0D4-AC65-178A56B43F86}"/>
                </a:ext>
              </a:extLst>
            </p:cNvPr>
            <p:cNvSpPr/>
            <p:nvPr/>
          </p:nvSpPr>
          <p:spPr>
            <a:xfrm>
              <a:off x="729455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5" name="Parallelogramm 34">
              <a:extLst>
                <a:ext uri="{FF2B5EF4-FFF2-40B4-BE49-F238E27FC236}">
                  <a16:creationId xmlns:a16="http://schemas.microsoft.com/office/drawing/2014/main" id="{8D2245DE-C317-FF60-ABBF-D0CFE4A503FF}"/>
                </a:ext>
              </a:extLst>
            </p:cNvPr>
            <p:cNvSpPr/>
            <p:nvPr/>
          </p:nvSpPr>
          <p:spPr>
            <a:xfrm>
              <a:off x="8070296"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6" name="Parallelogramm 35">
              <a:extLst>
                <a:ext uri="{FF2B5EF4-FFF2-40B4-BE49-F238E27FC236}">
                  <a16:creationId xmlns:a16="http://schemas.microsoft.com/office/drawing/2014/main" id="{460B9A58-26A4-E15F-753D-DA3847B46512}"/>
                </a:ext>
              </a:extLst>
            </p:cNvPr>
            <p:cNvSpPr/>
            <p:nvPr/>
          </p:nvSpPr>
          <p:spPr>
            <a:xfrm>
              <a:off x="8820828"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7" name="Parallelogramm 36">
              <a:extLst>
                <a:ext uri="{FF2B5EF4-FFF2-40B4-BE49-F238E27FC236}">
                  <a16:creationId xmlns:a16="http://schemas.microsoft.com/office/drawing/2014/main" id="{B965DC43-1BBE-B7DA-93C1-F920AB125B24}"/>
                </a:ext>
              </a:extLst>
            </p:cNvPr>
            <p:cNvSpPr/>
            <p:nvPr/>
          </p:nvSpPr>
          <p:spPr>
            <a:xfrm>
              <a:off x="9610013"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8" name="Parallelogramm 37">
              <a:extLst>
                <a:ext uri="{FF2B5EF4-FFF2-40B4-BE49-F238E27FC236}">
                  <a16:creationId xmlns:a16="http://schemas.microsoft.com/office/drawing/2014/main" id="{B2B05D8B-37A7-2CDF-5C37-B108920566C8}"/>
                </a:ext>
              </a:extLst>
            </p:cNvPr>
            <p:cNvSpPr/>
            <p:nvPr/>
          </p:nvSpPr>
          <p:spPr>
            <a:xfrm>
              <a:off x="1042638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sp>
          <p:nvSpPr>
            <p:cNvPr id="39" name="Parallelogramm 38">
              <a:extLst>
                <a:ext uri="{FF2B5EF4-FFF2-40B4-BE49-F238E27FC236}">
                  <a16:creationId xmlns:a16="http://schemas.microsoft.com/office/drawing/2014/main" id="{0BA82473-BACD-58B4-E315-83013BECB612}"/>
                </a:ext>
              </a:extLst>
            </p:cNvPr>
            <p:cNvSpPr/>
            <p:nvPr/>
          </p:nvSpPr>
          <p:spPr>
            <a:xfrm>
              <a:off x="11199812" y="830374"/>
              <a:ext cx="609597" cy="551233"/>
            </a:xfrm>
            <a:prstGeom prst="parallelogram">
              <a:avLst>
                <a:gd name="adj" fmla="val 53849"/>
              </a:avLst>
            </a:prstGeom>
            <a:grpFill/>
            <a:ln>
              <a:noFill/>
            </a:ln>
          </p:spPr>
          <p:style>
            <a:lnRef idx="3">
              <a:schemeClr val="lt1"/>
            </a:lnRef>
            <a:fillRef idx="1">
              <a:schemeClr val="accent5"/>
            </a:fillRef>
            <a:effectRef idx="1">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entury Gothic" panose="020B0502020202020204"/>
                <a:ea typeface="+mn-ea"/>
                <a:cs typeface="+mn-cs"/>
              </a:endParaRPr>
            </a:p>
          </p:txBody>
        </p:sp>
      </p:grpSp>
      <p:cxnSp>
        <p:nvCxnSpPr>
          <p:cNvPr id="40" name="Gerader Verbinder 39">
            <a:extLst>
              <a:ext uri="{FF2B5EF4-FFF2-40B4-BE49-F238E27FC236}">
                <a16:creationId xmlns:a16="http://schemas.microsoft.com/office/drawing/2014/main" id="{FAF3E19B-FA9C-5C38-6BCD-CE9C1DB196D3}"/>
              </a:ext>
            </a:extLst>
          </p:cNvPr>
          <p:cNvCxnSpPr/>
          <p:nvPr userDrawn="1"/>
        </p:nvCxnSpPr>
        <p:spPr>
          <a:xfrm>
            <a:off x="455617" y="5666723"/>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AB6CEBD1-73E3-AFFD-B18B-C563A5DDFBAB}"/>
              </a:ext>
            </a:extLst>
          </p:cNvPr>
          <p:cNvCxnSpPr/>
          <p:nvPr userDrawn="1"/>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8983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invGray">
      <p:bgPr>
        <a:solidFill>
          <a:schemeClr val="bg2"/>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5602" y="831036"/>
            <a:ext cx="11353801" cy="921563"/>
          </a:xfrm>
          <a:prstGeom prst="rect">
            <a:avLst/>
          </a:prstGeom>
          <a:ln>
            <a:noFill/>
          </a:ln>
        </p:spPr>
        <p:txBody>
          <a:bodyPr vert="horz" lIns="91440" tIns="45720" rIns="91440" bIns="45720" rtlCol="0" anchor="ctr">
            <a:normAutofit/>
          </a:bodyPr>
          <a:lstStyle/>
          <a:p>
            <a:pPr rtl="0"/>
            <a:r>
              <a:rPr lang="de"/>
              <a:t>Titelmasterformat durch Klicken bearbeiten</a:t>
            </a:r>
            <a:endParaRPr dirty="0"/>
          </a:p>
        </p:txBody>
      </p:sp>
      <p:sp>
        <p:nvSpPr>
          <p:cNvPr id="3" name="Textplatzhalter 2"/>
          <p:cNvSpPr>
            <a:spLocks noGrp="1"/>
          </p:cNvSpPr>
          <p:nvPr>
            <p:ph type="body" idx="1"/>
          </p:nvPr>
        </p:nvSpPr>
        <p:spPr>
          <a:xfrm>
            <a:off x="1522413" y="1904999"/>
            <a:ext cx="9134391" cy="4114801"/>
          </a:xfrm>
          <a:prstGeom prst="rect">
            <a:avLst/>
          </a:prstGeom>
        </p:spPr>
        <p:txBody>
          <a:bodyPr vert="horz" lIns="91440" tIns="45720" rIns="91440" bIns="45720" rtlCol="0">
            <a:normAutofit/>
          </a:bodyPr>
          <a:lstStyle/>
          <a:p>
            <a:pPr lvl="0" rtl="0"/>
            <a:r>
              <a:rPr lang="de"/>
              <a:t>Textmasterformat durch Klicken bearbeiten</a:t>
            </a:r>
          </a:p>
          <a:p>
            <a:pPr lvl="1" rtl="0"/>
            <a:r>
              <a:rPr lang="de"/>
              <a:t>Zweite Ebene</a:t>
            </a:r>
          </a:p>
          <a:p>
            <a:pPr lvl="2" rtl="0"/>
            <a:r>
              <a:rPr lang="de"/>
              <a:t>Dritte Ebene</a:t>
            </a:r>
          </a:p>
          <a:p>
            <a:pPr lvl="3" rtl="0"/>
            <a:r>
              <a:rPr lang="de"/>
              <a:t>Vierte Ebene</a:t>
            </a:r>
          </a:p>
          <a:p>
            <a:pPr lvl="4" rtl="0"/>
            <a:r>
              <a:rPr lang="de"/>
              <a:t>Fünfte Ebene</a:t>
            </a:r>
          </a:p>
        </p:txBody>
      </p:sp>
      <p:sp>
        <p:nvSpPr>
          <p:cNvPr id="5" name="Fußzeilenplatzhalter 4"/>
          <p:cNvSpPr>
            <a:spLocks noGrp="1"/>
          </p:cNvSpPr>
          <p:nvPr>
            <p:ph type="ftr" sz="quarter" idx="3"/>
          </p:nvPr>
        </p:nvSpPr>
        <p:spPr>
          <a:xfrm>
            <a:off x="3808412" y="6106705"/>
            <a:ext cx="4572000" cy="276228"/>
          </a:xfrm>
          <a:prstGeom prst="rect">
            <a:avLst/>
          </a:prstGeom>
        </p:spPr>
        <p:txBody>
          <a:bodyPr vert="horz" lIns="91440" tIns="45720" rIns="91440" bIns="45720" rtlCol="0" anchor="ctr"/>
          <a:lstStyle>
            <a:lvl1pPr algn="ctr">
              <a:defRPr sz="1100">
                <a:solidFill>
                  <a:schemeClr val="tx1">
                    <a:tint val="75000"/>
                  </a:schemeClr>
                </a:solidFill>
              </a:defRPr>
            </a:lvl1pPr>
          </a:lstStyle>
          <a:p>
            <a:pPr rtl="0"/>
            <a:r>
              <a:rPr lang="de"/>
              <a:t>Fußzeile hinzufügen</a:t>
            </a:r>
          </a:p>
        </p:txBody>
      </p:sp>
      <p:sp>
        <p:nvSpPr>
          <p:cNvPr id="4" name="Datumsplatzhalter 3"/>
          <p:cNvSpPr>
            <a:spLocks noGrp="1"/>
          </p:cNvSpPr>
          <p:nvPr>
            <p:ph type="dt" sz="half" idx="2"/>
          </p:nvPr>
        </p:nvSpPr>
        <p:spPr>
          <a:xfrm>
            <a:off x="531812" y="6124572"/>
            <a:ext cx="1449389" cy="276228"/>
          </a:xfrm>
          <a:prstGeom prst="rect">
            <a:avLst/>
          </a:prstGeom>
        </p:spPr>
        <p:txBody>
          <a:bodyPr vert="horz" lIns="91440" tIns="45720" rIns="91440" bIns="45720" rtlCol="0" anchor="ctr"/>
          <a:lstStyle>
            <a:lvl1pPr algn="l">
              <a:defRPr sz="1100">
                <a:solidFill>
                  <a:schemeClr val="tx1">
                    <a:tint val="75000"/>
                  </a:schemeClr>
                </a:solidFill>
              </a:defRPr>
            </a:lvl1pPr>
          </a:lstStyle>
          <a:p>
            <a:pPr rtl="0"/>
            <a:r>
              <a:rPr lang="de"/>
              <a:t>20XX</a:t>
            </a:r>
          </a:p>
        </p:txBody>
      </p:sp>
      <p:sp>
        <p:nvSpPr>
          <p:cNvPr id="6" name="Foliennummernplatzhalter 5"/>
          <p:cNvSpPr>
            <a:spLocks noGrp="1"/>
          </p:cNvSpPr>
          <p:nvPr>
            <p:ph type="sldNum" sz="quarter" idx="4"/>
          </p:nvPr>
        </p:nvSpPr>
        <p:spPr>
          <a:xfrm>
            <a:off x="10895012" y="6102626"/>
            <a:ext cx="838201" cy="276228"/>
          </a:xfrm>
          <a:prstGeom prst="rect">
            <a:avLst/>
          </a:prstGeom>
        </p:spPr>
        <p:txBody>
          <a:bodyPr vert="horz" lIns="91440" tIns="45720" rIns="91440" bIns="45720" rtlCol="0" anchor="ctr"/>
          <a:lstStyle>
            <a:lvl1pPr algn="r">
              <a:defRPr sz="1100">
                <a:solidFill>
                  <a:schemeClr val="tx1">
                    <a:tint val="75000"/>
                  </a:schemeClr>
                </a:solidFill>
              </a:defRPr>
            </a:lvl1pPr>
          </a:lstStyle>
          <a:p>
            <a:pPr rtl="0"/>
            <a:fld id="{2A013F82-EE5E-44EE-A61D-E31C6657F26F}" type="slidenum">
              <a:rPr lang="en-US" smtClean="0"/>
              <a:pPr/>
              <a:t>‹Nr.›</a:t>
            </a:fld>
            <a:endParaRPr lang="en-US" dirty="0"/>
          </a:p>
        </p:txBody>
      </p:sp>
      <p:sp>
        <p:nvSpPr>
          <p:cNvPr id="7" name="Rechteck 6">
            <a:extLst>
              <a:ext uri="{FF2B5EF4-FFF2-40B4-BE49-F238E27FC236}">
                <a16:creationId xmlns:a16="http://schemas.microsoft.com/office/drawing/2014/main" id="{BDA83175-CA5A-51EB-5665-4379FD2F545B}"/>
              </a:ext>
            </a:extLst>
          </p:cNvPr>
          <p:cNvSpPr/>
          <p:nvPr userDrawn="1"/>
        </p:nvSpPr>
        <p:spPr>
          <a:xfrm>
            <a:off x="455612" y="381000"/>
            <a:ext cx="11353800" cy="6096000"/>
          </a:xfrm>
          <a:prstGeom prst="rect">
            <a:avLst/>
          </a:prstGeom>
          <a:noFill/>
          <a:ln w="12700">
            <a:solidFill>
              <a:schemeClr val="accent6"/>
            </a:solidFill>
          </a:ln>
        </p:spPr>
        <p:style>
          <a:lnRef idx="3">
            <a:schemeClr val="lt1"/>
          </a:lnRef>
          <a:fillRef idx="1">
            <a:schemeClr val="accent5"/>
          </a:fillRef>
          <a:effectRef idx="1">
            <a:schemeClr val="accent5"/>
          </a:effectRef>
          <a:fontRef idx="minor">
            <a:schemeClr val="lt1"/>
          </a:fontRef>
        </p:style>
        <p:txBody>
          <a:bodyPr rtlCol="0" anchor="ctr"/>
          <a:lstStyle/>
          <a:p>
            <a:pPr algn="ctr" rtl="0"/>
            <a:endParaRPr lang="en-US" dirty="0"/>
          </a:p>
        </p:txBody>
      </p:sp>
      <p:cxnSp>
        <p:nvCxnSpPr>
          <p:cNvPr id="28" name="Gerader Verbinder 27">
            <a:extLst>
              <a:ext uri="{FF2B5EF4-FFF2-40B4-BE49-F238E27FC236}">
                <a16:creationId xmlns:a16="http://schemas.microsoft.com/office/drawing/2014/main" id="{316DF9B1-D7B9-469D-2BDD-030BB373EAFE}"/>
              </a:ext>
            </a:extLst>
          </p:cNvPr>
          <p:cNvCxnSpPr/>
          <p:nvPr userDrawn="1"/>
        </p:nvCxnSpPr>
        <p:spPr>
          <a:xfrm rot="10800000">
            <a:off x="3786878" y="380996"/>
            <a:ext cx="0" cy="45070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92" name="Gerader Verbinder 191">
            <a:extLst>
              <a:ext uri="{FF2B5EF4-FFF2-40B4-BE49-F238E27FC236}">
                <a16:creationId xmlns:a16="http://schemas.microsoft.com/office/drawing/2014/main" id="{C01CEF09-4761-CA93-B67D-687ADAAFDD3B}"/>
              </a:ext>
            </a:extLst>
          </p:cNvPr>
          <p:cNvCxnSpPr/>
          <p:nvPr userDrawn="1"/>
        </p:nvCxnSpPr>
        <p:spPr>
          <a:xfrm>
            <a:off x="3786874"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nvGrpSpPr>
          <p:cNvPr id="204" name="Gruppe 203">
            <a:extLst>
              <a:ext uri="{FF2B5EF4-FFF2-40B4-BE49-F238E27FC236}">
                <a16:creationId xmlns:a16="http://schemas.microsoft.com/office/drawing/2014/main" id="{AB09383D-487B-CA4F-D7EB-0FA72D1CC2BE}"/>
              </a:ext>
            </a:extLst>
          </p:cNvPr>
          <p:cNvGrpSpPr/>
          <p:nvPr userDrawn="1"/>
        </p:nvGrpSpPr>
        <p:grpSpPr>
          <a:xfrm>
            <a:off x="8456609" y="380998"/>
            <a:ext cx="3" cy="6095997"/>
            <a:chOff x="8456609" y="380998"/>
            <a:chExt cx="3" cy="6095997"/>
          </a:xfrm>
        </p:grpSpPr>
        <p:cxnSp>
          <p:nvCxnSpPr>
            <p:cNvPr id="205" name="Gerader Verbinder 204">
              <a:extLst>
                <a:ext uri="{FF2B5EF4-FFF2-40B4-BE49-F238E27FC236}">
                  <a16:creationId xmlns:a16="http://schemas.microsoft.com/office/drawing/2014/main" id="{7BD35581-5D47-E665-9BC9-8E2758509788}"/>
                </a:ext>
              </a:extLst>
            </p:cNvPr>
            <p:cNvCxnSpPr/>
            <p:nvPr/>
          </p:nvCxnSpPr>
          <p:spPr>
            <a:xfrm>
              <a:off x="8456612" y="6026289"/>
              <a:ext cx="0" cy="450706"/>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06" name="Gerader Verbinder 205">
              <a:extLst>
                <a:ext uri="{FF2B5EF4-FFF2-40B4-BE49-F238E27FC236}">
                  <a16:creationId xmlns:a16="http://schemas.microsoft.com/office/drawing/2014/main" id="{14BA1620-B3AA-DF08-2776-8EAA83E86757}"/>
                </a:ext>
              </a:extLst>
            </p:cNvPr>
            <p:cNvCxnSpPr>
              <a:cxnSpLocks/>
            </p:cNvCxnSpPr>
            <p:nvPr/>
          </p:nvCxnSpPr>
          <p:spPr>
            <a:xfrm flipV="1">
              <a:off x="8456609" y="380998"/>
              <a:ext cx="0" cy="450039"/>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grpSp>
      <p:cxnSp>
        <p:nvCxnSpPr>
          <p:cNvPr id="23" name="Gerader Verbinder 22">
            <a:extLst>
              <a:ext uri="{FF2B5EF4-FFF2-40B4-BE49-F238E27FC236}">
                <a16:creationId xmlns:a16="http://schemas.microsoft.com/office/drawing/2014/main" id="{A2D53A42-077B-77BB-0DCD-D9BD1954A428}"/>
              </a:ext>
            </a:extLst>
          </p:cNvPr>
          <p:cNvCxnSpPr/>
          <p:nvPr userDrawn="1"/>
        </p:nvCxnSpPr>
        <p:spPr>
          <a:xfrm rot="10800000">
            <a:off x="455611" y="831038"/>
            <a:ext cx="11353792"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CC6BAE39-4731-4079-C5E5-5A17D541669C}"/>
              </a:ext>
            </a:extLst>
          </p:cNvPr>
          <p:cNvCxnSpPr/>
          <p:nvPr/>
        </p:nvCxnSpPr>
        <p:spPr>
          <a:xfrm>
            <a:off x="455618" y="6026955"/>
            <a:ext cx="11353790"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5344209"/>
      </p:ext>
    </p:extLst>
  </p:cSld>
  <p:clrMap bg1="dk1" tx1="lt1" bg2="dk2" tx2="lt2" accent1="accent1" accent2="accent2" accent3="accent3" accent4="accent4" accent5="accent5" accent6="accent6" hlink="hlink" folHlink="folHlink"/>
  <p:sldLayoutIdLst>
    <p:sldLayoutId id="214748367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74" r:id="rId11"/>
    <p:sldLayoutId id="2147483693" r:id="rId12"/>
    <p:sldLayoutId id="2147483694"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p:titleStyle>
    <p:bodyStyle>
      <a:lvl1pPr marL="228600" indent="-228600" algn="l" defTabSz="914400" rtl="0" eaLnBrk="1" latinLnBrk="0" hangingPunct="1">
        <a:lnSpc>
          <a:spcPct val="90000"/>
        </a:lnSpc>
        <a:spcBef>
          <a:spcPts val="1800"/>
        </a:spcBef>
        <a:spcAft>
          <a:spcPts val="0"/>
        </a:spcAft>
        <a:buClr>
          <a:schemeClr val="tx1"/>
        </a:buClr>
        <a:buSzPct val="100000"/>
        <a:buFont typeface="Arial" pitchFamily="34" charset="0"/>
        <a:buChar char="•"/>
        <a:defRPr sz="1600" kern="1200">
          <a:solidFill>
            <a:schemeClr val="tx1"/>
          </a:solidFill>
          <a:latin typeface="+mn-lt"/>
          <a:ea typeface="+mn-ea"/>
          <a:cs typeface="+mn-cs"/>
        </a:defRPr>
      </a:lvl1pPr>
      <a:lvl2pPr marL="231775" indent="0" algn="l" defTabSz="914400" rtl="0" eaLnBrk="1" latinLnBrk="0" hangingPunct="1">
        <a:lnSpc>
          <a:spcPct val="90000"/>
        </a:lnSpc>
        <a:spcBef>
          <a:spcPts val="1200"/>
        </a:spcBef>
        <a:buClr>
          <a:schemeClr val="tx1"/>
        </a:buClr>
        <a:buSzPct val="100000"/>
        <a:buFont typeface="Arial" pitchFamily="34" charset="0"/>
        <a:buNone/>
        <a:defRPr sz="1600" kern="1200">
          <a:solidFill>
            <a:schemeClr val="tx1"/>
          </a:solidFill>
          <a:latin typeface="+mn-lt"/>
          <a:ea typeface="+mn-ea"/>
          <a:cs typeface="+mn-cs"/>
        </a:defRPr>
      </a:lvl2pPr>
      <a:lvl3pPr marL="4635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3pPr>
      <a:lvl4pPr marL="682625"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4pPr>
      <a:lvl5pPr marL="857250" indent="0" algn="l" defTabSz="914400" rtl="0" eaLnBrk="1" latinLnBrk="0" hangingPunct="1">
        <a:lnSpc>
          <a:spcPct val="90000"/>
        </a:lnSpc>
        <a:spcBef>
          <a:spcPts val="600"/>
        </a:spcBef>
        <a:buClr>
          <a:schemeClr val="tx1"/>
        </a:buClr>
        <a:buSzPct val="100000"/>
        <a:buFont typeface="Arial" pitchFamily="34" charset="0"/>
        <a:buNone/>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microsoft.com/office/2007/relationships/hdphoto" Target="../media/hdphoto1.wdp"/><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0.png"/><Relationship Id="rId4" Type="http://schemas.microsoft.com/office/2007/relationships/hdphoto" Target="../media/hdphoto2.wdp"/></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microsoft.com/office/2007/relationships/hdphoto" Target="../media/hdphoto1.wdp"/><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0.png"/><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9.png"/><Relationship Id="rId7" Type="http://schemas.microsoft.com/office/2007/relationships/hdphoto" Target="../media/hdphoto1.wdp"/><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0.png"/><Relationship Id="rId4" Type="http://schemas.microsoft.com/office/2007/relationships/hdphoto" Target="../media/hdphoto2.wdp"/><Relationship Id="rId9" Type="http://schemas.openxmlformats.org/officeDocument/2006/relationships/image" Target="../media/image12.svg"/></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2.svg"/><Relationship Id="rId3" Type="http://schemas.openxmlformats.org/officeDocument/2006/relationships/image" Target="../media/image9.png"/><Relationship Id="rId7" Type="http://schemas.microsoft.com/office/2007/relationships/hdphoto" Target="../media/hdphoto1.wdp"/><Relationship Id="rId12"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6.svg"/><Relationship Id="rId5" Type="http://schemas.openxmlformats.org/officeDocument/2006/relationships/image" Target="../media/image10.png"/><Relationship Id="rId10" Type="http://schemas.openxmlformats.org/officeDocument/2006/relationships/image" Target="../media/image15.png"/><Relationship Id="rId4" Type="http://schemas.microsoft.com/office/2007/relationships/hdphoto" Target="../media/hdphoto2.wdp"/><Relationship Id="rId9"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microsoft.com/office/2007/relationships/hdphoto" Target="../media/hdphoto1.wdp"/><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10.png"/><Relationship Id="rId4" Type="http://schemas.microsoft.com/office/2007/relationships/hdphoto" Target="../media/hdphoto2.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5" Type="http://schemas.openxmlformats.org/officeDocument/2006/relationships/image" Target="../media/image17.png"/><Relationship Id="rId4" Type="http://schemas.microsoft.com/office/2007/relationships/hdphoto" Target="../media/hdphoto2.wdp"/></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7.png"/><Relationship Id="rId4" Type="http://schemas.microsoft.com/office/2007/relationships/hdphoto" Target="../media/hdphoto2.wdp"/></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8.png"/><Relationship Id="rId4" Type="http://schemas.microsoft.com/office/2007/relationships/hdphoto" Target="../media/hdphoto2.wdp"/></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18.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19.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9.png"/><Relationship Id="rId4" Type="http://schemas.microsoft.com/office/2007/relationships/hdphoto" Target="../media/hdphoto2.wdp"/></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0.png"/><Relationship Id="rId4" Type="http://schemas.microsoft.com/office/2007/relationships/hdphoto" Target="../media/hdphoto2.wdp"/></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20.png"/><Relationship Id="rId4" Type="http://schemas.microsoft.com/office/2007/relationships/hdphoto" Target="../media/hdphoto2.wdp"/></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0.png"/><Relationship Id="rId4" Type="http://schemas.microsoft.com/office/2007/relationships/hdphoto" Target="../media/hdphoto2.wdp"/></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0.png"/><Relationship Id="rId4" Type="http://schemas.microsoft.com/office/2007/relationships/hdphoto" Target="../media/hdphoto2.wdp"/></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21.png"/><Relationship Id="rId4" Type="http://schemas.microsoft.com/office/2007/relationships/hdphoto" Target="../media/hdphoto2.wdp"/></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21.png"/><Relationship Id="rId4" Type="http://schemas.microsoft.com/office/2007/relationships/hdphoto" Target="../media/hdphoto2.wdp"/></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2.png"/><Relationship Id="rId4" Type="http://schemas.microsoft.com/office/2007/relationships/hdphoto" Target="../media/hdphoto2.wdp"/></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2.png"/><Relationship Id="rId4" Type="http://schemas.microsoft.com/office/2007/relationships/hdphoto" Target="../media/hdphoto2.wdp"/></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9.xml"/><Relationship Id="rId4" Type="http://schemas.microsoft.com/office/2007/relationships/hdphoto" Target="../media/hdphoto2.wdp"/></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2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F598F0F-4B76-F918-4CD7-BD5103A0FFC4}"/>
              </a:ext>
            </a:extLst>
          </p:cNvPr>
          <p:cNvSpPr>
            <a:spLocks noGrp="1"/>
          </p:cNvSpPr>
          <p:nvPr>
            <p:ph type="title"/>
          </p:nvPr>
        </p:nvSpPr>
        <p:spPr>
          <a:xfrm>
            <a:off x="3803904" y="2478024"/>
            <a:ext cx="8001000" cy="1865376"/>
          </a:xfrm>
        </p:spPr>
        <p:txBody>
          <a:bodyPr>
            <a:normAutofit/>
          </a:bodyPr>
          <a:lstStyle/>
          <a:p>
            <a:r>
              <a:rPr lang="de-DE" sz="9600" dirty="0"/>
              <a:t>CODE</a:t>
            </a:r>
          </a:p>
        </p:txBody>
      </p:sp>
      <p:sp>
        <p:nvSpPr>
          <p:cNvPr id="6" name="Untertitel 5">
            <a:extLst>
              <a:ext uri="{FF2B5EF4-FFF2-40B4-BE49-F238E27FC236}">
                <a16:creationId xmlns:a16="http://schemas.microsoft.com/office/drawing/2014/main" id="{4AC21FC2-32B8-97EA-3C6A-EC19470A7285}"/>
              </a:ext>
            </a:extLst>
          </p:cNvPr>
          <p:cNvSpPr>
            <a:spLocks noGrp="1"/>
          </p:cNvSpPr>
          <p:nvPr>
            <p:ph type="subTitle" idx="1"/>
          </p:nvPr>
        </p:nvSpPr>
        <p:spPr/>
        <p:txBody>
          <a:bodyPr/>
          <a:lstStyle/>
          <a:p>
            <a:pPr rtl="0"/>
            <a:r>
              <a:rPr lang="de" dirty="0"/>
              <a:t>Jugend Forscht 2025</a:t>
            </a:r>
          </a:p>
          <a:p>
            <a:pPr rtl="0"/>
            <a:r>
              <a:rPr lang="de" dirty="0"/>
              <a:t>Arthur Hildebrand und Jan-Philipp Günther</a:t>
            </a:r>
          </a:p>
          <a:p>
            <a:endParaRPr lang="de-DE" dirty="0"/>
          </a:p>
        </p:txBody>
      </p:sp>
      <p:sp>
        <p:nvSpPr>
          <p:cNvPr id="4" name="Foliennummernplatzhalter 3">
            <a:extLst>
              <a:ext uri="{FF2B5EF4-FFF2-40B4-BE49-F238E27FC236}">
                <a16:creationId xmlns:a16="http://schemas.microsoft.com/office/drawing/2014/main" id="{864B8037-0B23-EEB9-8CD6-620B4150DB5D}"/>
              </a:ext>
            </a:extLst>
          </p:cNvPr>
          <p:cNvSpPr>
            <a:spLocks noGrp="1"/>
          </p:cNvSpPr>
          <p:nvPr>
            <p:ph type="sldNum" sz="quarter" idx="4294967295"/>
          </p:nvPr>
        </p:nvSpPr>
        <p:spPr>
          <a:xfrm>
            <a:off x="11350625" y="6102350"/>
            <a:ext cx="838200" cy="276225"/>
          </a:xfrm>
        </p:spPr>
        <p:txBody>
          <a:bodyPr/>
          <a:lstStyle/>
          <a:p>
            <a:pPr rtl="0"/>
            <a:fld id="{2A013F82-EE5E-44EE-A61D-E31C6657F26F}" type="slidenum">
              <a:rPr lang="en-US" smtClean="0"/>
              <a:pPr rtl="0"/>
              <a:t>1</a:t>
            </a:fld>
            <a:endParaRPr lang="en-US" dirty="0"/>
          </a:p>
        </p:txBody>
      </p:sp>
      <p:sp>
        <p:nvSpPr>
          <p:cNvPr id="10" name="Rechteck 9">
            <a:extLst>
              <a:ext uri="{FF2B5EF4-FFF2-40B4-BE49-F238E27FC236}">
                <a16:creationId xmlns:a16="http://schemas.microsoft.com/office/drawing/2014/main" id="{622F8486-2E32-2D12-D627-AB5C14E616EB}"/>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2" name="Picture 6" descr="Webdesign mit einfarbiger Füllung">
            <a:extLst>
              <a:ext uri="{FF2B5EF4-FFF2-40B4-BE49-F238E27FC236}">
                <a16:creationId xmlns:a16="http://schemas.microsoft.com/office/drawing/2014/main" id="{988A3A4C-BEF2-B91E-DDCC-FA73CC56DCB0}"/>
              </a:ext>
            </a:extLst>
          </p:cNvPr>
          <p:cNvPicPr>
            <a:picLocks noChangeAspect="1" noChangeArrowheads="1"/>
          </p:cNvPicPr>
          <p:nvPr/>
        </p:nvPicPr>
        <p:blipFill>
          <a:blip r:embed="rId2">
            <a:extLst>
              <a:ext uri="{96DAC541-7B7A-43D3-8B79-37D633B846F1}">
                <asvg:svgBlip xmlns:asvg="http://schemas.microsoft.com/office/drawing/2016/SVG/main" r:embed="rId3"/>
              </a:ext>
            </a:extLst>
          </a:blip>
          <a:srcRect/>
          <a:stretch/>
        </p:blipFill>
        <p:spPr bwMode="auto">
          <a:xfrm>
            <a:off x="1140144" y="2435172"/>
            <a:ext cx="1987656" cy="1987656"/>
          </a:xfrm>
          <a:prstGeom prst="rect">
            <a:avLst/>
          </a:prstGeom>
          <a:noFill/>
        </p:spPr>
      </p:pic>
    </p:spTree>
    <p:extLst>
      <p:ext uri="{BB962C8B-B14F-4D97-AF65-F5344CB8AC3E}">
        <p14:creationId xmlns:p14="http://schemas.microsoft.com/office/powerpoint/2010/main" val="17010681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02597-2116-94C2-80B9-B58B054FFC2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54C662C-1F19-71AC-5F51-E1EE66B91E0D}"/>
              </a:ext>
            </a:extLst>
          </p:cNvPr>
          <p:cNvSpPr>
            <a:spLocks noGrp="1"/>
          </p:cNvSpPr>
          <p:nvPr>
            <p:ph type="title"/>
          </p:nvPr>
        </p:nvSpPr>
        <p:spPr>
          <a:xfrm>
            <a:off x="3803904" y="1984248"/>
            <a:ext cx="8001000" cy="2359152"/>
          </a:xfrm>
        </p:spPr>
        <p:txBody>
          <a:bodyPr rtlCol="0" anchor="ctr">
            <a:normAutofit/>
          </a:bodyPr>
          <a:lstStyle/>
          <a:p>
            <a:pPr rtl="0"/>
            <a:r>
              <a:rPr lang="de" dirty="0"/>
              <a:t>INSIDE</a:t>
            </a:r>
            <a:br>
              <a:rPr lang="de" dirty="0"/>
            </a:br>
            <a:r>
              <a:rPr lang="de" dirty="0"/>
              <a:t>CHESS.INO</a:t>
            </a:r>
          </a:p>
        </p:txBody>
      </p:sp>
      <p:sp>
        <p:nvSpPr>
          <p:cNvPr id="3" name="Untertitel 2">
            <a:extLst>
              <a:ext uri="{FF2B5EF4-FFF2-40B4-BE49-F238E27FC236}">
                <a16:creationId xmlns:a16="http://schemas.microsoft.com/office/drawing/2014/main" id="{1AD8690F-91D7-41E5-223A-0B619D4FE05C}"/>
              </a:ext>
            </a:extLst>
          </p:cNvPr>
          <p:cNvSpPr>
            <a:spLocks noGrp="1"/>
          </p:cNvSpPr>
          <p:nvPr>
            <p:ph type="subTitle" idx="1"/>
          </p:nvPr>
        </p:nvSpPr>
        <p:spPr>
          <a:xfrm>
            <a:off x="3803904" y="4379976"/>
            <a:ext cx="8001000" cy="1033272"/>
          </a:xfrm>
        </p:spPr>
        <p:txBody>
          <a:bodyPr vert="horz" lIns="91440" tIns="45720" rIns="91440" bIns="45720" rtlCol="0" anchor="t">
            <a:normAutofit/>
          </a:bodyPr>
          <a:lstStyle/>
          <a:p>
            <a:pPr rtl="0"/>
            <a:r>
              <a:rPr lang="de" dirty="0"/>
              <a:t>Jugend Forscht 2025</a:t>
            </a:r>
          </a:p>
          <a:p>
            <a:pPr rtl="0"/>
            <a:r>
              <a:rPr lang="de" dirty="0"/>
              <a:t>Arthur Hildebrand und Jan-Philipp Günther</a:t>
            </a:r>
          </a:p>
        </p:txBody>
      </p:sp>
      <p:grpSp>
        <p:nvGrpSpPr>
          <p:cNvPr id="7" name="Gruppieren 6">
            <a:extLst>
              <a:ext uri="{FF2B5EF4-FFF2-40B4-BE49-F238E27FC236}">
                <a16:creationId xmlns:a16="http://schemas.microsoft.com/office/drawing/2014/main" id="{4E592D5B-CAC3-23DF-C4D6-4FF869C5F1E7}"/>
              </a:ext>
            </a:extLst>
          </p:cNvPr>
          <p:cNvGrpSpPr/>
          <p:nvPr/>
        </p:nvGrpSpPr>
        <p:grpSpPr>
          <a:xfrm>
            <a:off x="837828" y="2204864"/>
            <a:ext cx="2592288" cy="2520280"/>
            <a:chOff x="837828" y="2204864"/>
            <a:chExt cx="2592288" cy="2520280"/>
          </a:xfrm>
        </p:grpSpPr>
        <p:sp>
          <p:nvSpPr>
            <p:cNvPr id="6" name="Rechteck 5">
              <a:extLst>
                <a:ext uri="{FF2B5EF4-FFF2-40B4-BE49-F238E27FC236}">
                  <a16:creationId xmlns:a16="http://schemas.microsoft.com/office/drawing/2014/main" id="{0B35B857-37F1-40A2-77FB-77AA5F4183B9}"/>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030" name="Picture 6" descr="arduino&quot; Icon - Download for free – Iconduck">
              <a:extLst>
                <a:ext uri="{FF2B5EF4-FFF2-40B4-BE49-F238E27FC236}">
                  <a16:creationId xmlns:a16="http://schemas.microsoft.com/office/drawing/2014/main" id="{CE5AFB5C-D216-DD51-C02A-21677CF0424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6263561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4E4501-24F5-7B05-C9DC-0C8F6D970258}"/>
            </a:ext>
          </a:extLst>
        </p:cNvPr>
        <p:cNvGrpSpPr/>
        <p:nvPr/>
      </p:nvGrpSpPr>
      <p:grpSpPr>
        <a:xfrm>
          <a:off x="0" y="0"/>
          <a:ext cx="0" cy="0"/>
          <a:chOff x="0" y="0"/>
          <a:chExt cx="0" cy="0"/>
        </a:xfrm>
      </p:grpSpPr>
      <p:cxnSp>
        <p:nvCxnSpPr>
          <p:cNvPr id="3" name="Gerader Verbinder 2">
            <a:extLst>
              <a:ext uri="{FF2B5EF4-FFF2-40B4-BE49-F238E27FC236}">
                <a16:creationId xmlns:a16="http://schemas.microsoft.com/office/drawing/2014/main" id="{D5246BB9-46E0-740F-21E3-7B3753857F86}"/>
              </a:ext>
            </a:extLst>
          </p:cNvPr>
          <p:cNvCxnSpPr/>
          <p:nvPr/>
        </p:nvCxnSpPr>
        <p:spPr>
          <a:xfrm>
            <a:off x="8542684" y="4149080"/>
            <a:ext cx="0" cy="576064"/>
          </a:xfrm>
          <a:prstGeom prst="line">
            <a:avLst/>
          </a:prstGeom>
          <a:ln w="12700">
            <a:solidFill>
              <a:srgbClr val="A0CEDF"/>
            </a:solidFill>
          </a:ln>
        </p:spPr>
        <p:style>
          <a:lnRef idx="1">
            <a:schemeClr val="accent1"/>
          </a:lnRef>
          <a:fillRef idx="0">
            <a:schemeClr val="accent1"/>
          </a:fillRef>
          <a:effectRef idx="0">
            <a:schemeClr val="accent1"/>
          </a:effectRef>
          <a:fontRef idx="minor">
            <a:schemeClr val="tx1"/>
          </a:fontRef>
        </p:style>
      </p:cxnSp>
      <p:graphicFrame>
        <p:nvGraphicFramePr>
          <p:cNvPr id="5" name="Diagramm 4">
            <a:extLst>
              <a:ext uri="{FF2B5EF4-FFF2-40B4-BE49-F238E27FC236}">
                <a16:creationId xmlns:a16="http://schemas.microsoft.com/office/drawing/2014/main" id="{D0600FF9-016F-63C4-26FB-609700AD8FC3}"/>
              </a:ext>
            </a:extLst>
          </p:cNvPr>
          <p:cNvGraphicFramePr/>
          <p:nvPr>
            <p:extLst>
              <p:ext uri="{D42A27DB-BD31-4B8C-83A1-F6EECF244321}">
                <p14:modId xmlns:p14="http://schemas.microsoft.com/office/powerpoint/2010/main" val="106254874"/>
              </p:ext>
            </p:extLst>
          </p:nvPr>
        </p:nvGraphicFramePr>
        <p:xfrm>
          <a:off x="2057006" y="1268760"/>
          <a:ext cx="8125883" cy="5417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el 1">
            <a:extLst>
              <a:ext uri="{FF2B5EF4-FFF2-40B4-BE49-F238E27FC236}">
                <a16:creationId xmlns:a16="http://schemas.microsoft.com/office/drawing/2014/main" id="{B0691A4C-D498-B6E6-0678-55C5951F1113}"/>
              </a:ext>
            </a:extLst>
          </p:cNvPr>
          <p:cNvSpPr>
            <a:spLocks noGrp="1"/>
          </p:cNvSpPr>
          <p:nvPr>
            <p:ph type="title"/>
          </p:nvPr>
        </p:nvSpPr>
        <p:spPr>
          <a:xfrm>
            <a:off x="3794760" y="391886"/>
            <a:ext cx="4650377" cy="428170"/>
          </a:xfrm>
        </p:spPr>
        <p:txBody>
          <a:bodyPr rtlCol="0" anchor="ctr">
            <a:noAutofit/>
          </a:bodyPr>
          <a:lstStyle/>
          <a:p>
            <a:pPr rtl="0"/>
            <a:r>
              <a:rPr lang="de" sz="2400" dirty="0"/>
              <a:t>programmSTRUKTUR</a:t>
            </a:r>
          </a:p>
        </p:txBody>
      </p:sp>
      <p:sp>
        <p:nvSpPr>
          <p:cNvPr id="9" name="Titel 1">
            <a:extLst>
              <a:ext uri="{FF2B5EF4-FFF2-40B4-BE49-F238E27FC236}">
                <a16:creationId xmlns:a16="http://schemas.microsoft.com/office/drawing/2014/main" id="{B21B718C-5B96-0BC4-CF47-B04E2B5033AB}"/>
              </a:ext>
            </a:extLst>
          </p:cNvPr>
          <p:cNvSpPr txBox="1">
            <a:spLocks/>
          </p:cNvSpPr>
          <p:nvPr/>
        </p:nvSpPr>
        <p:spPr>
          <a:xfrm>
            <a:off x="3794760" y="6052661"/>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1" kern="1200" cap="all" spc="0" baseline="0">
                <a:ln w="9525">
                  <a:noFill/>
                  <a:prstDash val="solid"/>
                </a:ln>
                <a:solidFill>
                  <a:schemeClr val="tx1"/>
                </a:solidFill>
                <a:effectLst/>
                <a:latin typeface="+mj-lt"/>
                <a:ea typeface="+mj-ea"/>
                <a:cs typeface="+mj-cs"/>
              </a:defRPr>
            </a:lvl1pPr>
          </a:lstStyle>
          <a:p>
            <a:r>
              <a:rPr lang="de" sz="2000" dirty="0"/>
              <a:t>Chess.INO</a:t>
            </a:r>
          </a:p>
        </p:txBody>
      </p:sp>
      <p:sp>
        <p:nvSpPr>
          <p:cNvPr id="10" name="Titel 10">
            <a:extLst>
              <a:ext uri="{FF2B5EF4-FFF2-40B4-BE49-F238E27FC236}">
                <a16:creationId xmlns:a16="http://schemas.microsoft.com/office/drawing/2014/main" id="{7F1364D7-3EE2-B7CF-14C0-85CDE18DEAED}"/>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13" name="Foliennummernplatzhalter 1">
            <a:extLst>
              <a:ext uri="{FF2B5EF4-FFF2-40B4-BE49-F238E27FC236}">
                <a16:creationId xmlns:a16="http://schemas.microsoft.com/office/drawing/2014/main" id="{5657AA89-AB81-9D18-0856-F907FB1737E1}"/>
              </a:ext>
            </a:extLst>
          </p:cNvPr>
          <p:cNvSpPr txBox="1">
            <a:spLocks/>
          </p:cNvSpPr>
          <p:nvPr/>
        </p:nvSpPr>
        <p:spPr>
          <a:xfrm>
            <a:off x="10895012" y="6102626"/>
            <a:ext cx="838201" cy="276228"/>
          </a:xfrm>
          <a:prstGeom prst="rect">
            <a:avLst/>
          </a:prstGeom>
        </p:spPr>
        <p:txBody>
          <a:bodyPr rtlCol="0" anchor="ctr"/>
          <a:ls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A013F82-EE5E-44EE-A61D-E31C6657F26F}" type="slidenum">
              <a:rPr lang="en-US" sz="1400" smtClean="0"/>
              <a:pPr algn="r"/>
              <a:t>3</a:t>
            </a:fld>
            <a:endParaRPr lang="en-US" sz="1400" dirty="0"/>
          </a:p>
        </p:txBody>
      </p:sp>
    </p:spTree>
    <p:extLst>
      <p:ext uri="{BB962C8B-B14F-4D97-AF65-F5344CB8AC3E}">
        <p14:creationId xmlns:p14="http://schemas.microsoft.com/office/powerpoint/2010/main" val="1063565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9B0E6866-7FCF-EEDD-9E0F-9B2FCF1C6E2A}"/>
              </a:ext>
            </a:extLst>
          </p:cNvPr>
          <p:cNvSpPr txBox="1"/>
          <p:nvPr/>
        </p:nvSpPr>
        <p:spPr>
          <a:xfrm>
            <a:off x="4366219" y="5195364"/>
            <a:ext cx="312906" cy="369332"/>
          </a:xfrm>
          <a:prstGeom prst="rect">
            <a:avLst/>
          </a:prstGeom>
          <a:noFill/>
          <a:ln>
            <a:noFill/>
          </a:ln>
        </p:spPr>
        <p:txBody>
          <a:bodyPr wrap="none" rtlCol="0" anchor="ctr" anchorCtr="1">
            <a:spAutoFit/>
          </a:bodyPr>
          <a:lstStyle/>
          <a:p>
            <a:r>
              <a:rPr lang="de-DE" dirty="0"/>
              <a:t>0</a:t>
            </a:r>
          </a:p>
        </p:txBody>
      </p:sp>
      <p:sp>
        <p:nvSpPr>
          <p:cNvPr id="6" name="Textfeld 5">
            <a:extLst>
              <a:ext uri="{FF2B5EF4-FFF2-40B4-BE49-F238E27FC236}">
                <a16:creationId xmlns:a16="http://schemas.microsoft.com/office/drawing/2014/main" id="{F2756488-42B3-3295-9A68-18B4C0883CDD}"/>
              </a:ext>
            </a:extLst>
          </p:cNvPr>
          <p:cNvSpPr txBox="1"/>
          <p:nvPr/>
        </p:nvSpPr>
        <p:spPr>
          <a:xfrm>
            <a:off x="4815314" y="5196934"/>
            <a:ext cx="312906" cy="369332"/>
          </a:xfrm>
          <a:prstGeom prst="rect">
            <a:avLst/>
          </a:prstGeom>
          <a:noFill/>
          <a:ln>
            <a:noFill/>
          </a:ln>
        </p:spPr>
        <p:txBody>
          <a:bodyPr wrap="none" rtlCol="0" anchor="ctr" anchorCtr="1">
            <a:spAutoFit/>
          </a:bodyPr>
          <a:lstStyle/>
          <a:p>
            <a:r>
              <a:rPr lang="de-DE" dirty="0"/>
              <a:t>1</a:t>
            </a:r>
          </a:p>
        </p:txBody>
      </p:sp>
      <p:sp>
        <p:nvSpPr>
          <p:cNvPr id="7" name="Textfeld 6">
            <a:extLst>
              <a:ext uri="{FF2B5EF4-FFF2-40B4-BE49-F238E27FC236}">
                <a16:creationId xmlns:a16="http://schemas.microsoft.com/office/drawing/2014/main" id="{50592E8B-65C2-39D9-E70A-682355E8C254}"/>
              </a:ext>
            </a:extLst>
          </p:cNvPr>
          <p:cNvSpPr txBox="1"/>
          <p:nvPr/>
        </p:nvSpPr>
        <p:spPr>
          <a:xfrm>
            <a:off x="5264408" y="5195364"/>
            <a:ext cx="312906" cy="369332"/>
          </a:xfrm>
          <a:prstGeom prst="rect">
            <a:avLst/>
          </a:prstGeom>
          <a:noFill/>
          <a:ln>
            <a:noFill/>
          </a:ln>
        </p:spPr>
        <p:txBody>
          <a:bodyPr wrap="none" rtlCol="0" anchor="ctr" anchorCtr="1">
            <a:spAutoFit/>
          </a:bodyPr>
          <a:lstStyle/>
          <a:p>
            <a:r>
              <a:rPr lang="de-DE" dirty="0"/>
              <a:t>2</a:t>
            </a:r>
          </a:p>
        </p:txBody>
      </p:sp>
      <p:sp>
        <p:nvSpPr>
          <p:cNvPr id="8" name="Textfeld 7">
            <a:extLst>
              <a:ext uri="{FF2B5EF4-FFF2-40B4-BE49-F238E27FC236}">
                <a16:creationId xmlns:a16="http://schemas.microsoft.com/office/drawing/2014/main" id="{5612BD69-8538-FF79-5099-C42096323C32}"/>
              </a:ext>
            </a:extLst>
          </p:cNvPr>
          <p:cNvSpPr txBox="1"/>
          <p:nvPr/>
        </p:nvSpPr>
        <p:spPr>
          <a:xfrm>
            <a:off x="6611332" y="5194675"/>
            <a:ext cx="312906" cy="369332"/>
          </a:xfrm>
          <a:prstGeom prst="rect">
            <a:avLst/>
          </a:prstGeom>
          <a:noFill/>
          <a:ln>
            <a:noFill/>
          </a:ln>
        </p:spPr>
        <p:txBody>
          <a:bodyPr wrap="none" rtlCol="0" anchor="ctr" anchorCtr="1">
            <a:spAutoFit/>
          </a:bodyPr>
          <a:lstStyle/>
          <a:p>
            <a:r>
              <a:rPr lang="de-DE" dirty="0"/>
              <a:t>5</a:t>
            </a:r>
          </a:p>
        </p:txBody>
      </p:sp>
      <p:sp>
        <p:nvSpPr>
          <p:cNvPr id="9" name="Textfeld 8">
            <a:extLst>
              <a:ext uri="{FF2B5EF4-FFF2-40B4-BE49-F238E27FC236}">
                <a16:creationId xmlns:a16="http://schemas.microsoft.com/office/drawing/2014/main" id="{AD4E0CDE-2B54-3642-0665-EED1404490F1}"/>
              </a:ext>
            </a:extLst>
          </p:cNvPr>
          <p:cNvSpPr txBox="1"/>
          <p:nvPr/>
        </p:nvSpPr>
        <p:spPr>
          <a:xfrm>
            <a:off x="5713502" y="5195364"/>
            <a:ext cx="312906" cy="369332"/>
          </a:xfrm>
          <a:prstGeom prst="rect">
            <a:avLst/>
          </a:prstGeom>
          <a:noFill/>
          <a:ln>
            <a:noFill/>
          </a:ln>
        </p:spPr>
        <p:txBody>
          <a:bodyPr wrap="none" rtlCol="0" anchor="ctr" anchorCtr="1">
            <a:spAutoFit/>
          </a:bodyPr>
          <a:lstStyle/>
          <a:p>
            <a:r>
              <a:rPr lang="de-DE" dirty="0"/>
              <a:t>3</a:t>
            </a:r>
          </a:p>
        </p:txBody>
      </p:sp>
      <p:sp>
        <p:nvSpPr>
          <p:cNvPr id="10" name="Textfeld 9">
            <a:extLst>
              <a:ext uri="{FF2B5EF4-FFF2-40B4-BE49-F238E27FC236}">
                <a16:creationId xmlns:a16="http://schemas.microsoft.com/office/drawing/2014/main" id="{FB5D56E5-2957-A06B-BFE2-FF59183E320F}"/>
              </a:ext>
            </a:extLst>
          </p:cNvPr>
          <p:cNvSpPr txBox="1"/>
          <p:nvPr/>
        </p:nvSpPr>
        <p:spPr>
          <a:xfrm>
            <a:off x="6162417" y="5194675"/>
            <a:ext cx="312906" cy="369332"/>
          </a:xfrm>
          <a:prstGeom prst="rect">
            <a:avLst/>
          </a:prstGeom>
          <a:noFill/>
          <a:ln>
            <a:noFill/>
          </a:ln>
        </p:spPr>
        <p:txBody>
          <a:bodyPr wrap="none" rtlCol="0" anchor="ctr" anchorCtr="1">
            <a:spAutoFit/>
          </a:bodyPr>
          <a:lstStyle/>
          <a:p>
            <a:r>
              <a:rPr lang="de-DE" dirty="0"/>
              <a:t>4</a:t>
            </a:r>
          </a:p>
        </p:txBody>
      </p:sp>
      <p:sp>
        <p:nvSpPr>
          <p:cNvPr id="11" name="Textfeld 10">
            <a:extLst>
              <a:ext uri="{FF2B5EF4-FFF2-40B4-BE49-F238E27FC236}">
                <a16:creationId xmlns:a16="http://schemas.microsoft.com/office/drawing/2014/main" id="{C3CF80F2-F76D-AAB1-20A6-68DCC014A0E7}"/>
              </a:ext>
            </a:extLst>
          </p:cNvPr>
          <p:cNvSpPr txBox="1"/>
          <p:nvPr/>
        </p:nvSpPr>
        <p:spPr>
          <a:xfrm>
            <a:off x="7060247" y="5194675"/>
            <a:ext cx="312906" cy="369332"/>
          </a:xfrm>
          <a:prstGeom prst="rect">
            <a:avLst/>
          </a:prstGeom>
          <a:noFill/>
          <a:ln>
            <a:noFill/>
          </a:ln>
        </p:spPr>
        <p:txBody>
          <a:bodyPr wrap="none" rtlCol="0" anchor="ctr" anchorCtr="1">
            <a:spAutoFit/>
          </a:bodyPr>
          <a:lstStyle/>
          <a:p>
            <a:r>
              <a:rPr lang="de-DE" dirty="0"/>
              <a:t>6</a:t>
            </a:r>
          </a:p>
        </p:txBody>
      </p:sp>
      <p:sp>
        <p:nvSpPr>
          <p:cNvPr id="12" name="Textfeld 11">
            <a:extLst>
              <a:ext uri="{FF2B5EF4-FFF2-40B4-BE49-F238E27FC236}">
                <a16:creationId xmlns:a16="http://schemas.microsoft.com/office/drawing/2014/main" id="{EF1CF245-7F16-626B-E83D-65BA4D929348}"/>
              </a:ext>
            </a:extLst>
          </p:cNvPr>
          <p:cNvSpPr txBox="1"/>
          <p:nvPr/>
        </p:nvSpPr>
        <p:spPr>
          <a:xfrm>
            <a:off x="7509162" y="5194675"/>
            <a:ext cx="312906" cy="369332"/>
          </a:xfrm>
          <a:prstGeom prst="rect">
            <a:avLst/>
          </a:prstGeom>
          <a:noFill/>
          <a:ln>
            <a:noFill/>
          </a:ln>
        </p:spPr>
        <p:txBody>
          <a:bodyPr wrap="none" rtlCol="0" anchor="ctr" anchorCtr="1">
            <a:spAutoFit/>
          </a:bodyPr>
          <a:lstStyle/>
          <a:p>
            <a:r>
              <a:rPr lang="de-DE" dirty="0"/>
              <a:t>7</a:t>
            </a:r>
          </a:p>
        </p:txBody>
      </p:sp>
      <p:grpSp>
        <p:nvGrpSpPr>
          <p:cNvPr id="21" name="Gruppieren 20">
            <a:extLst>
              <a:ext uri="{FF2B5EF4-FFF2-40B4-BE49-F238E27FC236}">
                <a16:creationId xmlns:a16="http://schemas.microsoft.com/office/drawing/2014/main" id="{CED31510-AF15-0FB9-4B22-A926E0EAA4E0}"/>
              </a:ext>
            </a:extLst>
          </p:cNvPr>
          <p:cNvGrpSpPr/>
          <p:nvPr/>
        </p:nvGrpSpPr>
        <p:grpSpPr>
          <a:xfrm rot="16200000">
            <a:off x="6396279" y="3215269"/>
            <a:ext cx="3512275" cy="315165"/>
            <a:chOff x="7774848" y="2232388"/>
            <a:chExt cx="3512275" cy="315165"/>
          </a:xfrm>
        </p:grpSpPr>
        <p:sp>
          <p:nvSpPr>
            <p:cNvPr id="13" name="Textfeld 12">
              <a:extLst>
                <a:ext uri="{FF2B5EF4-FFF2-40B4-BE49-F238E27FC236}">
                  <a16:creationId xmlns:a16="http://schemas.microsoft.com/office/drawing/2014/main" id="{E32471CB-A689-5984-2455-EC53B4A7A3C6}"/>
                </a:ext>
              </a:extLst>
            </p:cNvPr>
            <p:cNvSpPr txBox="1"/>
            <p:nvPr/>
          </p:nvSpPr>
          <p:spPr>
            <a:xfrm rot="5400000">
              <a:off x="7803061" y="2204864"/>
              <a:ext cx="312906" cy="369332"/>
            </a:xfrm>
            <a:prstGeom prst="rect">
              <a:avLst/>
            </a:prstGeom>
            <a:noFill/>
            <a:ln>
              <a:noFill/>
            </a:ln>
          </p:spPr>
          <p:txBody>
            <a:bodyPr wrap="none" rtlCol="0" anchor="ctr" anchorCtr="1">
              <a:spAutoFit/>
            </a:bodyPr>
            <a:lstStyle/>
            <a:p>
              <a:r>
                <a:rPr lang="de-DE" dirty="0"/>
                <a:t>0</a:t>
              </a:r>
            </a:p>
          </p:txBody>
        </p:sp>
        <p:sp>
          <p:nvSpPr>
            <p:cNvPr id="14" name="Textfeld 13">
              <a:extLst>
                <a:ext uri="{FF2B5EF4-FFF2-40B4-BE49-F238E27FC236}">
                  <a16:creationId xmlns:a16="http://schemas.microsoft.com/office/drawing/2014/main" id="{92746BCA-83B0-6F97-F082-44A674C7BC28}"/>
                </a:ext>
              </a:extLst>
            </p:cNvPr>
            <p:cNvSpPr txBox="1"/>
            <p:nvPr/>
          </p:nvSpPr>
          <p:spPr>
            <a:xfrm rot="5400000">
              <a:off x="8252157" y="2206434"/>
              <a:ext cx="312906" cy="369332"/>
            </a:xfrm>
            <a:prstGeom prst="rect">
              <a:avLst/>
            </a:prstGeom>
            <a:noFill/>
            <a:ln>
              <a:noFill/>
            </a:ln>
          </p:spPr>
          <p:txBody>
            <a:bodyPr wrap="none" rtlCol="0" anchor="ctr" anchorCtr="1">
              <a:spAutoFit/>
            </a:bodyPr>
            <a:lstStyle/>
            <a:p>
              <a:r>
                <a:rPr lang="de-DE" dirty="0"/>
                <a:t>1</a:t>
              </a:r>
            </a:p>
          </p:txBody>
        </p:sp>
        <p:sp>
          <p:nvSpPr>
            <p:cNvPr id="15" name="Textfeld 14">
              <a:extLst>
                <a:ext uri="{FF2B5EF4-FFF2-40B4-BE49-F238E27FC236}">
                  <a16:creationId xmlns:a16="http://schemas.microsoft.com/office/drawing/2014/main" id="{CD18F95F-4EE1-5940-3C3C-4AB8D7ECBB69}"/>
                </a:ext>
              </a:extLst>
            </p:cNvPr>
            <p:cNvSpPr txBox="1"/>
            <p:nvPr/>
          </p:nvSpPr>
          <p:spPr>
            <a:xfrm rot="5400000">
              <a:off x="8701251" y="2204864"/>
              <a:ext cx="312906" cy="369332"/>
            </a:xfrm>
            <a:prstGeom prst="rect">
              <a:avLst/>
            </a:prstGeom>
            <a:noFill/>
            <a:ln>
              <a:noFill/>
            </a:ln>
          </p:spPr>
          <p:txBody>
            <a:bodyPr wrap="none" rtlCol="0" anchor="ctr" anchorCtr="1">
              <a:spAutoFit/>
            </a:bodyPr>
            <a:lstStyle/>
            <a:p>
              <a:r>
                <a:rPr lang="de-DE" dirty="0"/>
                <a:t>2</a:t>
              </a:r>
            </a:p>
          </p:txBody>
        </p:sp>
        <p:sp>
          <p:nvSpPr>
            <p:cNvPr id="16" name="Textfeld 15">
              <a:extLst>
                <a:ext uri="{FF2B5EF4-FFF2-40B4-BE49-F238E27FC236}">
                  <a16:creationId xmlns:a16="http://schemas.microsoft.com/office/drawing/2014/main" id="{A6E181EC-99C8-566F-3815-908BC16DDD29}"/>
                </a:ext>
              </a:extLst>
            </p:cNvPr>
            <p:cNvSpPr txBox="1"/>
            <p:nvPr/>
          </p:nvSpPr>
          <p:spPr>
            <a:xfrm rot="5400000">
              <a:off x="10048174" y="2204175"/>
              <a:ext cx="312906" cy="369332"/>
            </a:xfrm>
            <a:prstGeom prst="rect">
              <a:avLst/>
            </a:prstGeom>
            <a:noFill/>
            <a:ln>
              <a:noFill/>
            </a:ln>
          </p:spPr>
          <p:txBody>
            <a:bodyPr wrap="none" rtlCol="0" anchor="ctr" anchorCtr="1">
              <a:spAutoFit/>
            </a:bodyPr>
            <a:lstStyle/>
            <a:p>
              <a:r>
                <a:rPr lang="de-DE" dirty="0"/>
                <a:t>5</a:t>
              </a:r>
            </a:p>
          </p:txBody>
        </p:sp>
        <p:sp>
          <p:nvSpPr>
            <p:cNvPr id="17" name="Textfeld 16">
              <a:extLst>
                <a:ext uri="{FF2B5EF4-FFF2-40B4-BE49-F238E27FC236}">
                  <a16:creationId xmlns:a16="http://schemas.microsoft.com/office/drawing/2014/main" id="{ECB7F024-3172-8F54-2B89-CB6082E74D97}"/>
                </a:ext>
              </a:extLst>
            </p:cNvPr>
            <p:cNvSpPr txBox="1"/>
            <p:nvPr/>
          </p:nvSpPr>
          <p:spPr>
            <a:xfrm rot="5400000">
              <a:off x="9150345" y="2204864"/>
              <a:ext cx="312906" cy="369332"/>
            </a:xfrm>
            <a:prstGeom prst="rect">
              <a:avLst/>
            </a:prstGeom>
            <a:noFill/>
            <a:ln>
              <a:noFill/>
            </a:ln>
          </p:spPr>
          <p:txBody>
            <a:bodyPr wrap="none" rtlCol="0" anchor="ctr" anchorCtr="1">
              <a:spAutoFit/>
            </a:bodyPr>
            <a:lstStyle/>
            <a:p>
              <a:r>
                <a:rPr lang="de-DE" dirty="0"/>
                <a:t>3</a:t>
              </a:r>
            </a:p>
          </p:txBody>
        </p:sp>
        <p:sp>
          <p:nvSpPr>
            <p:cNvPr id="18" name="Textfeld 17">
              <a:extLst>
                <a:ext uri="{FF2B5EF4-FFF2-40B4-BE49-F238E27FC236}">
                  <a16:creationId xmlns:a16="http://schemas.microsoft.com/office/drawing/2014/main" id="{40819B4D-10DF-5AB5-8AFA-29FD741DB6F2}"/>
                </a:ext>
              </a:extLst>
            </p:cNvPr>
            <p:cNvSpPr txBox="1"/>
            <p:nvPr/>
          </p:nvSpPr>
          <p:spPr>
            <a:xfrm rot="5400000">
              <a:off x="9599259" y="2204175"/>
              <a:ext cx="312906" cy="369332"/>
            </a:xfrm>
            <a:prstGeom prst="rect">
              <a:avLst/>
            </a:prstGeom>
            <a:noFill/>
            <a:ln>
              <a:noFill/>
            </a:ln>
          </p:spPr>
          <p:txBody>
            <a:bodyPr wrap="none" rtlCol="0" anchor="ctr" anchorCtr="1">
              <a:spAutoFit/>
            </a:bodyPr>
            <a:lstStyle/>
            <a:p>
              <a:r>
                <a:rPr lang="de-DE" dirty="0"/>
                <a:t>4</a:t>
              </a:r>
            </a:p>
          </p:txBody>
        </p:sp>
        <p:sp>
          <p:nvSpPr>
            <p:cNvPr id="19" name="Textfeld 18">
              <a:extLst>
                <a:ext uri="{FF2B5EF4-FFF2-40B4-BE49-F238E27FC236}">
                  <a16:creationId xmlns:a16="http://schemas.microsoft.com/office/drawing/2014/main" id="{5130517E-C8A4-386B-E872-EC3543AF030E}"/>
                </a:ext>
              </a:extLst>
            </p:cNvPr>
            <p:cNvSpPr txBox="1"/>
            <p:nvPr/>
          </p:nvSpPr>
          <p:spPr>
            <a:xfrm rot="5400000">
              <a:off x="10497089" y="2204175"/>
              <a:ext cx="312906" cy="369332"/>
            </a:xfrm>
            <a:prstGeom prst="rect">
              <a:avLst/>
            </a:prstGeom>
            <a:noFill/>
            <a:ln>
              <a:noFill/>
            </a:ln>
          </p:spPr>
          <p:txBody>
            <a:bodyPr wrap="none" rtlCol="0" anchor="ctr" anchorCtr="1">
              <a:spAutoFit/>
            </a:bodyPr>
            <a:lstStyle/>
            <a:p>
              <a:r>
                <a:rPr lang="de-DE" dirty="0"/>
                <a:t>6</a:t>
              </a:r>
            </a:p>
          </p:txBody>
        </p:sp>
        <p:sp>
          <p:nvSpPr>
            <p:cNvPr id="20" name="Textfeld 19">
              <a:extLst>
                <a:ext uri="{FF2B5EF4-FFF2-40B4-BE49-F238E27FC236}">
                  <a16:creationId xmlns:a16="http://schemas.microsoft.com/office/drawing/2014/main" id="{66FB6130-0097-A54A-B7D4-89BA37BDC959}"/>
                </a:ext>
              </a:extLst>
            </p:cNvPr>
            <p:cNvSpPr txBox="1"/>
            <p:nvPr/>
          </p:nvSpPr>
          <p:spPr>
            <a:xfrm rot="5400000">
              <a:off x="10946004" y="2204175"/>
              <a:ext cx="312906" cy="369332"/>
            </a:xfrm>
            <a:prstGeom prst="rect">
              <a:avLst/>
            </a:prstGeom>
            <a:noFill/>
            <a:ln>
              <a:noFill/>
            </a:ln>
          </p:spPr>
          <p:txBody>
            <a:bodyPr wrap="none" rtlCol="0" anchor="ctr" anchorCtr="1">
              <a:spAutoFit/>
            </a:bodyPr>
            <a:lstStyle/>
            <a:p>
              <a:r>
                <a:rPr lang="de-DE" dirty="0"/>
                <a:t>7</a:t>
              </a:r>
            </a:p>
          </p:txBody>
        </p:sp>
      </p:grpSp>
      <p:sp>
        <p:nvSpPr>
          <p:cNvPr id="22" name="Titel 1">
            <a:extLst>
              <a:ext uri="{FF2B5EF4-FFF2-40B4-BE49-F238E27FC236}">
                <a16:creationId xmlns:a16="http://schemas.microsoft.com/office/drawing/2014/main" id="{9D5C8A25-E778-29E8-F005-F5C74B779E29}"/>
              </a:ext>
            </a:extLst>
          </p:cNvPr>
          <p:cNvSpPr>
            <a:spLocks noGrp="1"/>
          </p:cNvSpPr>
          <p:nvPr>
            <p:ph type="title"/>
          </p:nvPr>
        </p:nvSpPr>
        <p:spPr>
          <a:xfrm>
            <a:off x="3794760" y="391886"/>
            <a:ext cx="4650377" cy="428170"/>
          </a:xfrm>
        </p:spPr>
        <p:txBody>
          <a:bodyPr rtlCol="0" anchor="ctr">
            <a:noAutofit/>
          </a:bodyPr>
          <a:lstStyle/>
          <a:p>
            <a:pPr rtl="0"/>
            <a:r>
              <a:rPr lang="de" sz="2400" dirty="0"/>
              <a:t>KONZEPTE</a:t>
            </a:r>
          </a:p>
        </p:txBody>
      </p:sp>
      <p:sp>
        <p:nvSpPr>
          <p:cNvPr id="23" name="Titel 1">
            <a:extLst>
              <a:ext uri="{FF2B5EF4-FFF2-40B4-BE49-F238E27FC236}">
                <a16:creationId xmlns:a16="http://schemas.microsoft.com/office/drawing/2014/main" id="{9FA327EE-A59B-30DF-04CD-537E516AB3ED}"/>
              </a:ext>
            </a:extLst>
          </p:cNvPr>
          <p:cNvSpPr txBox="1">
            <a:spLocks/>
          </p:cNvSpPr>
          <p:nvPr/>
        </p:nvSpPr>
        <p:spPr>
          <a:xfrm>
            <a:off x="3794760" y="6052661"/>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1" kern="1200" cap="all" spc="0" baseline="0">
                <a:ln w="9525">
                  <a:noFill/>
                  <a:prstDash val="solid"/>
                </a:ln>
                <a:solidFill>
                  <a:schemeClr val="tx1"/>
                </a:solidFill>
                <a:effectLst/>
                <a:latin typeface="+mj-lt"/>
                <a:ea typeface="+mj-ea"/>
                <a:cs typeface="+mj-cs"/>
              </a:defRPr>
            </a:lvl1pPr>
          </a:lstStyle>
          <a:p>
            <a:r>
              <a:rPr lang="de" sz="2000" dirty="0"/>
              <a:t>Chess.INO</a:t>
            </a:r>
          </a:p>
        </p:txBody>
      </p:sp>
      <p:sp>
        <p:nvSpPr>
          <p:cNvPr id="24" name="Titel 10">
            <a:extLst>
              <a:ext uri="{FF2B5EF4-FFF2-40B4-BE49-F238E27FC236}">
                <a16:creationId xmlns:a16="http://schemas.microsoft.com/office/drawing/2014/main" id="{C6C1986E-2FC1-BB04-974B-5C4695A39F76}"/>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25" name="Foliennummernplatzhalter 1">
            <a:extLst>
              <a:ext uri="{FF2B5EF4-FFF2-40B4-BE49-F238E27FC236}">
                <a16:creationId xmlns:a16="http://schemas.microsoft.com/office/drawing/2014/main" id="{952EDB6F-6AA3-E755-0EC8-D380FFD0B081}"/>
              </a:ext>
            </a:extLst>
          </p:cNvPr>
          <p:cNvSpPr txBox="1">
            <a:spLocks/>
          </p:cNvSpPr>
          <p:nvPr/>
        </p:nvSpPr>
        <p:spPr>
          <a:xfrm>
            <a:off x="10895012" y="6102626"/>
            <a:ext cx="838201" cy="276228"/>
          </a:xfrm>
          <a:prstGeom prst="rect">
            <a:avLst/>
          </a:prstGeom>
        </p:spPr>
        <p:txBody>
          <a:bodyPr rtlCol="0" anchor="ctr"/>
          <a:ls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A013F82-EE5E-44EE-A61D-E31C6657F26F}" type="slidenum">
              <a:rPr lang="en-US" sz="1400" smtClean="0"/>
              <a:pPr algn="r"/>
              <a:t>4</a:t>
            </a:fld>
            <a:endParaRPr lang="en-US" sz="1400" dirty="0"/>
          </a:p>
        </p:txBody>
      </p:sp>
      <p:sp>
        <p:nvSpPr>
          <p:cNvPr id="3" name="Rechteck 2">
            <a:extLst>
              <a:ext uri="{FF2B5EF4-FFF2-40B4-BE49-F238E27FC236}">
                <a16:creationId xmlns:a16="http://schemas.microsoft.com/office/drawing/2014/main" id="{08DDD256-361B-E427-AC34-635FED0DCA69}"/>
              </a:ext>
            </a:extLst>
          </p:cNvPr>
          <p:cNvSpPr/>
          <p:nvPr/>
        </p:nvSpPr>
        <p:spPr>
          <a:xfrm>
            <a:off x="4726260" y="154876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 name="Rechteck 3">
            <a:extLst>
              <a:ext uri="{FF2B5EF4-FFF2-40B4-BE49-F238E27FC236}">
                <a16:creationId xmlns:a16="http://schemas.microsoft.com/office/drawing/2014/main" id="{F1172BD8-ED77-EAE7-7EFC-37A05368D399}"/>
              </a:ext>
            </a:extLst>
          </p:cNvPr>
          <p:cNvSpPr/>
          <p:nvPr/>
        </p:nvSpPr>
        <p:spPr>
          <a:xfrm>
            <a:off x="5639563" y="154876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26" name="Rechteck 25">
            <a:extLst>
              <a:ext uri="{FF2B5EF4-FFF2-40B4-BE49-F238E27FC236}">
                <a16:creationId xmlns:a16="http://schemas.microsoft.com/office/drawing/2014/main" id="{EC6076CE-B585-6366-E7F9-43F59F90B626}"/>
              </a:ext>
            </a:extLst>
          </p:cNvPr>
          <p:cNvSpPr/>
          <p:nvPr/>
        </p:nvSpPr>
        <p:spPr>
          <a:xfrm>
            <a:off x="6546308" y="154876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27" name="Rechteck 26">
            <a:extLst>
              <a:ext uri="{FF2B5EF4-FFF2-40B4-BE49-F238E27FC236}">
                <a16:creationId xmlns:a16="http://schemas.microsoft.com/office/drawing/2014/main" id="{CEF1DBB1-A01F-778D-96A4-8D2FECD72BAF}"/>
              </a:ext>
            </a:extLst>
          </p:cNvPr>
          <p:cNvSpPr/>
          <p:nvPr/>
        </p:nvSpPr>
        <p:spPr>
          <a:xfrm>
            <a:off x="7453053" y="154876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28" name="Rechteck 27">
            <a:extLst>
              <a:ext uri="{FF2B5EF4-FFF2-40B4-BE49-F238E27FC236}">
                <a16:creationId xmlns:a16="http://schemas.microsoft.com/office/drawing/2014/main" id="{795CC349-29BC-9903-4A6F-E830F1C6A518}"/>
              </a:ext>
            </a:extLst>
          </p:cNvPr>
          <p:cNvSpPr/>
          <p:nvPr/>
        </p:nvSpPr>
        <p:spPr>
          <a:xfrm>
            <a:off x="4272711" y="2010848"/>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29" name="Rechteck 28">
            <a:extLst>
              <a:ext uri="{FF2B5EF4-FFF2-40B4-BE49-F238E27FC236}">
                <a16:creationId xmlns:a16="http://schemas.microsoft.com/office/drawing/2014/main" id="{A4034FC9-13C3-5761-6CE3-B018CF62094A}"/>
              </a:ext>
            </a:extLst>
          </p:cNvPr>
          <p:cNvSpPr/>
          <p:nvPr/>
        </p:nvSpPr>
        <p:spPr>
          <a:xfrm>
            <a:off x="5186014" y="2010848"/>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0" name="Rechteck 29">
            <a:extLst>
              <a:ext uri="{FF2B5EF4-FFF2-40B4-BE49-F238E27FC236}">
                <a16:creationId xmlns:a16="http://schemas.microsoft.com/office/drawing/2014/main" id="{79B39022-412D-36E7-1C1C-54D4C5D4EE44}"/>
              </a:ext>
            </a:extLst>
          </p:cNvPr>
          <p:cNvSpPr/>
          <p:nvPr/>
        </p:nvSpPr>
        <p:spPr>
          <a:xfrm>
            <a:off x="6092759" y="2010848"/>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1" name="Rechteck 30">
            <a:extLst>
              <a:ext uri="{FF2B5EF4-FFF2-40B4-BE49-F238E27FC236}">
                <a16:creationId xmlns:a16="http://schemas.microsoft.com/office/drawing/2014/main" id="{740BD23C-A898-8899-D3C6-728C9C1031F3}"/>
              </a:ext>
            </a:extLst>
          </p:cNvPr>
          <p:cNvSpPr/>
          <p:nvPr/>
        </p:nvSpPr>
        <p:spPr>
          <a:xfrm>
            <a:off x="6999504" y="2010848"/>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2" name="Rechteck 31">
            <a:extLst>
              <a:ext uri="{FF2B5EF4-FFF2-40B4-BE49-F238E27FC236}">
                <a16:creationId xmlns:a16="http://schemas.microsoft.com/office/drawing/2014/main" id="{F6C2D33A-FA86-C754-9B29-726A414B2CC5}"/>
              </a:ext>
            </a:extLst>
          </p:cNvPr>
          <p:cNvSpPr/>
          <p:nvPr/>
        </p:nvSpPr>
        <p:spPr>
          <a:xfrm>
            <a:off x="4729346" y="2459441"/>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3" name="Rechteck 32">
            <a:extLst>
              <a:ext uri="{FF2B5EF4-FFF2-40B4-BE49-F238E27FC236}">
                <a16:creationId xmlns:a16="http://schemas.microsoft.com/office/drawing/2014/main" id="{ACF1C55A-E71F-B947-D386-71B3E04FC7FA}"/>
              </a:ext>
            </a:extLst>
          </p:cNvPr>
          <p:cNvSpPr/>
          <p:nvPr/>
        </p:nvSpPr>
        <p:spPr>
          <a:xfrm>
            <a:off x="5642649" y="2459441"/>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4" name="Rechteck 33">
            <a:extLst>
              <a:ext uri="{FF2B5EF4-FFF2-40B4-BE49-F238E27FC236}">
                <a16:creationId xmlns:a16="http://schemas.microsoft.com/office/drawing/2014/main" id="{72F38924-35E6-3DBF-CB30-8E6954B2538F}"/>
              </a:ext>
            </a:extLst>
          </p:cNvPr>
          <p:cNvSpPr/>
          <p:nvPr/>
        </p:nvSpPr>
        <p:spPr>
          <a:xfrm>
            <a:off x="6549394" y="2459441"/>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5" name="Rechteck 34">
            <a:extLst>
              <a:ext uri="{FF2B5EF4-FFF2-40B4-BE49-F238E27FC236}">
                <a16:creationId xmlns:a16="http://schemas.microsoft.com/office/drawing/2014/main" id="{F3C270E6-43F6-CF78-AE6D-85B40DDF6206}"/>
              </a:ext>
            </a:extLst>
          </p:cNvPr>
          <p:cNvSpPr/>
          <p:nvPr/>
        </p:nvSpPr>
        <p:spPr>
          <a:xfrm>
            <a:off x="7456139" y="2459441"/>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6" name="Rechteck 35">
            <a:extLst>
              <a:ext uri="{FF2B5EF4-FFF2-40B4-BE49-F238E27FC236}">
                <a16:creationId xmlns:a16="http://schemas.microsoft.com/office/drawing/2014/main" id="{48DEFBEE-A2CD-B900-6D96-C551EBEA13A5}"/>
              </a:ext>
            </a:extLst>
          </p:cNvPr>
          <p:cNvSpPr/>
          <p:nvPr/>
        </p:nvSpPr>
        <p:spPr>
          <a:xfrm>
            <a:off x="4272711" y="291638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7" name="Rechteck 36">
            <a:extLst>
              <a:ext uri="{FF2B5EF4-FFF2-40B4-BE49-F238E27FC236}">
                <a16:creationId xmlns:a16="http://schemas.microsoft.com/office/drawing/2014/main" id="{FC1DD299-9BE7-9075-1F9D-D1A339E4936C}"/>
              </a:ext>
            </a:extLst>
          </p:cNvPr>
          <p:cNvSpPr/>
          <p:nvPr/>
        </p:nvSpPr>
        <p:spPr>
          <a:xfrm>
            <a:off x="5186014" y="291638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8" name="Rechteck 37">
            <a:extLst>
              <a:ext uri="{FF2B5EF4-FFF2-40B4-BE49-F238E27FC236}">
                <a16:creationId xmlns:a16="http://schemas.microsoft.com/office/drawing/2014/main" id="{9A68B250-668A-D158-038D-E516A2187BBF}"/>
              </a:ext>
            </a:extLst>
          </p:cNvPr>
          <p:cNvSpPr/>
          <p:nvPr/>
        </p:nvSpPr>
        <p:spPr>
          <a:xfrm>
            <a:off x="6092759" y="291638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39" name="Rechteck 38">
            <a:extLst>
              <a:ext uri="{FF2B5EF4-FFF2-40B4-BE49-F238E27FC236}">
                <a16:creationId xmlns:a16="http://schemas.microsoft.com/office/drawing/2014/main" id="{E22962ED-DC10-4F7D-D43B-FD72D0FE98C2}"/>
              </a:ext>
            </a:extLst>
          </p:cNvPr>
          <p:cNvSpPr/>
          <p:nvPr/>
        </p:nvSpPr>
        <p:spPr>
          <a:xfrm>
            <a:off x="6999504" y="291638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0" name="Rechteck 39">
            <a:extLst>
              <a:ext uri="{FF2B5EF4-FFF2-40B4-BE49-F238E27FC236}">
                <a16:creationId xmlns:a16="http://schemas.microsoft.com/office/drawing/2014/main" id="{0B200E2A-ECF0-96FC-C864-7CC5421BEB96}"/>
              </a:ext>
            </a:extLst>
          </p:cNvPr>
          <p:cNvSpPr/>
          <p:nvPr/>
        </p:nvSpPr>
        <p:spPr>
          <a:xfrm>
            <a:off x="4729346" y="336497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1" name="Rechteck 40">
            <a:extLst>
              <a:ext uri="{FF2B5EF4-FFF2-40B4-BE49-F238E27FC236}">
                <a16:creationId xmlns:a16="http://schemas.microsoft.com/office/drawing/2014/main" id="{5266DC47-C170-BC8F-FB03-81F8A235946C}"/>
              </a:ext>
            </a:extLst>
          </p:cNvPr>
          <p:cNvSpPr/>
          <p:nvPr/>
        </p:nvSpPr>
        <p:spPr>
          <a:xfrm>
            <a:off x="5642649" y="336497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2" name="Rechteck 41">
            <a:extLst>
              <a:ext uri="{FF2B5EF4-FFF2-40B4-BE49-F238E27FC236}">
                <a16:creationId xmlns:a16="http://schemas.microsoft.com/office/drawing/2014/main" id="{474B66D3-85E8-8C74-175C-A1201F900728}"/>
              </a:ext>
            </a:extLst>
          </p:cNvPr>
          <p:cNvSpPr/>
          <p:nvPr/>
        </p:nvSpPr>
        <p:spPr>
          <a:xfrm>
            <a:off x="6549394" y="336497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3" name="Rechteck 42">
            <a:extLst>
              <a:ext uri="{FF2B5EF4-FFF2-40B4-BE49-F238E27FC236}">
                <a16:creationId xmlns:a16="http://schemas.microsoft.com/office/drawing/2014/main" id="{37E93E06-A383-1AE4-5EC6-8EFFEA3FA41B}"/>
              </a:ext>
            </a:extLst>
          </p:cNvPr>
          <p:cNvSpPr/>
          <p:nvPr/>
        </p:nvSpPr>
        <p:spPr>
          <a:xfrm>
            <a:off x="7456139" y="336497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4" name="Rechteck 43">
            <a:extLst>
              <a:ext uri="{FF2B5EF4-FFF2-40B4-BE49-F238E27FC236}">
                <a16:creationId xmlns:a16="http://schemas.microsoft.com/office/drawing/2014/main" id="{6C162E91-61CF-9A4D-3586-F6AF83F2121E}"/>
              </a:ext>
            </a:extLst>
          </p:cNvPr>
          <p:cNvSpPr/>
          <p:nvPr/>
        </p:nvSpPr>
        <p:spPr>
          <a:xfrm>
            <a:off x="4272711" y="382057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5" name="Rechteck 44">
            <a:extLst>
              <a:ext uri="{FF2B5EF4-FFF2-40B4-BE49-F238E27FC236}">
                <a16:creationId xmlns:a16="http://schemas.microsoft.com/office/drawing/2014/main" id="{DA0FF999-5AB9-4309-25F7-6A952B4BA67D}"/>
              </a:ext>
            </a:extLst>
          </p:cNvPr>
          <p:cNvSpPr/>
          <p:nvPr/>
        </p:nvSpPr>
        <p:spPr>
          <a:xfrm>
            <a:off x="5186014" y="382057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6" name="Rechteck 45">
            <a:extLst>
              <a:ext uri="{FF2B5EF4-FFF2-40B4-BE49-F238E27FC236}">
                <a16:creationId xmlns:a16="http://schemas.microsoft.com/office/drawing/2014/main" id="{4AA29CDE-40B1-6B81-9BF9-C1F625783BD4}"/>
              </a:ext>
            </a:extLst>
          </p:cNvPr>
          <p:cNvSpPr/>
          <p:nvPr/>
        </p:nvSpPr>
        <p:spPr>
          <a:xfrm>
            <a:off x="6092759" y="382057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7" name="Rechteck 46">
            <a:extLst>
              <a:ext uri="{FF2B5EF4-FFF2-40B4-BE49-F238E27FC236}">
                <a16:creationId xmlns:a16="http://schemas.microsoft.com/office/drawing/2014/main" id="{4AF3CE4C-D28D-1A84-479C-03919465DDF3}"/>
              </a:ext>
            </a:extLst>
          </p:cNvPr>
          <p:cNvSpPr/>
          <p:nvPr/>
        </p:nvSpPr>
        <p:spPr>
          <a:xfrm>
            <a:off x="6999504" y="382057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8" name="Rechteck 47">
            <a:extLst>
              <a:ext uri="{FF2B5EF4-FFF2-40B4-BE49-F238E27FC236}">
                <a16:creationId xmlns:a16="http://schemas.microsoft.com/office/drawing/2014/main" id="{994BAEAA-C5DB-CFCF-F4D4-4351927E9CCE}"/>
              </a:ext>
            </a:extLst>
          </p:cNvPr>
          <p:cNvSpPr/>
          <p:nvPr/>
        </p:nvSpPr>
        <p:spPr>
          <a:xfrm>
            <a:off x="4724324" y="428362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49" name="Rechteck 48">
            <a:extLst>
              <a:ext uri="{FF2B5EF4-FFF2-40B4-BE49-F238E27FC236}">
                <a16:creationId xmlns:a16="http://schemas.microsoft.com/office/drawing/2014/main" id="{5C71554C-E2EF-8BC6-7689-C1644A61CAA0}"/>
              </a:ext>
            </a:extLst>
          </p:cNvPr>
          <p:cNvSpPr/>
          <p:nvPr/>
        </p:nvSpPr>
        <p:spPr>
          <a:xfrm>
            <a:off x="5637627" y="428362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0" name="Rechteck 49">
            <a:extLst>
              <a:ext uri="{FF2B5EF4-FFF2-40B4-BE49-F238E27FC236}">
                <a16:creationId xmlns:a16="http://schemas.microsoft.com/office/drawing/2014/main" id="{A1049965-49CA-F381-A452-1BC67B342A6F}"/>
              </a:ext>
            </a:extLst>
          </p:cNvPr>
          <p:cNvSpPr/>
          <p:nvPr/>
        </p:nvSpPr>
        <p:spPr>
          <a:xfrm>
            <a:off x="6544372" y="428362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1" name="Rechteck 50">
            <a:extLst>
              <a:ext uri="{FF2B5EF4-FFF2-40B4-BE49-F238E27FC236}">
                <a16:creationId xmlns:a16="http://schemas.microsoft.com/office/drawing/2014/main" id="{9AE432E9-127C-B33E-58C6-A42BD4792D7F}"/>
              </a:ext>
            </a:extLst>
          </p:cNvPr>
          <p:cNvSpPr/>
          <p:nvPr/>
        </p:nvSpPr>
        <p:spPr>
          <a:xfrm>
            <a:off x="7451117" y="4283629"/>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2" name="Rechteck 51">
            <a:extLst>
              <a:ext uri="{FF2B5EF4-FFF2-40B4-BE49-F238E27FC236}">
                <a16:creationId xmlns:a16="http://schemas.microsoft.com/office/drawing/2014/main" id="{9E805978-F721-40F8-A5F1-5991E5BCDA40}"/>
              </a:ext>
            </a:extLst>
          </p:cNvPr>
          <p:cNvSpPr/>
          <p:nvPr/>
        </p:nvSpPr>
        <p:spPr>
          <a:xfrm>
            <a:off x="4272711" y="473310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3" name="Rechteck 52">
            <a:extLst>
              <a:ext uri="{FF2B5EF4-FFF2-40B4-BE49-F238E27FC236}">
                <a16:creationId xmlns:a16="http://schemas.microsoft.com/office/drawing/2014/main" id="{0A56CB28-C46C-6D23-DBC7-9DA1014A55C9}"/>
              </a:ext>
            </a:extLst>
          </p:cNvPr>
          <p:cNvSpPr/>
          <p:nvPr/>
        </p:nvSpPr>
        <p:spPr>
          <a:xfrm>
            <a:off x="5186014" y="473310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4" name="Rechteck 53">
            <a:extLst>
              <a:ext uri="{FF2B5EF4-FFF2-40B4-BE49-F238E27FC236}">
                <a16:creationId xmlns:a16="http://schemas.microsoft.com/office/drawing/2014/main" id="{0401BD60-21BC-95F7-F4C9-ADDE16FE0CBE}"/>
              </a:ext>
            </a:extLst>
          </p:cNvPr>
          <p:cNvSpPr/>
          <p:nvPr/>
        </p:nvSpPr>
        <p:spPr>
          <a:xfrm>
            <a:off x="6092759" y="473310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
        <p:nvSpPr>
          <p:cNvPr id="55" name="Rechteck 54">
            <a:extLst>
              <a:ext uri="{FF2B5EF4-FFF2-40B4-BE49-F238E27FC236}">
                <a16:creationId xmlns:a16="http://schemas.microsoft.com/office/drawing/2014/main" id="{768DC16B-0831-B6BF-38C4-49D515A5998E}"/>
              </a:ext>
            </a:extLst>
          </p:cNvPr>
          <p:cNvSpPr/>
          <p:nvPr/>
        </p:nvSpPr>
        <p:spPr>
          <a:xfrm>
            <a:off x="6999504" y="4733106"/>
            <a:ext cx="460784" cy="460784"/>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5622279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272FD-DB91-3640-05AE-69D6C855F0C8}"/>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07FA719D-BE72-4146-7A88-81194FA2FB71}"/>
              </a:ext>
            </a:extLst>
          </p:cNvPr>
          <p:cNvSpPr>
            <a:spLocks noGrp="1"/>
          </p:cNvSpPr>
          <p:nvPr>
            <p:ph sz="quarter" idx="13"/>
          </p:nvPr>
        </p:nvSpPr>
        <p:spPr>
          <a:xfrm>
            <a:off x="987552" y="1484784"/>
            <a:ext cx="6931152" cy="3960440"/>
          </a:xfrm>
        </p:spPr>
        <p:txBody>
          <a:bodyPr rtlCol="0">
            <a:normAutofit/>
          </a:bodyPr>
          <a:lstStyle/>
          <a:p>
            <a:pPr rtl="0"/>
            <a:r>
              <a:rPr lang="de" sz="2000" dirty="0"/>
              <a:t>Setup führt durch Analyse mehrerer Werte eines Feldes oder verschiedener Felder eines Multiplexers eine Selbsttest durch.</a:t>
            </a:r>
          </a:p>
        </p:txBody>
      </p:sp>
      <p:sp>
        <p:nvSpPr>
          <p:cNvPr id="2" name="Foliennummernplatzhalter 1">
            <a:extLst>
              <a:ext uri="{FF2B5EF4-FFF2-40B4-BE49-F238E27FC236}">
                <a16:creationId xmlns:a16="http://schemas.microsoft.com/office/drawing/2014/main" id="{5E8B569B-C24A-C9E4-4647-798F1EA5295A}"/>
              </a:ext>
            </a:extLst>
          </p:cNvPr>
          <p:cNvSpPr>
            <a:spLocks noGrp="1"/>
          </p:cNvSpPr>
          <p:nvPr>
            <p:ph type="sldNum" sz="quarter" idx="12"/>
          </p:nvPr>
        </p:nvSpPr>
        <p:spPr/>
        <p:txBody>
          <a:bodyPr rtlCol="0"/>
          <a:lstStyle/>
          <a:p>
            <a:pPr rtl="0"/>
            <a:fld id="{2A013F82-EE5E-44EE-A61D-E31C6657F26F}" type="slidenum">
              <a:rPr lang="en-US" sz="1400" smtClean="0"/>
              <a:pPr rtl="0"/>
              <a:t>5</a:t>
            </a:fld>
            <a:endParaRPr lang="en-US" sz="1400" dirty="0"/>
          </a:p>
        </p:txBody>
      </p:sp>
      <p:sp>
        <p:nvSpPr>
          <p:cNvPr id="4" name="Titel 10">
            <a:extLst>
              <a:ext uri="{FF2B5EF4-FFF2-40B4-BE49-F238E27FC236}">
                <a16:creationId xmlns:a16="http://schemas.microsoft.com/office/drawing/2014/main" id="{B493188D-0ABF-4AC3-F130-D53F3A46C83D}"/>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5" name="Titel 1">
            <a:extLst>
              <a:ext uri="{FF2B5EF4-FFF2-40B4-BE49-F238E27FC236}">
                <a16:creationId xmlns:a16="http://schemas.microsoft.com/office/drawing/2014/main" id="{E4AEFB26-6186-E620-11BC-DF7E1F140806}"/>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SETUP</a:t>
            </a:r>
          </a:p>
        </p:txBody>
      </p:sp>
      <p:sp>
        <p:nvSpPr>
          <p:cNvPr id="8" name="Titel 10">
            <a:extLst>
              <a:ext uri="{FF2B5EF4-FFF2-40B4-BE49-F238E27FC236}">
                <a16:creationId xmlns:a16="http://schemas.microsoft.com/office/drawing/2014/main" id="{9CBCC833-4501-4F28-70B8-E35B665DCB97}"/>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1.1</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24408920-264C-9A8F-4EA2-70C52EEE1D1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9" name="Titel 10">
            <a:extLst>
              <a:ext uri="{FF2B5EF4-FFF2-40B4-BE49-F238E27FC236}">
                <a16:creationId xmlns:a16="http://schemas.microsoft.com/office/drawing/2014/main" id="{363ED18B-4A7A-A084-5D82-87BFA45C2489}"/>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Selbsttest und einstiegspunkt</a:t>
            </a:r>
          </a:p>
        </p:txBody>
      </p:sp>
      <p:pic>
        <p:nvPicPr>
          <p:cNvPr id="21" name="Grafik 20">
            <a:extLst>
              <a:ext uri="{FF2B5EF4-FFF2-40B4-BE49-F238E27FC236}">
                <a16:creationId xmlns:a16="http://schemas.microsoft.com/office/drawing/2014/main" id="{151731A9-5948-EBA2-B7E9-96945E6305BE}"/>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51850A42-8BD3-6593-0464-9C8145D49ECD}"/>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grpSp>
        <p:nvGrpSpPr>
          <p:cNvPr id="3" name="Gruppieren 2">
            <a:extLst>
              <a:ext uri="{FF2B5EF4-FFF2-40B4-BE49-F238E27FC236}">
                <a16:creationId xmlns:a16="http://schemas.microsoft.com/office/drawing/2014/main" id="{10E4D173-82BD-4A78-491C-1282E481F1B2}"/>
              </a:ext>
            </a:extLst>
          </p:cNvPr>
          <p:cNvGrpSpPr/>
          <p:nvPr/>
        </p:nvGrpSpPr>
        <p:grpSpPr>
          <a:xfrm>
            <a:off x="8824359" y="1294265"/>
            <a:ext cx="2592288" cy="2520280"/>
            <a:chOff x="837828" y="2204864"/>
            <a:chExt cx="2592288" cy="2520280"/>
          </a:xfrm>
        </p:grpSpPr>
        <p:sp>
          <p:nvSpPr>
            <p:cNvPr id="6" name="Rechteck 5">
              <a:extLst>
                <a:ext uri="{FF2B5EF4-FFF2-40B4-BE49-F238E27FC236}">
                  <a16:creationId xmlns:a16="http://schemas.microsoft.com/office/drawing/2014/main" id="{EDC430F8-01FE-4C11-C392-893CCBB94197}"/>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7" name="Picture 6" descr="arduino&quot; Icon - Download for free – Iconduck">
              <a:extLst>
                <a:ext uri="{FF2B5EF4-FFF2-40B4-BE49-F238E27FC236}">
                  <a16:creationId xmlns:a16="http://schemas.microsoft.com/office/drawing/2014/main" id="{64F3ED12-815D-A182-EAC8-D82EEC4B3C83}"/>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feld 8">
            <a:extLst>
              <a:ext uri="{FF2B5EF4-FFF2-40B4-BE49-F238E27FC236}">
                <a16:creationId xmlns:a16="http://schemas.microsoft.com/office/drawing/2014/main" id="{9AC3E3C7-8BEB-A583-7729-9295AA80E7B7}"/>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https://github.com/ComputeGraphics/jufo25-Schachprojekt/blob/bdf4691b672e0330870c7d2f0573e23bfc17969d/current.ino</a:t>
            </a:r>
            <a:endParaRPr lang="de" sz="800" dirty="0"/>
          </a:p>
        </p:txBody>
      </p:sp>
      <p:sp>
        <p:nvSpPr>
          <p:cNvPr id="11" name="Textfeld 10">
            <a:extLst>
              <a:ext uri="{FF2B5EF4-FFF2-40B4-BE49-F238E27FC236}">
                <a16:creationId xmlns:a16="http://schemas.microsoft.com/office/drawing/2014/main" id="{80D034A2-310B-B33B-36FD-7B490A258F91}"/>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a:t>Arduino/</a:t>
            </a:r>
            <a:r>
              <a:rPr lang="de-DE" sz="1400" dirty="0" err="1"/>
              <a:t>current.ino</a:t>
            </a:r>
            <a:endParaRPr lang="de-DE" sz="1400" dirty="0"/>
          </a:p>
        </p:txBody>
      </p:sp>
    </p:spTree>
    <p:extLst>
      <p:ext uri="{BB962C8B-B14F-4D97-AF65-F5344CB8AC3E}">
        <p14:creationId xmlns:p14="http://schemas.microsoft.com/office/powerpoint/2010/main" val="22081161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B144-932C-FFCE-262D-DC8C18617271}"/>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89B3FAF6-DC8E-D180-C761-58E0181BED45}"/>
              </a:ext>
            </a:extLst>
          </p:cNvPr>
          <p:cNvSpPr>
            <a:spLocks noGrp="1"/>
          </p:cNvSpPr>
          <p:nvPr>
            <p:ph sz="quarter" idx="13"/>
          </p:nvPr>
        </p:nvSpPr>
        <p:spPr>
          <a:xfrm>
            <a:off x="987552" y="1484784"/>
            <a:ext cx="6931152" cy="3960440"/>
          </a:xfrm>
        </p:spPr>
        <p:txBody>
          <a:bodyPr rtlCol="0">
            <a:normAutofit/>
          </a:bodyPr>
          <a:lstStyle/>
          <a:p>
            <a:pPr rtl="0"/>
            <a:r>
              <a:rPr lang="de" dirty="0"/>
              <a:t>Das Loop nimmt Kommandos per Serial an und leitet diese an die entsprechende Funktion weiter.</a:t>
            </a:r>
          </a:p>
        </p:txBody>
      </p:sp>
      <p:sp>
        <p:nvSpPr>
          <p:cNvPr id="2" name="Foliennummernplatzhalter 1">
            <a:extLst>
              <a:ext uri="{FF2B5EF4-FFF2-40B4-BE49-F238E27FC236}">
                <a16:creationId xmlns:a16="http://schemas.microsoft.com/office/drawing/2014/main" id="{28BE15B9-016F-F78F-5681-CAE80DB57759}"/>
              </a:ext>
            </a:extLst>
          </p:cNvPr>
          <p:cNvSpPr>
            <a:spLocks noGrp="1"/>
          </p:cNvSpPr>
          <p:nvPr>
            <p:ph type="sldNum" sz="quarter" idx="12"/>
          </p:nvPr>
        </p:nvSpPr>
        <p:spPr/>
        <p:txBody>
          <a:bodyPr rtlCol="0"/>
          <a:lstStyle/>
          <a:p>
            <a:pPr rtl="0"/>
            <a:fld id="{2A013F82-EE5E-44EE-A61D-E31C6657F26F}" type="slidenum">
              <a:rPr lang="en-US" sz="1400" smtClean="0"/>
              <a:pPr rtl="0"/>
              <a:t>6</a:t>
            </a:fld>
            <a:endParaRPr lang="en-US" sz="1400" dirty="0"/>
          </a:p>
        </p:txBody>
      </p:sp>
      <p:sp>
        <p:nvSpPr>
          <p:cNvPr id="8" name="Titel 10">
            <a:extLst>
              <a:ext uri="{FF2B5EF4-FFF2-40B4-BE49-F238E27FC236}">
                <a16:creationId xmlns:a16="http://schemas.microsoft.com/office/drawing/2014/main" id="{C1323C77-2B79-4E81-1CB3-3F492AE69ACE}"/>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1.2</a:t>
            </a:r>
          </a:p>
        </p:txBody>
      </p:sp>
      <p:sp>
        <p:nvSpPr>
          <p:cNvPr id="10" name="Textfeld 9">
            <a:extLst>
              <a:ext uri="{FF2B5EF4-FFF2-40B4-BE49-F238E27FC236}">
                <a16:creationId xmlns:a16="http://schemas.microsoft.com/office/drawing/2014/main" id="{E2C0B744-C70B-7992-E89E-90FF664B60A3}"/>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https://github.com/ComputeGraphics/jufo25-Schachprojekt/blob/bdf4691b672e0330870c7d2f0573e23bfc17969d/current.ino</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82E6D0EF-C21E-6B0E-5EB8-92C53DF2D3E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1883FC17-1273-0932-0B85-99BFA479922E}"/>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a:t>Arduino/</a:t>
            </a:r>
            <a:r>
              <a:rPr lang="de-DE" sz="1400" dirty="0" err="1"/>
              <a:t>current.ino</a:t>
            </a:r>
            <a:endParaRPr lang="de-DE" sz="1400" dirty="0"/>
          </a:p>
        </p:txBody>
      </p:sp>
      <p:sp>
        <p:nvSpPr>
          <p:cNvPr id="22" name="Titel 10">
            <a:extLst>
              <a:ext uri="{FF2B5EF4-FFF2-40B4-BE49-F238E27FC236}">
                <a16:creationId xmlns:a16="http://schemas.microsoft.com/office/drawing/2014/main" id="{587DBFAD-A1AF-7945-76D8-61DFAF4E5608}"/>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3" name="Grafik 2">
            <a:extLst>
              <a:ext uri="{FF2B5EF4-FFF2-40B4-BE49-F238E27FC236}">
                <a16:creationId xmlns:a16="http://schemas.microsoft.com/office/drawing/2014/main" id="{BB631189-5FD2-BEDF-D2DE-24F45DD82F36}"/>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itel 10">
            <a:extLst>
              <a:ext uri="{FF2B5EF4-FFF2-40B4-BE49-F238E27FC236}">
                <a16:creationId xmlns:a16="http://schemas.microsoft.com/office/drawing/2014/main" id="{5D3D9632-7193-B935-92AC-5AE5FD01BDE4}"/>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7" name="Titel 1">
            <a:extLst>
              <a:ext uri="{FF2B5EF4-FFF2-40B4-BE49-F238E27FC236}">
                <a16:creationId xmlns:a16="http://schemas.microsoft.com/office/drawing/2014/main" id="{23749BC0-0DE0-0D35-25B1-9CF89B377410}"/>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LOOP</a:t>
            </a:r>
          </a:p>
        </p:txBody>
      </p:sp>
      <p:sp>
        <p:nvSpPr>
          <p:cNvPr id="9" name="Titel 10">
            <a:extLst>
              <a:ext uri="{FF2B5EF4-FFF2-40B4-BE49-F238E27FC236}">
                <a16:creationId xmlns:a16="http://schemas.microsoft.com/office/drawing/2014/main" id="{0A420FEA-BFAB-8E31-D2AC-6B563485278F}"/>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COM-Schleife</a:t>
            </a:r>
          </a:p>
        </p:txBody>
      </p:sp>
      <p:grpSp>
        <p:nvGrpSpPr>
          <p:cNvPr id="11" name="Gruppieren 10">
            <a:extLst>
              <a:ext uri="{FF2B5EF4-FFF2-40B4-BE49-F238E27FC236}">
                <a16:creationId xmlns:a16="http://schemas.microsoft.com/office/drawing/2014/main" id="{383AA6A5-036E-FBC7-A809-C3E9CC45A851}"/>
              </a:ext>
            </a:extLst>
          </p:cNvPr>
          <p:cNvGrpSpPr/>
          <p:nvPr/>
        </p:nvGrpSpPr>
        <p:grpSpPr>
          <a:xfrm>
            <a:off x="8824359" y="1294265"/>
            <a:ext cx="2592288" cy="2520280"/>
            <a:chOff x="837828" y="2204864"/>
            <a:chExt cx="2592288" cy="2520280"/>
          </a:xfrm>
        </p:grpSpPr>
        <p:sp>
          <p:nvSpPr>
            <p:cNvPr id="12" name="Rechteck 11">
              <a:extLst>
                <a:ext uri="{FF2B5EF4-FFF2-40B4-BE49-F238E27FC236}">
                  <a16:creationId xmlns:a16="http://schemas.microsoft.com/office/drawing/2014/main" id="{3EA7AC1F-D84E-109D-68E6-77272A96632C}"/>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4" name="Picture 6" descr="arduino&quot; Icon - Download for free – Iconduck">
              <a:extLst>
                <a:ext uri="{FF2B5EF4-FFF2-40B4-BE49-F238E27FC236}">
                  <a16:creationId xmlns:a16="http://schemas.microsoft.com/office/drawing/2014/main" id="{C4AC72D1-969D-5627-9B50-B63E0698AE9E}"/>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2882248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9484E-268D-1487-06ED-93E001A2015B}"/>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76BE5C87-C98B-E599-1AC9-B401F1F515CF}"/>
              </a:ext>
            </a:extLst>
          </p:cNvPr>
          <p:cNvSpPr>
            <a:spLocks noGrp="1"/>
          </p:cNvSpPr>
          <p:nvPr>
            <p:ph sz="quarter" idx="13"/>
          </p:nvPr>
        </p:nvSpPr>
        <p:spPr>
          <a:xfrm>
            <a:off x="987552" y="1484784"/>
            <a:ext cx="6931152" cy="1000707"/>
          </a:xfrm>
        </p:spPr>
        <p:txBody>
          <a:bodyPr rtlCol="0">
            <a:noAutofit/>
          </a:bodyPr>
          <a:lstStyle/>
          <a:p>
            <a:pPr rtl="0"/>
            <a:r>
              <a:rPr lang="de" dirty="0"/>
              <a:t>Ruft ein einzelnes Feld ab und leitet die Daten weiter.</a:t>
            </a:r>
            <a:br>
              <a:rPr lang="de" dirty="0"/>
            </a:br>
            <a:r>
              <a:rPr lang="de" dirty="0"/>
              <a:t>Bsp. 			Feld 25</a:t>
            </a:r>
            <a:br>
              <a:rPr lang="de" dirty="0"/>
            </a:br>
            <a:br>
              <a:rPr lang="de" dirty="0"/>
            </a:br>
            <a:endParaRPr lang="de" dirty="0"/>
          </a:p>
          <a:p>
            <a:pPr rtl="0"/>
            <a:endParaRPr lang="de" dirty="0"/>
          </a:p>
        </p:txBody>
      </p:sp>
      <p:sp>
        <p:nvSpPr>
          <p:cNvPr id="2" name="Foliennummernplatzhalter 1">
            <a:extLst>
              <a:ext uri="{FF2B5EF4-FFF2-40B4-BE49-F238E27FC236}">
                <a16:creationId xmlns:a16="http://schemas.microsoft.com/office/drawing/2014/main" id="{76A45A6C-0A3C-8506-E757-E8A9A0C1E395}"/>
              </a:ext>
            </a:extLst>
          </p:cNvPr>
          <p:cNvSpPr>
            <a:spLocks noGrp="1"/>
          </p:cNvSpPr>
          <p:nvPr>
            <p:ph type="sldNum" sz="quarter" idx="12"/>
          </p:nvPr>
        </p:nvSpPr>
        <p:spPr/>
        <p:txBody>
          <a:bodyPr rtlCol="0"/>
          <a:lstStyle/>
          <a:p>
            <a:pPr rtl="0"/>
            <a:fld id="{2A013F82-EE5E-44EE-A61D-E31C6657F26F}" type="slidenum">
              <a:rPr lang="en-US" sz="1400" smtClean="0"/>
              <a:pPr rtl="0"/>
              <a:t>7</a:t>
            </a:fld>
            <a:endParaRPr lang="en-US" sz="1400" dirty="0"/>
          </a:p>
        </p:txBody>
      </p:sp>
      <p:sp>
        <p:nvSpPr>
          <p:cNvPr id="8" name="Titel 10">
            <a:extLst>
              <a:ext uri="{FF2B5EF4-FFF2-40B4-BE49-F238E27FC236}">
                <a16:creationId xmlns:a16="http://schemas.microsoft.com/office/drawing/2014/main" id="{21BE6981-7ED2-A043-BA7E-50AB90339CC0}"/>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a:t>
            </a:r>
          </a:p>
        </p:txBody>
      </p:sp>
      <p:sp>
        <p:nvSpPr>
          <p:cNvPr id="10" name="Textfeld 9">
            <a:extLst>
              <a:ext uri="{FF2B5EF4-FFF2-40B4-BE49-F238E27FC236}">
                <a16:creationId xmlns:a16="http://schemas.microsoft.com/office/drawing/2014/main" id="{42559D37-8AAD-37CA-7998-07817E6BA51A}"/>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https://github.com/ComputeGraphics/jufo25-Schachprojekt/blob/bdf4691b672e0330870c7d2f0573e23bfc17969d/current.ino</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B41BC0E9-A12A-8316-0DDF-63A66BA3E1B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74FE9547-ECF7-920B-DCCA-BEFB04E0D0E1}"/>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a:t>Arduino/</a:t>
            </a:r>
            <a:r>
              <a:rPr lang="de-DE" sz="1400" dirty="0" err="1"/>
              <a:t>current.ino</a:t>
            </a:r>
            <a:endParaRPr lang="de-DE" sz="1400" dirty="0"/>
          </a:p>
        </p:txBody>
      </p:sp>
      <p:sp>
        <p:nvSpPr>
          <p:cNvPr id="22" name="Titel 10">
            <a:extLst>
              <a:ext uri="{FF2B5EF4-FFF2-40B4-BE49-F238E27FC236}">
                <a16:creationId xmlns:a16="http://schemas.microsoft.com/office/drawing/2014/main" id="{F1F411C7-67E1-408B-A6DC-E8E6071B487A}"/>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3" name="Grafik 2">
            <a:extLst>
              <a:ext uri="{FF2B5EF4-FFF2-40B4-BE49-F238E27FC236}">
                <a16:creationId xmlns:a16="http://schemas.microsoft.com/office/drawing/2014/main" id="{7F70C6F4-A576-7BEF-59A5-A671C66DF367}"/>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itel 10">
            <a:extLst>
              <a:ext uri="{FF2B5EF4-FFF2-40B4-BE49-F238E27FC236}">
                <a16:creationId xmlns:a16="http://schemas.microsoft.com/office/drawing/2014/main" id="{5AFFC7D1-112F-909A-9BD6-041BC74E3969}"/>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7" name="Titel 1">
            <a:extLst>
              <a:ext uri="{FF2B5EF4-FFF2-40B4-BE49-F238E27FC236}">
                <a16:creationId xmlns:a16="http://schemas.microsoft.com/office/drawing/2014/main" id="{A1EA3842-5A30-78C6-61C3-1E99AE769E41}"/>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QGET</a:t>
            </a:r>
          </a:p>
        </p:txBody>
      </p:sp>
      <p:sp>
        <p:nvSpPr>
          <p:cNvPr id="9" name="Titel 10">
            <a:extLst>
              <a:ext uri="{FF2B5EF4-FFF2-40B4-BE49-F238E27FC236}">
                <a16:creationId xmlns:a16="http://schemas.microsoft.com/office/drawing/2014/main" id="{47775B83-1D47-7BF6-9BDB-65FF59539F45}"/>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EINZELFELDER ABRUFEN</a:t>
            </a:r>
          </a:p>
        </p:txBody>
      </p:sp>
      <p:grpSp>
        <p:nvGrpSpPr>
          <p:cNvPr id="11" name="Gruppieren 10">
            <a:extLst>
              <a:ext uri="{FF2B5EF4-FFF2-40B4-BE49-F238E27FC236}">
                <a16:creationId xmlns:a16="http://schemas.microsoft.com/office/drawing/2014/main" id="{E85BE1E2-A8D7-ECFC-E85C-B96394FD3276}"/>
              </a:ext>
            </a:extLst>
          </p:cNvPr>
          <p:cNvGrpSpPr/>
          <p:nvPr/>
        </p:nvGrpSpPr>
        <p:grpSpPr>
          <a:xfrm>
            <a:off x="8824359" y="1294265"/>
            <a:ext cx="2592288" cy="2520280"/>
            <a:chOff x="837828" y="2204864"/>
            <a:chExt cx="2592288" cy="2520280"/>
          </a:xfrm>
        </p:grpSpPr>
        <p:sp>
          <p:nvSpPr>
            <p:cNvPr id="12" name="Rechteck 11">
              <a:extLst>
                <a:ext uri="{FF2B5EF4-FFF2-40B4-BE49-F238E27FC236}">
                  <a16:creationId xmlns:a16="http://schemas.microsoft.com/office/drawing/2014/main" id="{BD44B480-C99E-DEB2-6B50-2B64F938D8B1}"/>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4" name="Picture 6" descr="arduino&quot; Icon - Download for free – Iconduck">
              <a:extLst>
                <a:ext uri="{FF2B5EF4-FFF2-40B4-BE49-F238E27FC236}">
                  <a16:creationId xmlns:a16="http://schemas.microsoft.com/office/drawing/2014/main" id="{9C9F0DB8-2F94-9F90-9CA2-5995FF624930}"/>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pic>
        <p:nvPicPr>
          <p:cNvPr id="5" name="Grafik 4" descr="Prozessor mit einfarbiger Füllung">
            <a:extLst>
              <a:ext uri="{FF2B5EF4-FFF2-40B4-BE49-F238E27FC236}">
                <a16:creationId xmlns:a16="http://schemas.microsoft.com/office/drawing/2014/main" id="{7720DD91-0FAA-64E4-9F2C-42ACBD8629B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263667" y="2755423"/>
            <a:ext cx="609676" cy="609676"/>
          </a:xfrm>
          <a:prstGeom prst="rect">
            <a:avLst/>
          </a:prstGeom>
        </p:spPr>
      </p:pic>
      <p:pic>
        <p:nvPicPr>
          <p:cNvPr id="15" name="Grafik 14" descr="Prozessor mit einfarbiger Füllung">
            <a:extLst>
              <a:ext uri="{FF2B5EF4-FFF2-40B4-BE49-F238E27FC236}">
                <a16:creationId xmlns:a16="http://schemas.microsoft.com/office/drawing/2014/main" id="{FE636DC9-5507-8009-1927-3B0E8B0C225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07806" y="2755423"/>
            <a:ext cx="609676" cy="609676"/>
          </a:xfrm>
          <a:prstGeom prst="rect">
            <a:avLst/>
          </a:prstGeom>
        </p:spPr>
      </p:pic>
      <p:pic>
        <p:nvPicPr>
          <p:cNvPr id="17" name="Grafik 16" descr="Prozessor mit einfarbiger Füllung">
            <a:extLst>
              <a:ext uri="{FF2B5EF4-FFF2-40B4-BE49-F238E27FC236}">
                <a16:creationId xmlns:a16="http://schemas.microsoft.com/office/drawing/2014/main" id="{BCE0C972-59BC-8AF7-2E4B-06D32B2CDA5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951945" y="2755423"/>
            <a:ext cx="609676" cy="609676"/>
          </a:xfrm>
          <a:prstGeom prst="rect">
            <a:avLst/>
          </a:prstGeom>
        </p:spPr>
      </p:pic>
      <p:pic>
        <p:nvPicPr>
          <p:cNvPr id="19" name="Grafik 18" descr="Prozessor mit einfarbiger Füllung">
            <a:extLst>
              <a:ext uri="{FF2B5EF4-FFF2-40B4-BE49-F238E27FC236}">
                <a16:creationId xmlns:a16="http://schemas.microsoft.com/office/drawing/2014/main" id="{866EC4A6-878E-C3B4-AEB6-9871F1E0F52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796084" y="2756899"/>
            <a:ext cx="609676" cy="609676"/>
          </a:xfrm>
          <a:prstGeom prst="rect">
            <a:avLst/>
          </a:prstGeom>
        </p:spPr>
      </p:pic>
      <p:pic>
        <p:nvPicPr>
          <p:cNvPr id="20" name="Grafik 19" descr="Prozessor mit einfarbiger Füllung">
            <a:extLst>
              <a:ext uri="{FF2B5EF4-FFF2-40B4-BE49-F238E27FC236}">
                <a16:creationId xmlns:a16="http://schemas.microsoft.com/office/drawing/2014/main" id="{37E592FA-FAC4-3FC3-0AE5-B20A1718B2D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640223" y="2755423"/>
            <a:ext cx="609676" cy="609676"/>
          </a:xfrm>
          <a:prstGeom prst="rect">
            <a:avLst/>
          </a:prstGeom>
        </p:spPr>
      </p:pic>
      <p:pic>
        <p:nvPicPr>
          <p:cNvPr id="21" name="Grafik 20" descr="Prozessor mit einfarbiger Füllung">
            <a:extLst>
              <a:ext uri="{FF2B5EF4-FFF2-40B4-BE49-F238E27FC236}">
                <a16:creationId xmlns:a16="http://schemas.microsoft.com/office/drawing/2014/main" id="{5509C1CF-D261-7874-4AB5-FB8A0596CD0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484362" y="2755423"/>
            <a:ext cx="609676" cy="609676"/>
          </a:xfrm>
          <a:prstGeom prst="rect">
            <a:avLst/>
          </a:prstGeom>
        </p:spPr>
      </p:pic>
      <p:pic>
        <p:nvPicPr>
          <p:cNvPr id="23" name="Grafik 22" descr="Prozessor mit einfarbiger Füllung">
            <a:extLst>
              <a:ext uri="{FF2B5EF4-FFF2-40B4-BE49-F238E27FC236}">
                <a16:creationId xmlns:a16="http://schemas.microsoft.com/office/drawing/2014/main" id="{9EB9F590-8D04-C69C-00B2-DDF21B61589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8501" y="2759135"/>
            <a:ext cx="609676" cy="609676"/>
          </a:xfrm>
          <a:prstGeom prst="rect">
            <a:avLst/>
          </a:prstGeom>
        </p:spPr>
      </p:pic>
      <p:pic>
        <p:nvPicPr>
          <p:cNvPr id="24" name="Grafik 23" descr="Prozessor mit einfarbiger Füllung">
            <a:extLst>
              <a:ext uri="{FF2B5EF4-FFF2-40B4-BE49-F238E27FC236}">
                <a16:creationId xmlns:a16="http://schemas.microsoft.com/office/drawing/2014/main" id="{D29F532F-A6B3-FD78-42D5-2F2B4F433FE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174532" y="2755423"/>
            <a:ext cx="609676" cy="609676"/>
          </a:xfrm>
          <a:prstGeom prst="rect">
            <a:avLst/>
          </a:prstGeom>
        </p:spPr>
      </p:pic>
      <p:cxnSp>
        <p:nvCxnSpPr>
          <p:cNvPr id="26" name="Gerader Verbinder 25">
            <a:extLst>
              <a:ext uri="{FF2B5EF4-FFF2-40B4-BE49-F238E27FC236}">
                <a16:creationId xmlns:a16="http://schemas.microsoft.com/office/drawing/2014/main" id="{0C2D26F7-2D28-E308-FF6D-6D58A743B641}"/>
              </a:ext>
            </a:extLst>
          </p:cNvPr>
          <p:cNvCxnSpPr>
            <a:cxnSpLocks/>
          </p:cNvCxnSpPr>
          <p:nvPr/>
        </p:nvCxnSpPr>
        <p:spPr>
          <a:xfrm>
            <a:off x="4405760" y="2348880"/>
            <a:ext cx="0" cy="288032"/>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04886158-74A9-13DD-FB96-5BDC67DD4851}"/>
              </a:ext>
            </a:extLst>
          </p:cNvPr>
          <p:cNvCxnSpPr>
            <a:cxnSpLocks/>
          </p:cNvCxnSpPr>
          <p:nvPr/>
        </p:nvCxnSpPr>
        <p:spPr>
          <a:xfrm flipH="1">
            <a:off x="3203599" y="2630088"/>
            <a:ext cx="1202161" cy="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34F8445B-AB56-35B8-729A-03A3E4D7F48D}"/>
              </a:ext>
            </a:extLst>
          </p:cNvPr>
          <p:cNvCxnSpPr>
            <a:cxnSpLocks/>
          </p:cNvCxnSpPr>
          <p:nvPr/>
        </p:nvCxnSpPr>
        <p:spPr>
          <a:xfrm>
            <a:off x="3210423" y="2630088"/>
            <a:ext cx="0" cy="125335"/>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sp>
        <p:nvSpPr>
          <p:cNvPr id="34" name="Textfeld 33">
            <a:extLst>
              <a:ext uri="{FF2B5EF4-FFF2-40B4-BE49-F238E27FC236}">
                <a16:creationId xmlns:a16="http://schemas.microsoft.com/office/drawing/2014/main" id="{949DD28F-8296-389C-410C-BF82B8E26807}"/>
              </a:ext>
            </a:extLst>
          </p:cNvPr>
          <p:cNvSpPr txBox="1"/>
          <p:nvPr/>
        </p:nvSpPr>
        <p:spPr>
          <a:xfrm>
            <a:off x="1373065" y="3316342"/>
            <a:ext cx="6340197" cy="369332"/>
          </a:xfrm>
          <a:prstGeom prst="rect">
            <a:avLst/>
          </a:prstGeom>
          <a:noFill/>
          <a:ln>
            <a:solidFill>
              <a:schemeClr val="bg2"/>
            </a:solidFill>
          </a:ln>
        </p:spPr>
        <p:txBody>
          <a:bodyPr wrap="none" rtlCol="0" anchor="ctr" anchorCtr="1">
            <a:spAutoFit/>
          </a:bodyPr>
          <a:lstStyle/>
          <a:p>
            <a:r>
              <a:rPr lang="de-DE" dirty="0"/>
              <a:t>0           1           2            3           4           5           6            7 </a:t>
            </a:r>
          </a:p>
        </p:txBody>
      </p:sp>
    </p:spTree>
    <p:extLst>
      <p:ext uri="{BB962C8B-B14F-4D97-AF65-F5344CB8AC3E}">
        <p14:creationId xmlns:p14="http://schemas.microsoft.com/office/powerpoint/2010/main" val="37374008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7178-C488-B10A-DDAC-23A6BD168824}"/>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B6C580AB-168E-9D30-218D-20BEA9236E04}"/>
              </a:ext>
            </a:extLst>
          </p:cNvPr>
          <p:cNvSpPr>
            <a:spLocks noGrp="1"/>
          </p:cNvSpPr>
          <p:nvPr>
            <p:ph sz="quarter" idx="13"/>
          </p:nvPr>
        </p:nvSpPr>
        <p:spPr>
          <a:xfrm>
            <a:off x="987552" y="1484784"/>
            <a:ext cx="6931152" cy="1000707"/>
          </a:xfrm>
        </p:spPr>
        <p:txBody>
          <a:bodyPr rtlCol="0">
            <a:noAutofit/>
          </a:bodyPr>
          <a:lstStyle/>
          <a:p>
            <a:pPr rtl="0"/>
            <a:r>
              <a:rPr lang="de" dirty="0"/>
              <a:t>Ruft ein einzelnes Feld ab und leitet die Daten weiter.</a:t>
            </a:r>
            <a:br>
              <a:rPr lang="de" dirty="0"/>
            </a:br>
            <a:r>
              <a:rPr lang="de" dirty="0"/>
              <a:t>Bsp. 			Feld 25</a:t>
            </a:r>
          </a:p>
          <a:p>
            <a:pPr rtl="0"/>
            <a:endParaRPr lang="de" dirty="0"/>
          </a:p>
        </p:txBody>
      </p:sp>
      <p:sp>
        <p:nvSpPr>
          <p:cNvPr id="2" name="Foliennummernplatzhalter 1">
            <a:extLst>
              <a:ext uri="{FF2B5EF4-FFF2-40B4-BE49-F238E27FC236}">
                <a16:creationId xmlns:a16="http://schemas.microsoft.com/office/drawing/2014/main" id="{9F61C7BD-8E94-557D-423B-057350BC02A1}"/>
              </a:ext>
            </a:extLst>
          </p:cNvPr>
          <p:cNvSpPr>
            <a:spLocks noGrp="1"/>
          </p:cNvSpPr>
          <p:nvPr>
            <p:ph type="sldNum" sz="quarter" idx="12"/>
          </p:nvPr>
        </p:nvSpPr>
        <p:spPr/>
        <p:txBody>
          <a:bodyPr rtlCol="0"/>
          <a:lstStyle/>
          <a:p>
            <a:pPr rtl="0"/>
            <a:fld id="{2A013F82-EE5E-44EE-A61D-E31C6657F26F}" type="slidenum">
              <a:rPr lang="en-US" sz="1400" smtClean="0"/>
              <a:pPr rtl="0"/>
              <a:t>8</a:t>
            </a:fld>
            <a:endParaRPr lang="en-US" sz="1400" dirty="0"/>
          </a:p>
        </p:txBody>
      </p:sp>
      <p:sp>
        <p:nvSpPr>
          <p:cNvPr id="8" name="Titel 10">
            <a:extLst>
              <a:ext uri="{FF2B5EF4-FFF2-40B4-BE49-F238E27FC236}">
                <a16:creationId xmlns:a16="http://schemas.microsoft.com/office/drawing/2014/main" id="{5C1DC190-1E19-C334-DDE9-B9266A51B2FC}"/>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a:t>
            </a:r>
          </a:p>
        </p:txBody>
      </p:sp>
      <p:sp>
        <p:nvSpPr>
          <p:cNvPr id="10" name="Textfeld 9">
            <a:extLst>
              <a:ext uri="{FF2B5EF4-FFF2-40B4-BE49-F238E27FC236}">
                <a16:creationId xmlns:a16="http://schemas.microsoft.com/office/drawing/2014/main" id="{C9DD991C-D6C7-796C-9409-B257FDAD61AC}"/>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https://github.com/ComputeGraphics/jufo25-Schachprojekt/blob/bdf4691b672e0330870c7d2f0573e23bfc17969d/current.ino</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2B62E2EE-309F-137D-9DBA-0FAFF2F65F1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E0281C7D-789A-BF43-8A13-D8A68A37FAA1}"/>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a:t>Arduino/</a:t>
            </a:r>
            <a:r>
              <a:rPr lang="de-DE" sz="1400" dirty="0" err="1"/>
              <a:t>current.ino</a:t>
            </a:r>
            <a:endParaRPr lang="de-DE" sz="1400" dirty="0"/>
          </a:p>
        </p:txBody>
      </p:sp>
      <p:sp>
        <p:nvSpPr>
          <p:cNvPr id="22" name="Titel 10">
            <a:extLst>
              <a:ext uri="{FF2B5EF4-FFF2-40B4-BE49-F238E27FC236}">
                <a16:creationId xmlns:a16="http://schemas.microsoft.com/office/drawing/2014/main" id="{00F5FA1B-06B4-D662-1122-C6997D4B6CBD}"/>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3" name="Grafik 2">
            <a:extLst>
              <a:ext uri="{FF2B5EF4-FFF2-40B4-BE49-F238E27FC236}">
                <a16:creationId xmlns:a16="http://schemas.microsoft.com/office/drawing/2014/main" id="{B13F4C00-66D9-73F3-28C0-FEE59D86789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itel 10">
            <a:extLst>
              <a:ext uri="{FF2B5EF4-FFF2-40B4-BE49-F238E27FC236}">
                <a16:creationId xmlns:a16="http://schemas.microsoft.com/office/drawing/2014/main" id="{F1C95949-6CEF-E161-CE7D-13DACD1A2E45}"/>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7" name="Titel 1">
            <a:extLst>
              <a:ext uri="{FF2B5EF4-FFF2-40B4-BE49-F238E27FC236}">
                <a16:creationId xmlns:a16="http://schemas.microsoft.com/office/drawing/2014/main" id="{B81AA5A2-C5EF-86D6-97F6-13B1900A0161}"/>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QGET</a:t>
            </a:r>
          </a:p>
        </p:txBody>
      </p:sp>
      <p:sp>
        <p:nvSpPr>
          <p:cNvPr id="9" name="Titel 10">
            <a:extLst>
              <a:ext uri="{FF2B5EF4-FFF2-40B4-BE49-F238E27FC236}">
                <a16:creationId xmlns:a16="http://schemas.microsoft.com/office/drawing/2014/main" id="{9ACF91A6-6A50-D838-078F-6AE5D8F7A1D6}"/>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EINZELFELDER ABRUFEN</a:t>
            </a:r>
          </a:p>
        </p:txBody>
      </p:sp>
      <p:grpSp>
        <p:nvGrpSpPr>
          <p:cNvPr id="11" name="Gruppieren 10">
            <a:extLst>
              <a:ext uri="{FF2B5EF4-FFF2-40B4-BE49-F238E27FC236}">
                <a16:creationId xmlns:a16="http://schemas.microsoft.com/office/drawing/2014/main" id="{C05F4186-1178-D35B-CFE9-9E8BCEB4B8F6}"/>
              </a:ext>
            </a:extLst>
          </p:cNvPr>
          <p:cNvGrpSpPr/>
          <p:nvPr/>
        </p:nvGrpSpPr>
        <p:grpSpPr>
          <a:xfrm>
            <a:off x="8824359" y="1294265"/>
            <a:ext cx="2592288" cy="2520280"/>
            <a:chOff x="837828" y="2204864"/>
            <a:chExt cx="2592288" cy="2520280"/>
          </a:xfrm>
        </p:grpSpPr>
        <p:sp>
          <p:nvSpPr>
            <p:cNvPr id="12" name="Rechteck 11">
              <a:extLst>
                <a:ext uri="{FF2B5EF4-FFF2-40B4-BE49-F238E27FC236}">
                  <a16:creationId xmlns:a16="http://schemas.microsoft.com/office/drawing/2014/main" id="{9FEA500E-71A8-2558-9C60-6DD16445B3C7}"/>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4" name="Picture 6" descr="arduino&quot; Icon - Download for free – Iconduck">
              <a:extLst>
                <a:ext uri="{FF2B5EF4-FFF2-40B4-BE49-F238E27FC236}">
                  <a16:creationId xmlns:a16="http://schemas.microsoft.com/office/drawing/2014/main" id="{615C7B2F-EAB0-9DE9-AB80-1039AFB4F6A2}"/>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 name="Gerader Verbinder 3">
            <a:extLst>
              <a:ext uri="{FF2B5EF4-FFF2-40B4-BE49-F238E27FC236}">
                <a16:creationId xmlns:a16="http://schemas.microsoft.com/office/drawing/2014/main" id="{DA88F69D-E800-E9E4-F483-753AD961C468}"/>
              </a:ext>
            </a:extLst>
          </p:cNvPr>
          <p:cNvCxnSpPr>
            <a:cxnSpLocks/>
          </p:cNvCxnSpPr>
          <p:nvPr/>
        </p:nvCxnSpPr>
        <p:spPr>
          <a:xfrm>
            <a:off x="4526149" y="2355704"/>
            <a:ext cx="0" cy="288032"/>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E78137E7-FD24-4B5D-CBA6-BE45B8897A9F}"/>
              </a:ext>
            </a:extLst>
          </p:cNvPr>
          <p:cNvCxnSpPr>
            <a:cxnSpLocks/>
          </p:cNvCxnSpPr>
          <p:nvPr/>
        </p:nvCxnSpPr>
        <p:spPr>
          <a:xfrm flipH="1">
            <a:off x="2975174" y="2842321"/>
            <a:ext cx="1202161" cy="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CF51C7AA-2655-42A5-9332-850598CD77F8}"/>
              </a:ext>
            </a:extLst>
          </p:cNvPr>
          <p:cNvCxnSpPr>
            <a:cxnSpLocks/>
          </p:cNvCxnSpPr>
          <p:nvPr/>
        </p:nvCxnSpPr>
        <p:spPr>
          <a:xfrm>
            <a:off x="2982756" y="2842321"/>
            <a:ext cx="0" cy="658687"/>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E2910F9E-4248-E93E-BF8F-4CA02607E44E}"/>
              </a:ext>
            </a:extLst>
          </p:cNvPr>
          <p:cNvSpPr txBox="1"/>
          <p:nvPr/>
        </p:nvSpPr>
        <p:spPr>
          <a:xfrm>
            <a:off x="4177335" y="2658173"/>
            <a:ext cx="697627" cy="369332"/>
          </a:xfrm>
          <a:prstGeom prst="rect">
            <a:avLst/>
          </a:prstGeom>
          <a:noFill/>
          <a:ln>
            <a:solidFill>
              <a:schemeClr val="bg2"/>
            </a:solidFill>
          </a:ln>
        </p:spPr>
        <p:txBody>
          <a:bodyPr wrap="none" rtlCol="0" anchor="ctr" anchorCtr="1">
            <a:spAutoFit/>
          </a:bodyPr>
          <a:lstStyle/>
          <a:p>
            <a:r>
              <a:rPr lang="de-DE" dirty="0"/>
              <a:t>1 0 1</a:t>
            </a:r>
          </a:p>
        </p:txBody>
      </p:sp>
      <p:cxnSp>
        <p:nvCxnSpPr>
          <p:cNvPr id="32" name="Gerader Verbinder 31">
            <a:extLst>
              <a:ext uri="{FF2B5EF4-FFF2-40B4-BE49-F238E27FC236}">
                <a16:creationId xmlns:a16="http://schemas.microsoft.com/office/drawing/2014/main" id="{2AA838D9-D593-5CE1-E72D-619CC03A705E}"/>
              </a:ext>
            </a:extLst>
          </p:cNvPr>
          <p:cNvCxnSpPr>
            <a:cxnSpLocks/>
          </p:cNvCxnSpPr>
          <p:nvPr/>
        </p:nvCxnSpPr>
        <p:spPr>
          <a:xfrm flipH="1">
            <a:off x="4874962" y="2827711"/>
            <a:ext cx="1202161" cy="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FCB7DAB3-0571-FECC-C388-64D7D637735D}"/>
              </a:ext>
            </a:extLst>
          </p:cNvPr>
          <p:cNvCxnSpPr>
            <a:cxnSpLocks/>
          </p:cNvCxnSpPr>
          <p:nvPr/>
        </p:nvCxnSpPr>
        <p:spPr>
          <a:xfrm>
            <a:off x="6068826" y="2827711"/>
            <a:ext cx="0" cy="658687"/>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97D9BADC-425E-6798-F376-4E19B2D865FB}"/>
              </a:ext>
            </a:extLst>
          </p:cNvPr>
          <p:cNvCxnSpPr>
            <a:cxnSpLocks/>
          </p:cNvCxnSpPr>
          <p:nvPr/>
        </p:nvCxnSpPr>
        <p:spPr>
          <a:xfrm>
            <a:off x="4526148" y="3003845"/>
            <a:ext cx="0" cy="482553"/>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pic>
        <p:nvPicPr>
          <p:cNvPr id="38" name="Grafik 37" descr="Hochspannung mit einfarbiger Füllung">
            <a:extLst>
              <a:ext uri="{FF2B5EF4-FFF2-40B4-BE49-F238E27FC236}">
                <a16:creationId xmlns:a16="http://schemas.microsoft.com/office/drawing/2014/main" id="{CE1B31BE-B499-F6F9-6792-CE34BC71636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741580" y="3602125"/>
            <a:ext cx="482352" cy="482352"/>
          </a:xfrm>
          <a:prstGeom prst="rect">
            <a:avLst/>
          </a:prstGeom>
        </p:spPr>
      </p:pic>
      <p:pic>
        <p:nvPicPr>
          <p:cNvPr id="39" name="Grafik 38" descr="Hochspannung mit einfarbiger Füllung">
            <a:extLst>
              <a:ext uri="{FF2B5EF4-FFF2-40B4-BE49-F238E27FC236}">
                <a16:creationId xmlns:a16="http://schemas.microsoft.com/office/drawing/2014/main" id="{E51C08C4-22B5-7BAF-17B5-3B5E34CD7B8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28084" y="3602125"/>
            <a:ext cx="482352" cy="482352"/>
          </a:xfrm>
          <a:prstGeom prst="rect">
            <a:avLst/>
          </a:prstGeom>
        </p:spPr>
      </p:pic>
      <p:pic>
        <p:nvPicPr>
          <p:cNvPr id="40" name="Grafik 39" descr="Potenz mit einfarbiger Füllung">
            <a:extLst>
              <a:ext uri="{FF2B5EF4-FFF2-40B4-BE49-F238E27FC236}">
                <a16:creationId xmlns:a16="http://schemas.microsoft.com/office/drawing/2014/main" id="{3695B888-6515-B7E2-A0EB-1ABCFA8A763F}"/>
              </a:ext>
            </a:extLst>
          </p:cNvPr>
          <p:cNvPicPr>
            <a:picLocks noChangeAspect="1"/>
          </p:cNvPicPr>
          <p:nvPr/>
        </p:nvPicPr>
        <p:blipFill>
          <a:blip r:embed="rId10">
            <a:extLst>
              <a:ext uri="{96DAC541-7B7A-43D3-8B79-37D633B846F1}">
                <asvg:svgBlip xmlns:asvg="http://schemas.microsoft.com/office/drawing/2016/SVG/main" r:embed="rId11"/>
              </a:ext>
            </a:extLst>
          </a:blip>
          <a:srcRect/>
          <a:stretch/>
        </p:blipFill>
        <p:spPr>
          <a:xfrm>
            <a:off x="4288620" y="3601123"/>
            <a:ext cx="482352" cy="482352"/>
          </a:xfrm>
          <a:prstGeom prst="rect">
            <a:avLst/>
          </a:prstGeom>
        </p:spPr>
      </p:pic>
      <p:sp>
        <p:nvSpPr>
          <p:cNvPr id="41" name="Textfeld 40">
            <a:extLst>
              <a:ext uri="{FF2B5EF4-FFF2-40B4-BE49-F238E27FC236}">
                <a16:creationId xmlns:a16="http://schemas.microsoft.com/office/drawing/2014/main" id="{4931143F-319C-0518-B143-73937FD765B6}"/>
              </a:ext>
            </a:extLst>
          </p:cNvPr>
          <p:cNvSpPr txBox="1"/>
          <p:nvPr/>
        </p:nvSpPr>
        <p:spPr>
          <a:xfrm>
            <a:off x="2377761" y="4024674"/>
            <a:ext cx="1191352" cy="369332"/>
          </a:xfrm>
          <a:prstGeom prst="rect">
            <a:avLst/>
          </a:prstGeom>
          <a:noFill/>
          <a:ln>
            <a:noFill/>
          </a:ln>
        </p:spPr>
        <p:txBody>
          <a:bodyPr wrap="none" rtlCol="0" anchor="ctr" anchorCtr="1">
            <a:spAutoFit/>
          </a:bodyPr>
          <a:lstStyle/>
          <a:p>
            <a:r>
              <a:rPr lang="de-DE" dirty="0"/>
              <a:t>Strom An</a:t>
            </a:r>
          </a:p>
        </p:txBody>
      </p:sp>
      <p:sp>
        <p:nvSpPr>
          <p:cNvPr id="42" name="Textfeld 41">
            <a:extLst>
              <a:ext uri="{FF2B5EF4-FFF2-40B4-BE49-F238E27FC236}">
                <a16:creationId xmlns:a16="http://schemas.microsoft.com/office/drawing/2014/main" id="{7B6E98F4-2FAF-4AAE-B864-27B0707B2F09}"/>
              </a:ext>
            </a:extLst>
          </p:cNvPr>
          <p:cNvSpPr txBox="1"/>
          <p:nvPr/>
        </p:nvSpPr>
        <p:spPr>
          <a:xfrm>
            <a:off x="3887876" y="4024674"/>
            <a:ext cx="1281120" cy="369332"/>
          </a:xfrm>
          <a:prstGeom prst="rect">
            <a:avLst/>
          </a:prstGeom>
          <a:noFill/>
          <a:ln>
            <a:noFill/>
          </a:ln>
        </p:spPr>
        <p:txBody>
          <a:bodyPr wrap="none" rtlCol="0" anchor="ctr" anchorCtr="1">
            <a:spAutoFit/>
          </a:bodyPr>
          <a:lstStyle/>
          <a:p>
            <a:r>
              <a:rPr lang="de-DE" dirty="0"/>
              <a:t>Strom Aus</a:t>
            </a:r>
          </a:p>
        </p:txBody>
      </p:sp>
      <p:sp>
        <p:nvSpPr>
          <p:cNvPr id="43" name="Textfeld 42">
            <a:extLst>
              <a:ext uri="{FF2B5EF4-FFF2-40B4-BE49-F238E27FC236}">
                <a16:creationId xmlns:a16="http://schemas.microsoft.com/office/drawing/2014/main" id="{D5256C3B-272A-3C18-6E10-ED338BB5C0DA}"/>
              </a:ext>
            </a:extLst>
          </p:cNvPr>
          <p:cNvSpPr txBox="1"/>
          <p:nvPr/>
        </p:nvSpPr>
        <p:spPr>
          <a:xfrm>
            <a:off x="5498736" y="4024674"/>
            <a:ext cx="1191352" cy="369332"/>
          </a:xfrm>
          <a:prstGeom prst="rect">
            <a:avLst/>
          </a:prstGeom>
          <a:noFill/>
          <a:ln>
            <a:noFill/>
          </a:ln>
        </p:spPr>
        <p:txBody>
          <a:bodyPr wrap="none" rtlCol="0" anchor="ctr" anchorCtr="1">
            <a:spAutoFit/>
          </a:bodyPr>
          <a:lstStyle/>
          <a:p>
            <a:r>
              <a:rPr lang="de-DE" dirty="0"/>
              <a:t>Strom An</a:t>
            </a:r>
          </a:p>
        </p:txBody>
      </p:sp>
      <p:sp>
        <p:nvSpPr>
          <p:cNvPr id="44" name="Textfeld 43">
            <a:extLst>
              <a:ext uri="{FF2B5EF4-FFF2-40B4-BE49-F238E27FC236}">
                <a16:creationId xmlns:a16="http://schemas.microsoft.com/office/drawing/2014/main" id="{E86A1AD2-82A4-16EE-38AE-B19208222FFD}"/>
              </a:ext>
            </a:extLst>
          </p:cNvPr>
          <p:cNvSpPr txBox="1"/>
          <p:nvPr/>
        </p:nvSpPr>
        <p:spPr>
          <a:xfrm>
            <a:off x="4526148" y="2359688"/>
            <a:ext cx="1786066" cy="307777"/>
          </a:xfrm>
          <a:prstGeom prst="rect">
            <a:avLst/>
          </a:prstGeom>
          <a:noFill/>
          <a:ln>
            <a:noFill/>
          </a:ln>
        </p:spPr>
        <p:txBody>
          <a:bodyPr wrap="none" rtlCol="0" anchor="ctr" anchorCtr="1">
            <a:spAutoFit/>
          </a:bodyPr>
          <a:lstStyle/>
          <a:p>
            <a:r>
              <a:rPr lang="de-DE" sz="1400" dirty="0"/>
              <a:t>Konversion in Binär</a:t>
            </a:r>
          </a:p>
        </p:txBody>
      </p:sp>
      <p:sp>
        <p:nvSpPr>
          <p:cNvPr id="45" name="Textfeld 44">
            <a:extLst>
              <a:ext uri="{FF2B5EF4-FFF2-40B4-BE49-F238E27FC236}">
                <a16:creationId xmlns:a16="http://schemas.microsoft.com/office/drawing/2014/main" id="{89E592EF-947A-C283-56DC-8BE3FCAF91C4}"/>
              </a:ext>
            </a:extLst>
          </p:cNvPr>
          <p:cNvSpPr txBox="1"/>
          <p:nvPr/>
        </p:nvSpPr>
        <p:spPr>
          <a:xfrm>
            <a:off x="5488177" y="2897175"/>
            <a:ext cx="562975" cy="307777"/>
          </a:xfrm>
          <a:prstGeom prst="rect">
            <a:avLst/>
          </a:prstGeom>
          <a:noFill/>
          <a:ln>
            <a:solidFill>
              <a:schemeClr val="bg2"/>
            </a:solidFill>
          </a:ln>
        </p:spPr>
        <p:txBody>
          <a:bodyPr wrap="none" rtlCol="0" anchor="ctr" anchorCtr="1">
            <a:spAutoFit/>
          </a:bodyPr>
          <a:lstStyle/>
          <a:p>
            <a:r>
              <a:rPr lang="de-DE" sz="1400" dirty="0"/>
              <a:t>PIN2</a:t>
            </a:r>
          </a:p>
        </p:txBody>
      </p:sp>
      <p:sp>
        <p:nvSpPr>
          <p:cNvPr id="46" name="Textfeld 45">
            <a:extLst>
              <a:ext uri="{FF2B5EF4-FFF2-40B4-BE49-F238E27FC236}">
                <a16:creationId xmlns:a16="http://schemas.microsoft.com/office/drawing/2014/main" id="{0DC4A4D7-4AF0-B3E6-9022-61BEB5A91D7E}"/>
              </a:ext>
            </a:extLst>
          </p:cNvPr>
          <p:cNvSpPr txBox="1"/>
          <p:nvPr/>
        </p:nvSpPr>
        <p:spPr>
          <a:xfrm>
            <a:off x="3031806" y="2897175"/>
            <a:ext cx="562975" cy="307777"/>
          </a:xfrm>
          <a:prstGeom prst="rect">
            <a:avLst/>
          </a:prstGeom>
          <a:noFill/>
          <a:ln>
            <a:solidFill>
              <a:schemeClr val="bg2"/>
            </a:solidFill>
          </a:ln>
        </p:spPr>
        <p:txBody>
          <a:bodyPr wrap="none" rtlCol="0" anchor="ctr" anchorCtr="1">
            <a:spAutoFit/>
          </a:bodyPr>
          <a:lstStyle/>
          <a:p>
            <a:r>
              <a:rPr lang="de-DE" sz="1400" dirty="0"/>
              <a:t>PIN0</a:t>
            </a:r>
          </a:p>
        </p:txBody>
      </p:sp>
      <p:sp>
        <p:nvSpPr>
          <p:cNvPr id="47" name="Textfeld 46">
            <a:extLst>
              <a:ext uri="{FF2B5EF4-FFF2-40B4-BE49-F238E27FC236}">
                <a16:creationId xmlns:a16="http://schemas.microsoft.com/office/drawing/2014/main" id="{16FCF285-D851-2D9C-B02A-E50AEE2F8C29}"/>
              </a:ext>
            </a:extLst>
          </p:cNvPr>
          <p:cNvSpPr txBox="1"/>
          <p:nvPr/>
        </p:nvSpPr>
        <p:spPr>
          <a:xfrm>
            <a:off x="4489484" y="2947305"/>
            <a:ext cx="562975" cy="307777"/>
          </a:xfrm>
          <a:prstGeom prst="rect">
            <a:avLst/>
          </a:prstGeom>
          <a:noFill/>
          <a:ln>
            <a:noFill/>
          </a:ln>
        </p:spPr>
        <p:txBody>
          <a:bodyPr wrap="none" rtlCol="0" anchor="ctr" anchorCtr="1">
            <a:spAutoFit/>
          </a:bodyPr>
          <a:lstStyle/>
          <a:p>
            <a:r>
              <a:rPr lang="de-DE" sz="1400" dirty="0"/>
              <a:t>PIN1</a:t>
            </a:r>
          </a:p>
        </p:txBody>
      </p:sp>
      <p:pic>
        <p:nvPicPr>
          <p:cNvPr id="48" name="Grafik 47" descr="Prozessor mit einfarbiger Füllung">
            <a:extLst>
              <a:ext uri="{FF2B5EF4-FFF2-40B4-BE49-F238E27FC236}">
                <a16:creationId xmlns:a16="http://schemas.microsoft.com/office/drawing/2014/main" id="{2809E129-C444-D3B8-2230-D9DB1F49030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21310" y="4830200"/>
            <a:ext cx="609676" cy="609676"/>
          </a:xfrm>
          <a:prstGeom prst="rect">
            <a:avLst/>
          </a:prstGeom>
        </p:spPr>
      </p:pic>
      <p:cxnSp>
        <p:nvCxnSpPr>
          <p:cNvPr id="49" name="Gerader Verbinder 48">
            <a:extLst>
              <a:ext uri="{FF2B5EF4-FFF2-40B4-BE49-F238E27FC236}">
                <a16:creationId xmlns:a16="http://schemas.microsoft.com/office/drawing/2014/main" id="{88733052-E83F-E7E5-FDD3-251A2582D150}"/>
              </a:ext>
            </a:extLst>
          </p:cNvPr>
          <p:cNvCxnSpPr>
            <a:cxnSpLocks/>
          </p:cNvCxnSpPr>
          <p:nvPr/>
        </p:nvCxnSpPr>
        <p:spPr>
          <a:xfrm>
            <a:off x="2982756" y="4377345"/>
            <a:ext cx="0" cy="25903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51" name="Gerader Verbinder 50">
            <a:extLst>
              <a:ext uri="{FF2B5EF4-FFF2-40B4-BE49-F238E27FC236}">
                <a16:creationId xmlns:a16="http://schemas.microsoft.com/office/drawing/2014/main" id="{E0C8C585-06FB-1C2E-A7B9-CEDEC72792AE}"/>
              </a:ext>
            </a:extLst>
          </p:cNvPr>
          <p:cNvCxnSpPr>
            <a:cxnSpLocks/>
          </p:cNvCxnSpPr>
          <p:nvPr/>
        </p:nvCxnSpPr>
        <p:spPr>
          <a:xfrm>
            <a:off x="4506127" y="4365104"/>
            <a:ext cx="0" cy="484589"/>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0476BC6C-EB7B-6722-D69F-FF2543681A78}"/>
              </a:ext>
            </a:extLst>
          </p:cNvPr>
          <p:cNvCxnSpPr>
            <a:cxnSpLocks/>
          </p:cNvCxnSpPr>
          <p:nvPr/>
        </p:nvCxnSpPr>
        <p:spPr>
          <a:xfrm>
            <a:off x="6068826" y="4409948"/>
            <a:ext cx="0" cy="226427"/>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26A8D5EB-7DE9-8B2B-90C2-50772B00058E}"/>
              </a:ext>
            </a:extLst>
          </p:cNvPr>
          <p:cNvCxnSpPr>
            <a:cxnSpLocks/>
          </p:cNvCxnSpPr>
          <p:nvPr/>
        </p:nvCxnSpPr>
        <p:spPr>
          <a:xfrm flipH="1">
            <a:off x="4552150" y="4636375"/>
            <a:ext cx="1516676" cy="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57" name="Gerader Verbinder 56">
            <a:extLst>
              <a:ext uri="{FF2B5EF4-FFF2-40B4-BE49-F238E27FC236}">
                <a16:creationId xmlns:a16="http://schemas.microsoft.com/office/drawing/2014/main" id="{AF476EF8-E49C-26C8-061D-1B87510FA7ED}"/>
              </a:ext>
            </a:extLst>
          </p:cNvPr>
          <p:cNvCxnSpPr>
            <a:cxnSpLocks/>
          </p:cNvCxnSpPr>
          <p:nvPr/>
        </p:nvCxnSpPr>
        <p:spPr>
          <a:xfrm flipH="1">
            <a:off x="2982440" y="4636375"/>
            <a:ext cx="1470688" cy="0"/>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62" name="Gerader Verbinder 61">
            <a:extLst>
              <a:ext uri="{FF2B5EF4-FFF2-40B4-BE49-F238E27FC236}">
                <a16:creationId xmlns:a16="http://schemas.microsoft.com/office/drawing/2014/main" id="{5DAF1A1E-8347-F202-77B4-6E5E5D74BDDE}"/>
              </a:ext>
            </a:extLst>
          </p:cNvPr>
          <p:cNvCxnSpPr>
            <a:cxnSpLocks/>
          </p:cNvCxnSpPr>
          <p:nvPr/>
        </p:nvCxnSpPr>
        <p:spPr>
          <a:xfrm>
            <a:off x="4453128" y="4629551"/>
            <a:ext cx="0" cy="226427"/>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cxnSp>
        <p:nvCxnSpPr>
          <p:cNvPr id="64" name="Gerader Verbinder 63">
            <a:extLst>
              <a:ext uri="{FF2B5EF4-FFF2-40B4-BE49-F238E27FC236}">
                <a16:creationId xmlns:a16="http://schemas.microsoft.com/office/drawing/2014/main" id="{F6193AFC-3343-75B2-86A5-90C12B9A1C6F}"/>
              </a:ext>
            </a:extLst>
          </p:cNvPr>
          <p:cNvCxnSpPr>
            <a:cxnSpLocks/>
          </p:cNvCxnSpPr>
          <p:nvPr/>
        </p:nvCxnSpPr>
        <p:spPr>
          <a:xfrm>
            <a:off x="4552150" y="4628209"/>
            <a:ext cx="0" cy="226427"/>
          </a:xfrm>
          <a:prstGeom prst="line">
            <a:avLst/>
          </a:prstGeom>
          <a:ln w="19050">
            <a:solidFill>
              <a:srgbClr val="F4997C"/>
            </a:solidFill>
          </a:ln>
        </p:spPr>
        <p:style>
          <a:lnRef idx="1">
            <a:schemeClr val="accent1"/>
          </a:lnRef>
          <a:fillRef idx="0">
            <a:schemeClr val="accent1"/>
          </a:fillRef>
          <a:effectRef idx="0">
            <a:schemeClr val="accent1"/>
          </a:effectRef>
          <a:fontRef idx="minor">
            <a:schemeClr val="tx1"/>
          </a:fontRef>
        </p:style>
      </p:cxnSp>
      <p:sp>
        <p:nvSpPr>
          <p:cNvPr id="67" name="Textfeld 66">
            <a:extLst>
              <a:ext uri="{FF2B5EF4-FFF2-40B4-BE49-F238E27FC236}">
                <a16:creationId xmlns:a16="http://schemas.microsoft.com/office/drawing/2014/main" id="{7522566A-A4D5-515D-1A53-1076414971CF}"/>
              </a:ext>
            </a:extLst>
          </p:cNvPr>
          <p:cNvSpPr txBox="1"/>
          <p:nvPr/>
        </p:nvSpPr>
        <p:spPr>
          <a:xfrm>
            <a:off x="4847617" y="4947729"/>
            <a:ext cx="1393330" cy="369332"/>
          </a:xfrm>
          <a:prstGeom prst="rect">
            <a:avLst/>
          </a:prstGeom>
          <a:noFill/>
          <a:ln>
            <a:noFill/>
          </a:ln>
        </p:spPr>
        <p:txBody>
          <a:bodyPr wrap="none" rtlCol="0" anchor="ctr" anchorCtr="1">
            <a:spAutoFit/>
          </a:bodyPr>
          <a:lstStyle/>
          <a:p>
            <a:r>
              <a:rPr lang="de-DE" dirty="0"/>
              <a:t>Multiplexer</a:t>
            </a:r>
          </a:p>
        </p:txBody>
      </p:sp>
    </p:spTree>
    <p:extLst>
      <p:ext uri="{BB962C8B-B14F-4D97-AF65-F5344CB8AC3E}">
        <p14:creationId xmlns:p14="http://schemas.microsoft.com/office/powerpoint/2010/main" val="4461404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A256D-8A59-2CBD-8CC6-B6044FB0EFA7}"/>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E4515BB8-5EA4-F182-616F-80D758CF97D0}"/>
              </a:ext>
            </a:extLst>
          </p:cNvPr>
          <p:cNvSpPr>
            <a:spLocks noGrp="1"/>
          </p:cNvSpPr>
          <p:nvPr>
            <p:ph sz="quarter" idx="13"/>
          </p:nvPr>
        </p:nvSpPr>
        <p:spPr>
          <a:xfrm>
            <a:off x="987552" y="1484784"/>
            <a:ext cx="6931152" cy="3960440"/>
          </a:xfrm>
        </p:spPr>
        <p:txBody>
          <a:bodyPr rtlCol="0">
            <a:normAutofit/>
          </a:bodyPr>
          <a:lstStyle/>
          <a:p>
            <a:pPr rtl="0"/>
            <a:r>
              <a:rPr lang="de" dirty="0"/>
              <a:t>Auf Grundlage von QGET funktionieren auch die Befehle QGETRANGE (Fragt eine Multiplexer Reihe ab) und QGETALL (Fragt das ganze Feld ab), indem sie optimiert das selbe Verfahren nutzen.</a:t>
            </a:r>
          </a:p>
        </p:txBody>
      </p:sp>
      <p:sp>
        <p:nvSpPr>
          <p:cNvPr id="2" name="Foliennummernplatzhalter 1">
            <a:extLst>
              <a:ext uri="{FF2B5EF4-FFF2-40B4-BE49-F238E27FC236}">
                <a16:creationId xmlns:a16="http://schemas.microsoft.com/office/drawing/2014/main" id="{8B390369-310F-8735-400F-5DFBEC1339E4}"/>
              </a:ext>
            </a:extLst>
          </p:cNvPr>
          <p:cNvSpPr>
            <a:spLocks noGrp="1"/>
          </p:cNvSpPr>
          <p:nvPr>
            <p:ph type="sldNum" sz="quarter" idx="12"/>
          </p:nvPr>
        </p:nvSpPr>
        <p:spPr/>
        <p:txBody>
          <a:bodyPr rtlCol="0"/>
          <a:lstStyle/>
          <a:p>
            <a:pPr rtl="0"/>
            <a:fld id="{2A013F82-EE5E-44EE-A61D-E31C6657F26F}" type="slidenum">
              <a:rPr lang="en-US" sz="1400" smtClean="0"/>
              <a:pPr rtl="0"/>
              <a:t>9</a:t>
            </a:fld>
            <a:endParaRPr lang="en-US" sz="1400" dirty="0"/>
          </a:p>
        </p:txBody>
      </p:sp>
      <p:sp>
        <p:nvSpPr>
          <p:cNvPr id="8" name="Titel 10">
            <a:extLst>
              <a:ext uri="{FF2B5EF4-FFF2-40B4-BE49-F238E27FC236}">
                <a16:creationId xmlns:a16="http://schemas.microsoft.com/office/drawing/2014/main" id="{CB7CA63E-9C03-49C4-DB07-B5C53242A624}"/>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1.2</a:t>
            </a:r>
          </a:p>
        </p:txBody>
      </p:sp>
      <p:sp>
        <p:nvSpPr>
          <p:cNvPr id="10" name="Textfeld 9">
            <a:extLst>
              <a:ext uri="{FF2B5EF4-FFF2-40B4-BE49-F238E27FC236}">
                <a16:creationId xmlns:a16="http://schemas.microsoft.com/office/drawing/2014/main" id="{47CBDF21-B0AC-DB17-5138-2E3172189982}"/>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https://github.com/ComputeGraphics/jufo25-Schachprojekt/blob/bdf4691b672e0330870c7d2f0573e23bfc17969d/current.ino</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6C8C794C-A5C2-F96A-465F-DAE337A44A2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9C400001-0844-696F-14D4-C3848A5AE668}"/>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a:t>Arduino/</a:t>
            </a:r>
            <a:r>
              <a:rPr lang="de-DE" sz="1400" dirty="0" err="1"/>
              <a:t>current.ino</a:t>
            </a:r>
            <a:endParaRPr lang="de-DE" sz="1400" dirty="0"/>
          </a:p>
        </p:txBody>
      </p:sp>
      <p:sp>
        <p:nvSpPr>
          <p:cNvPr id="22" name="Titel 10">
            <a:extLst>
              <a:ext uri="{FF2B5EF4-FFF2-40B4-BE49-F238E27FC236}">
                <a16:creationId xmlns:a16="http://schemas.microsoft.com/office/drawing/2014/main" id="{41AA2CBA-3DF6-55E3-70E9-70CED4535778}"/>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3" name="Grafik 2">
            <a:extLst>
              <a:ext uri="{FF2B5EF4-FFF2-40B4-BE49-F238E27FC236}">
                <a16:creationId xmlns:a16="http://schemas.microsoft.com/office/drawing/2014/main" id="{787B25AB-C8B6-8B2C-B9D7-C8C6608E129E}"/>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itel 10">
            <a:extLst>
              <a:ext uri="{FF2B5EF4-FFF2-40B4-BE49-F238E27FC236}">
                <a16:creationId xmlns:a16="http://schemas.microsoft.com/office/drawing/2014/main" id="{985331EB-6147-4306-7F24-7C277077FC58}"/>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CHESS.INO</a:t>
            </a:r>
          </a:p>
        </p:txBody>
      </p:sp>
      <p:sp>
        <p:nvSpPr>
          <p:cNvPr id="7" name="Titel 1">
            <a:extLst>
              <a:ext uri="{FF2B5EF4-FFF2-40B4-BE49-F238E27FC236}">
                <a16:creationId xmlns:a16="http://schemas.microsoft.com/office/drawing/2014/main" id="{876FE784-4F23-E750-378B-8E4C7B22E856}"/>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QGET</a:t>
            </a:r>
          </a:p>
        </p:txBody>
      </p:sp>
      <p:grpSp>
        <p:nvGrpSpPr>
          <p:cNvPr id="11" name="Gruppieren 10">
            <a:extLst>
              <a:ext uri="{FF2B5EF4-FFF2-40B4-BE49-F238E27FC236}">
                <a16:creationId xmlns:a16="http://schemas.microsoft.com/office/drawing/2014/main" id="{56BBDEF8-E3ED-D4DA-0AFB-B2741D5AD5AA}"/>
              </a:ext>
            </a:extLst>
          </p:cNvPr>
          <p:cNvGrpSpPr/>
          <p:nvPr/>
        </p:nvGrpSpPr>
        <p:grpSpPr>
          <a:xfrm>
            <a:off x="8824359" y="1294265"/>
            <a:ext cx="2592288" cy="2520280"/>
            <a:chOff x="837828" y="2204864"/>
            <a:chExt cx="2592288" cy="2520280"/>
          </a:xfrm>
        </p:grpSpPr>
        <p:sp>
          <p:nvSpPr>
            <p:cNvPr id="12" name="Rechteck 11">
              <a:extLst>
                <a:ext uri="{FF2B5EF4-FFF2-40B4-BE49-F238E27FC236}">
                  <a16:creationId xmlns:a16="http://schemas.microsoft.com/office/drawing/2014/main" id="{E14F4E33-479A-2AEF-942C-4A7100C93C29}"/>
                </a:ext>
              </a:extLst>
            </p:cNvPr>
            <p:cNvSpPr/>
            <p:nvPr/>
          </p:nvSpPr>
          <p:spPr>
            <a:xfrm>
              <a:off x="837828" y="2204864"/>
              <a:ext cx="2592288" cy="2520280"/>
            </a:xfrm>
            <a:prstGeom prst="rect">
              <a:avLst/>
            </a:prstGeom>
            <a:solidFill>
              <a:srgbClr val="003A52"/>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endParaRPr lang="de-DE" dirty="0"/>
            </a:p>
          </p:txBody>
        </p:sp>
        <p:pic>
          <p:nvPicPr>
            <p:cNvPr id="14" name="Picture 6" descr="arduino&quot; Icon - Download for free – Iconduck">
              <a:extLst>
                <a:ext uri="{FF2B5EF4-FFF2-40B4-BE49-F238E27FC236}">
                  <a16:creationId xmlns:a16="http://schemas.microsoft.com/office/drawing/2014/main" id="{736105E6-2644-760A-F989-8A84AB18385B}"/>
                </a:ext>
              </a:extLst>
            </p:cNvPr>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06997" y="2896336"/>
              <a:ext cx="2253949" cy="1065327"/>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itel 10">
            <a:extLst>
              <a:ext uri="{FF2B5EF4-FFF2-40B4-BE49-F238E27FC236}">
                <a16:creationId xmlns:a16="http://schemas.microsoft.com/office/drawing/2014/main" id="{ABDEA3FF-5F40-7C4D-DB55-5549B7B82B29}"/>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EINZELFELDER ABRUFEN</a:t>
            </a:r>
          </a:p>
        </p:txBody>
      </p:sp>
    </p:spTree>
    <p:extLst>
      <p:ext uri="{BB962C8B-B14F-4D97-AF65-F5344CB8AC3E}">
        <p14:creationId xmlns:p14="http://schemas.microsoft.com/office/powerpoint/2010/main" val="530904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803904" y="1984248"/>
            <a:ext cx="8001000" cy="2359152"/>
          </a:xfrm>
        </p:spPr>
        <p:txBody>
          <a:bodyPr rtlCol="0" anchor="ctr">
            <a:normAutofit/>
          </a:bodyPr>
          <a:lstStyle/>
          <a:p>
            <a:pPr rtl="0"/>
            <a:r>
              <a:rPr lang="de" dirty="0"/>
              <a:t>INSIDE</a:t>
            </a:r>
            <a:br>
              <a:rPr lang="de" dirty="0"/>
            </a:br>
            <a:r>
              <a:rPr lang="de" dirty="0"/>
              <a:t>CHESS.CORE</a:t>
            </a:r>
          </a:p>
        </p:txBody>
      </p:sp>
      <p:sp>
        <p:nvSpPr>
          <p:cNvPr id="3" name="Untertitel 2"/>
          <p:cNvSpPr>
            <a:spLocks noGrp="1"/>
          </p:cNvSpPr>
          <p:nvPr>
            <p:ph type="subTitle" idx="1"/>
          </p:nvPr>
        </p:nvSpPr>
        <p:spPr>
          <a:xfrm>
            <a:off x="3803904" y="4379976"/>
            <a:ext cx="8001000" cy="1033272"/>
          </a:xfrm>
        </p:spPr>
        <p:txBody>
          <a:bodyPr vert="horz" lIns="91440" tIns="45720" rIns="91440" bIns="45720" rtlCol="0" anchor="t">
            <a:normAutofit/>
          </a:bodyPr>
          <a:lstStyle/>
          <a:p>
            <a:pPr rtl="0"/>
            <a:r>
              <a:rPr lang="de" dirty="0"/>
              <a:t>Jugend Forscht 2025</a:t>
            </a:r>
          </a:p>
          <a:p>
            <a:pPr rtl="0"/>
            <a:r>
              <a:rPr lang="de" dirty="0"/>
              <a:t>Arthur Hildebrand und Jan-Philipp Günther</a:t>
            </a:r>
          </a:p>
        </p:txBody>
      </p:sp>
    </p:spTree>
    <p:extLst>
      <p:ext uri="{BB962C8B-B14F-4D97-AF65-F5344CB8AC3E}">
        <p14:creationId xmlns:p14="http://schemas.microsoft.com/office/powerpoint/2010/main" val="2631747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m 4">
            <a:extLst>
              <a:ext uri="{FF2B5EF4-FFF2-40B4-BE49-F238E27FC236}">
                <a16:creationId xmlns:a16="http://schemas.microsoft.com/office/drawing/2014/main" id="{60FDDD59-9DFE-4386-EC2A-F15A37D3CDA8}"/>
              </a:ext>
            </a:extLst>
          </p:cNvPr>
          <p:cNvGraphicFramePr/>
          <p:nvPr>
            <p:extLst>
              <p:ext uri="{D42A27DB-BD31-4B8C-83A1-F6EECF244321}">
                <p14:modId xmlns:p14="http://schemas.microsoft.com/office/powerpoint/2010/main" val="3270041747"/>
              </p:ext>
            </p:extLst>
          </p:nvPr>
        </p:nvGraphicFramePr>
        <p:xfrm>
          <a:off x="1413892" y="620688"/>
          <a:ext cx="8125883" cy="54172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el 1">
            <a:extLst>
              <a:ext uri="{FF2B5EF4-FFF2-40B4-BE49-F238E27FC236}">
                <a16:creationId xmlns:a16="http://schemas.microsoft.com/office/drawing/2014/main" id="{C286BEA3-B491-CC2F-5425-06AF417A7B2C}"/>
              </a:ext>
            </a:extLst>
          </p:cNvPr>
          <p:cNvSpPr>
            <a:spLocks noGrp="1"/>
          </p:cNvSpPr>
          <p:nvPr>
            <p:ph type="title"/>
          </p:nvPr>
        </p:nvSpPr>
        <p:spPr>
          <a:xfrm>
            <a:off x="3794760" y="391886"/>
            <a:ext cx="4650377" cy="428170"/>
          </a:xfrm>
        </p:spPr>
        <p:txBody>
          <a:bodyPr rtlCol="0" anchor="ctr">
            <a:noAutofit/>
          </a:bodyPr>
          <a:lstStyle/>
          <a:p>
            <a:pPr rtl="0"/>
            <a:r>
              <a:rPr lang="de" sz="2400" dirty="0"/>
              <a:t>programmSTRUKTUR</a:t>
            </a:r>
          </a:p>
        </p:txBody>
      </p:sp>
      <p:sp>
        <p:nvSpPr>
          <p:cNvPr id="9" name="Titel 1">
            <a:extLst>
              <a:ext uri="{FF2B5EF4-FFF2-40B4-BE49-F238E27FC236}">
                <a16:creationId xmlns:a16="http://schemas.microsoft.com/office/drawing/2014/main" id="{46BE7AB6-38DE-2094-78AD-1388A1A01F15}"/>
              </a:ext>
            </a:extLst>
          </p:cNvPr>
          <p:cNvSpPr txBox="1">
            <a:spLocks/>
          </p:cNvSpPr>
          <p:nvPr/>
        </p:nvSpPr>
        <p:spPr>
          <a:xfrm>
            <a:off x="3794760" y="6052661"/>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1" kern="1200" cap="all" spc="0" baseline="0">
                <a:ln w="9525">
                  <a:noFill/>
                  <a:prstDash val="solid"/>
                </a:ln>
                <a:solidFill>
                  <a:schemeClr val="tx1"/>
                </a:solidFill>
                <a:effectLst/>
                <a:latin typeface="+mj-lt"/>
                <a:ea typeface="+mj-ea"/>
                <a:cs typeface="+mj-cs"/>
              </a:defRPr>
            </a:lvl1pPr>
          </a:lstStyle>
          <a:p>
            <a:r>
              <a:rPr lang="de" sz="2000" dirty="0"/>
              <a:t>Chess.core</a:t>
            </a:r>
          </a:p>
        </p:txBody>
      </p:sp>
      <p:sp>
        <p:nvSpPr>
          <p:cNvPr id="10" name="Titel 10">
            <a:extLst>
              <a:ext uri="{FF2B5EF4-FFF2-40B4-BE49-F238E27FC236}">
                <a16:creationId xmlns:a16="http://schemas.microsoft.com/office/drawing/2014/main" id="{4952DA74-661C-DBA1-5D0E-0235C4B9481E}"/>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13" name="Foliennummernplatzhalter 1">
            <a:extLst>
              <a:ext uri="{FF2B5EF4-FFF2-40B4-BE49-F238E27FC236}">
                <a16:creationId xmlns:a16="http://schemas.microsoft.com/office/drawing/2014/main" id="{A5349311-4B9E-96C5-F60B-E8E9BAEF208D}"/>
              </a:ext>
            </a:extLst>
          </p:cNvPr>
          <p:cNvSpPr txBox="1">
            <a:spLocks/>
          </p:cNvSpPr>
          <p:nvPr/>
        </p:nvSpPr>
        <p:spPr>
          <a:xfrm>
            <a:off x="10895012" y="6102626"/>
            <a:ext cx="838201" cy="276228"/>
          </a:xfrm>
          <a:prstGeom prst="rect">
            <a:avLst/>
          </a:prstGeom>
        </p:spPr>
        <p:txBody>
          <a:bodyPr rtlCol="0" anchor="ctr"/>
          <a:ls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A013F82-EE5E-44EE-A61D-E31C6657F26F}" type="slidenum">
              <a:rPr lang="en-US" sz="1400" smtClean="0"/>
              <a:pPr algn="r"/>
              <a:t>11</a:t>
            </a:fld>
            <a:endParaRPr lang="en-US" sz="1400" dirty="0"/>
          </a:p>
        </p:txBody>
      </p:sp>
    </p:spTree>
    <p:extLst>
      <p:ext uri="{BB962C8B-B14F-4D97-AF65-F5344CB8AC3E}">
        <p14:creationId xmlns:p14="http://schemas.microsoft.com/office/powerpoint/2010/main" val="17661666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C7DFB310-ECD8-C9D0-4AAF-C5B168970611}"/>
              </a:ext>
            </a:extLst>
          </p:cNvPr>
          <p:cNvSpPr>
            <a:spLocks noGrp="1"/>
          </p:cNvSpPr>
          <p:nvPr>
            <p:ph sz="quarter" idx="13"/>
          </p:nvPr>
        </p:nvSpPr>
        <p:spPr>
          <a:xfrm>
            <a:off x="987552" y="1484784"/>
            <a:ext cx="6931152" cy="3960440"/>
          </a:xfrm>
        </p:spPr>
        <p:txBody>
          <a:bodyPr rtlCol="0">
            <a:normAutofit/>
          </a:bodyPr>
          <a:lstStyle/>
          <a:p>
            <a:pPr rtl="0"/>
            <a:r>
              <a:rPr lang="de" dirty="0"/>
              <a:t>Main </a:t>
            </a:r>
            <a:r>
              <a:rPr lang="de" i="1" dirty="0"/>
              <a:t>(Source: „Init“)</a:t>
            </a:r>
            <a:r>
              <a:rPr lang="de" dirty="0"/>
              <a:t> hat keinen Einfluss auf die Arbeit des Programmes und ist lediglich zum Start verschiedener Komponenten über eine benutzerfreundliche Oberfläche gebaut. Main bildet außerdem den Programmstartpunkt und startet den Speicher Manager.</a:t>
            </a:r>
          </a:p>
        </p:txBody>
      </p:sp>
      <p:sp>
        <p:nvSpPr>
          <p:cNvPr id="2" name="Foliennummernplatzhalter 1">
            <a:extLst>
              <a:ext uri="{FF2B5EF4-FFF2-40B4-BE49-F238E27FC236}">
                <a16:creationId xmlns:a16="http://schemas.microsoft.com/office/drawing/2014/main" id="{668D17B5-4366-177D-7B14-8FF91A259B47}"/>
              </a:ext>
            </a:extLst>
          </p:cNvPr>
          <p:cNvSpPr>
            <a:spLocks noGrp="1"/>
          </p:cNvSpPr>
          <p:nvPr>
            <p:ph type="sldNum" sz="quarter" idx="12"/>
          </p:nvPr>
        </p:nvSpPr>
        <p:spPr/>
        <p:txBody>
          <a:bodyPr rtlCol="0"/>
          <a:lstStyle/>
          <a:p>
            <a:pPr rtl="0"/>
            <a:fld id="{2A013F82-EE5E-44EE-A61D-E31C6657F26F}" type="slidenum">
              <a:rPr lang="en-US" sz="1400" smtClean="0"/>
              <a:pPr rtl="0"/>
              <a:t>12</a:t>
            </a:fld>
            <a:endParaRPr lang="en-US" sz="1400" dirty="0"/>
          </a:p>
        </p:txBody>
      </p:sp>
      <p:sp>
        <p:nvSpPr>
          <p:cNvPr id="4" name="Titel 10">
            <a:extLst>
              <a:ext uri="{FF2B5EF4-FFF2-40B4-BE49-F238E27FC236}">
                <a16:creationId xmlns:a16="http://schemas.microsoft.com/office/drawing/2014/main" id="{1D68A087-BA07-42E8-7D3E-99040359132F}"/>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F0A81E39-8672-AB11-D765-525ADBAAB1E9}"/>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MAIN</a:t>
            </a:r>
          </a:p>
        </p:txBody>
      </p:sp>
      <p:sp>
        <p:nvSpPr>
          <p:cNvPr id="8" name="Titel 10">
            <a:extLst>
              <a:ext uri="{FF2B5EF4-FFF2-40B4-BE49-F238E27FC236}">
                <a16:creationId xmlns:a16="http://schemas.microsoft.com/office/drawing/2014/main" id="{D08CDE26-3A08-0BF2-6FE5-C7B192708572}"/>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1</a:t>
            </a:r>
          </a:p>
        </p:txBody>
      </p:sp>
      <p:sp>
        <p:nvSpPr>
          <p:cNvPr id="10" name="Textfeld 9">
            <a:extLst>
              <a:ext uri="{FF2B5EF4-FFF2-40B4-BE49-F238E27FC236}">
                <a16:creationId xmlns:a16="http://schemas.microsoft.com/office/drawing/2014/main" id="{162309B7-F335-4323-FB6F-62E8A0137F14}"/>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https://github.com/ComputeGraphics/jufo25-Schachprojekt/blob/907e06aa160901e2d467527778c2466f50663bee/ChessCORE/ChessCORE/Program.cs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B8370A7A-95DF-6032-536C-858D40C1E96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92D4EAD9-B770-E388-1CB7-B29FC268673C}"/>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Program.cs</a:t>
            </a:r>
            <a:endParaRPr lang="de-DE" sz="1400" dirty="0"/>
          </a:p>
        </p:txBody>
      </p:sp>
      <p:sp>
        <p:nvSpPr>
          <p:cNvPr id="19" name="Titel 10">
            <a:extLst>
              <a:ext uri="{FF2B5EF4-FFF2-40B4-BE49-F238E27FC236}">
                <a16:creationId xmlns:a16="http://schemas.microsoft.com/office/drawing/2014/main" id="{98461F00-11BC-421B-68E7-4FCA1C0BA65A}"/>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DIE „KOMMANDOZENTRALE“ DES PROGRAMMS</a:t>
            </a:r>
          </a:p>
        </p:txBody>
      </p:sp>
      <p:pic>
        <p:nvPicPr>
          <p:cNvPr id="21" name="Grafik 20" descr="Ein Bild, das Muster, Symmetrie, Quadrat, Design enthält.&#10;&#10;KI-generierte Inhalte können fehlerhaft sein.">
            <a:extLst>
              <a:ext uri="{FF2B5EF4-FFF2-40B4-BE49-F238E27FC236}">
                <a16:creationId xmlns:a16="http://schemas.microsoft.com/office/drawing/2014/main" id="{F9DDFE54-275A-3605-638E-26AB3AA34B15}"/>
              </a:ext>
            </a:extLst>
          </p:cNvPr>
          <p:cNvPicPr>
            <a:picLocks noChangeAspect="1"/>
          </p:cNvPicPr>
          <p:nvPr/>
        </p:nvPicPr>
        <p:blipFill>
          <a:blip r:embed="rId5"/>
          <a:stretch>
            <a:fill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3B09DCC5-3720-204B-3B29-4089CF3C5B15}"/>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22822266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AF24B-98CF-B98C-D424-58879421585C}"/>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087BE9B2-3207-ED67-0EE1-B9F338E6A954}"/>
              </a:ext>
            </a:extLst>
          </p:cNvPr>
          <p:cNvSpPr>
            <a:spLocks noGrp="1"/>
          </p:cNvSpPr>
          <p:nvPr>
            <p:ph sz="quarter" idx="13"/>
          </p:nvPr>
        </p:nvSpPr>
        <p:spPr>
          <a:xfrm>
            <a:off x="987552" y="1484784"/>
            <a:ext cx="6931152" cy="3960440"/>
          </a:xfrm>
        </p:spPr>
        <p:txBody>
          <a:bodyPr rtlCol="0">
            <a:normAutofit/>
          </a:bodyPr>
          <a:lstStyle/>
          <a:p>
            <a:pPr rtl="0"/>
            <a:r>
              <a:rPr lang="de" dirty="0"/>
              <a:t>Main() – Startpunkt (Aufruf an Storage Modul)</a:t>
            </a:r>
            <a:br>
              <a:rPr lang="de" dirty="0"/>
            </a:br>
            <a:r>
              <a:rPr lang="de" dirty="0"/>
              <a:t>MainMenu() – Hauptmenü darstellen (UI - Main)</a:t>
            </a:r>
            <a:br>
              <a:rPr lang="de" dirty="0"/>
            </a:br>
            <a:r>
              <a:rPr lang="de" dirty="0"/>
              <a:t>Storages() – Dateiverwaltung</a:t>
            </a:r>
            <a:br>
              <a:rPr lang="de" dirty="0"/>
            </a:br>
            <a:r>
              <a:rPr lang="de" dirty="0"/>
              <a:t>SettingsMenu() – Einstellungsmenü darstellen</a:t>
            </a:r>
            <a:br>
              <a:rPr lang="de" dirty="0"/>
            </a:br>
            <a:r>
              <a:rPr lang="de" dirty="0"/>
              <a:t>etc.</a:t>
            </a:r>
          </a:p>
        </p:txBody>
      </p:sp>
      <p:sp>
        <p:nvSpPr>
          <p:cNvPr id="2" name="Foliennummernplatzhalter 1">
            <a:extLst>
              <a:ext uri="{FF2B5EF4-FFF2-40B4-BE49-F238E27FC236}">
                <a16:creationId xmlns:a16="http://schemas.microsoft.com/office/drawing/2014/main" id="{3A577A71-3309-5BA0-BE34-968957C72548}"/>
              </a:ext>
            </a:extLst>
          </p:cNvPr>
          <p:cNvSpPr>
            <a:spLocks noGrp="1"/>
          </p:cNvSpPr>
          <p:nvPr>
            <p:ph type="sldNum" sz="quarter" idx="12"/>
          </p:nvPr>
        </p:nvSpPr>
        <p:spPr/>
        <p:txBody>
          <a:bodyPr rtlCol="0"/>
          <a:lstStyle/>
          <a:p>
            <a:pPr rtl="0"/>
            <a:fld id="{2A013F82-EE5E-44EE-A61D-E31C6657F26F}" type="slidenum">
              <a:rPr lang="en-US" sz="1400" smtClean="0"/>
              <a:pPr rtl="0"/>
              <a:t>13</a:t>
            </a:fld>
            <a:endParaRPr lang="en-US" sz="1400" dirty="0"/>
          </a:p>
        </p:txBody>
      </p:sp>
      <p:sp>
        <p:nvSpPr>
          <p:cNvPr id="4" name="Titel 10">
            <a:extLst>
              <a:ext uri="{FF2B5EF4-FFF2-40B4-BE49-F238E27FC236}">
                <a16:creationId xmlns:a16="http://schemas.microsoft.com/office/drawing/2014/main" id="{86EC44CA-E8C9-0C2E-624D-2BBC33CD2100}"/>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29BFAD35-D098-A922-C154-B1AAFAA2A8E4}"/>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MAIN</a:t>
            </a:r>
          </a:p>
        </p:txBody>
      </p:sp>
      <p:sp>
        <p:nvSpPr>
          <p:cNvPr id="8" name="Titel 10">
            <a:extLst>
              <a:ext uri="{FF2B5EF4-FFF2-40B4-BE49-F238E27FC236}">
                <a16:creationId xmlns:a16="http://schemas.microsoft.com/office/drawing/2014/main" id="{76E6E05A-69CB-87B7-F350-AF6F6C3AB15F}"/>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1</a:t>
            </a:r>
          </a:p>
        </p:txBody>
      </p:sp>
      <p:sp>
        <p:nvSpPr>
          <p:cNvPr id="10" name="Textfeld 9">
            <a:extLst>
              <a:ext uri="{FF2B5EF4-FFF2-40B4-BE49-F238E27FC236}">
                <a16:creationId xmlns:a16="http://schemas.microsoft.com/office/drawing/2014/main" id="{5D7B61B5-199C-FCA9-F322-A201A1DE1004}"/>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https://github.com/ComputeGraphics/jufo25-Schachprojekt/blob/907e06aa160901e2d467527778c2466f50663bee/ChessCORE/ChessCORE/Program.cs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7CB2B83C-2719-E995-CDFF-CC3FFE46A327}"/>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122803CB-432B-E9E9-39DA-F8DED28CDE17}"/>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Program.cs</a:t>
            </a:r>
            <a:endParaRPr lang="de-DE" sz="1400" dirty="0"/>
          </a:p>
        </p:txBody>
      </p:sp>
      <p:sp>
        <p:nvSpPr>
          <p:cNvPr id="19" name="Titel 10">
            <a:extLst>
              <a:ext uri="{FF2B5EF4-FFF2-40B4-BE49-F238E27FC236}">
                <a16:creationId xmlns:a16="http://schemas.microsoft.com/office/drawing/2014/main" id="{A0B78348-AA46-3483-552F-20FC9C7549B6}"/>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DIE „KOMMANDOZENTRALE“ DES PROGRAMMS</a:t>
            </a:r>
          </a:p>
        </p:txBody>
      </p:sp>
      <p:pic>
        <p:nvPicPr>
          <p:cNvPr id="21" name="Grafik 20" descr="Ein Bild, das Muster, Symmetrie, Quadrat, Design enthält.&#10;&#10;KI-generierte Inhalte können fehlerhaft sein.">
            <a:extLst>
              <a:ext uri="{FF2B5EF4-FFF2-40B4-BE49-F238E27FC236}">
                <a16:creationId xmlns:a16="http://schemas.microsoft.com/office/drawing/2014/main" id="{49433E12-FD16-452E-A87C-483EDE9E163E}"/>
              </a:ext>
            </a:extLst>
          </p:cNvPr>
          <p:cNvPicPr>
            <a:picLocks noChangeAspect="1"/>
          </p:cNvPicPr>
          <p:nvPr/>
        </p:nvPicPr>
        <p:blipFill>
          <a:blip r:embed="rId5"/>
          <a:stretch>
            <a:fill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5AA6BE6E-4D77-9475-28EA-F8B5CD455850}"/>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spTree>
    <p:extLst>
      <p:ext uri="{BB962C8B-B14F-4D97-AF65-F5344CB8AC3E}">
        <p14:creationId xmlns:p14="http://schemas.microsoft.com/office/powerpoint/2010/main" val="25735896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B712-C70D-164A-E90E-0902277140AB}"/>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53088283-81DA-5203-0DCE-50B2DFFFCC6C}"/>
              </a:ext>
            </a:extLst>
          </p:cNvPr>
          <p:cNvSpPr>
            <a:spLocks noGrp="1"/>
          </p:cNvSpPr>
          <p:nvPr>
            <p:ph sz="quarter" idx="13"/>
          </p:nvPr>
        </p:nvSpPr>
        <p:spPr>
          <a:xfrm>
            <a:off x="987552" y="1484784"/>
            <a:ext cx="6931152" cy="3960440"/>
          </a:xfrm>
        </p:spPr>
        <p:txBody>
          <a:bodyPr rtlCol="0">
            <a:normAutofit lnSpcReduction="10000"/>
          </a:bodyPr>
          <a:lstStyle/>
          <a:p>
            <a:pPr rtl="0"/>
            <a:r>
              <a:rPr lang="de" dirty="0"/>
              <a:t>Das „Serial COM V.2“ Modul verwaltet die Kommunikation mit dem Arduino Mega 2560 über ein serielles Interface. Das Modul läuft in einem Parallel-Thread, um Verarbeitung und Darstellungsprozesse im Main-Thread nicht zu beeinflussen und die Latenz zu verringern. </a:t>
            </a:r>
            <a:r>
              <a:rPr lang="de-DE" dirty="0"/>
              <a:t>S</a:t>
            </a:r>
            <a:r>
              <a:rPr lang="de" dirty="0"/>
              <a:t>com2 nimmt dabei Befehle an, leitet sie an den Arduino weiter, wartet auf dessen Antwort(en) und gibt diese dann zurück an den Aufrufer.</a:t>
            </a:r>
          </a:p>
          <a:p>
            <a:pPr rtl="0"/>
            <a:r>
              <a:rPr lang="de" dirty="0"/>
              <a:t>Das Modul bleibt während der Kommunikation dauerhaft geöffnet.</a:t>
            </a:r>
          </a:p>
        </p:txBody>
      </p:sp>
      <p:sp>
        <p:nvSpPr>
          <p:cNvPr id="2" name="Foliennummernplatzhalter 1">
            <a:extLst>
              <a:ext uri="{FF2B5EF4-FFF2-40B4-BE49-F238E27FC236}">
                <a16:creationId xmlns:a16="http://schemas.microsoft.com/office/drawing/2014/main" id="{D6F1DB7A-199C-BB60-58E6-C4B91CAD0866}"/>
              </a:ext>
            </a:extLst>
          </p:cNvPr>
          <p:cNvSpPr>
            <a:spLocks noGrp="1"/>
          </p:cNvSpPr>
          <p:nvPr>
            <p:ph type="sldNum" sz="quarter" idx="12"/>
          </p:nvPr>
        </p:nvSpPr>
        <p:spPr/>
        <p:txBody>
          <a:bodyPr rtlCol="0"/>
          <a:lstStyle/>
          <a:p>
            <a:pPr rtl="0"/>
            <a:fld id="{2A013F82-EE5E-44EE-A61D-E31C6657F26F}" type="slidenum">
              <a:rPr lang="en-US" sz="1400" smtClean="0"/>
              <a:pPr rtl="0"/>
              <a:t>14</a:t>
            </a:fld>
            <a:endParaRPr lang="en-US" sz="1400" dirty="0"/>
          </a:p>
        </p:txBody>
      </p:sp>
      <p:sp>
        <p:nvSpPr>
          <p:cNvPr id="4" name="Titel 10">
            <a:extLst>
              <a:ext uri="{FF2B5EF4-FFF2-40B4-BE49-F238E27FC236}">
                <a16:creationId xmlns:a16="http://schemas.microsoft.com/office/drawing/2014/main" id="{79CCB0AF-C23E-CA72-ECE1-EAE835810C41}"/>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6E611449-EB5E-09D0-6DDF-006FFA2EAC71}"/>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scom2</a:t>
            </a:r>
          </a:p>
        </p:txBody>
      </p:sp>
      <p:sp>
        <p:nvSpPr>
          <p:cNvPr id="8" name="Titel 10">
            <a:extLst>
              <a:ext uri="{FF2B5EF4-FFF2-40B4-BE49-F238E27FC236}">
                <a16:creationId xmlns:a16="http://schemas.microsoft.com/office/drawing/2014/main" id="{2236D020-ABFD-C987-E5D7-81DB39CD7C47}"/>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2.1</a:t>
            </a:r>
          </a:p>
        </p:txBody>
      </p:sp>
      <p:sp>
        <p:nvSpPr>
          <p:cNvPr id="10" name="Textfeld 9">
            <a:extLst>
              <a:ext uri="{FF2B5EF4-FFF2-40B4-BE49-F238E27FC236}">
                <a16:creationId xmlns:a16="http://schemas.microsoft.com/office/drawing/2014/main" id="{2D88C101-DE8B-D633-855D-54D317B211BD}"/>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https://github.com/ComputeGraphics/jufo25-Schachprojekt/blob/907e06aa160901e2d467527778c2466f50663bee/ChessCORE/ChessCORE/scom2.cs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1E288F5F-B8B6-3EF1-5187-EFF281237A4D}"/>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065BB786-FCB6-5E3B-EAA8-F37FE9B0EFBA}"/>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/scom2.cs</a:t>
            </a:r>
          </a:p>
        </p:txBody>
      </p:sp>
      <p:sp>
        <p:nvSpPr>
          <p:cNvPr id="19" name="Titel 10">
            <a:extLst>
              <a:ext uri="{FF2B5EF4-FFF2-40B4-BE49-F238E27FC236}">
                <a16:creationId xmlns:a16="http://schemas.microsoft.com/office/drawing/2014/main" id="{C38577C3-E704-4417-A498-1A6911BCE710}"/>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Serielle kommunikation und datenzustellung</a:t>
            </a:r>
          </a:p>
        </p:txBody>
      </p:sp>
      <p:pic>
        <p:nvPicPr>
          <p:cNvPr id="21" name="Grafik 20">
            <a:extLst>
              <a:ext uri="{FF2B5EF4-FFF2-40B4-BE49-F238E27FC236}">
                <a16:creationId xmlns:a16="http://schemas.microsoft.com/office/drawing/2014/main" id="{406903F9-DF9B-9B4A-D316-F038283F27CE}"/>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9A784AB9-BEC6-ACD8-AD25-79306724F183}"/>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27744292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F6023-B694-BB68-5284-86C50E999196}"/>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39F5392C-CA13-C27E-6A26-8F47A7DAD877}"/>
              </a:ext>
            </a:extLst>
          </p:cNvPr>
          <p:cNvSpPr>
            <a:spLocks noGrp="1"/>
          </p:cNvSpPr>
          <p:nvPr>
            <p:ph sz="quarter" idx="13"/>
          </p:nvPr>
        </p:nvSpPr>
        <p:spPr>
          <a:xfrm>
            <a:off x="987552" y="1484784"/>
            <a:ext cx="6931152" cy="3960440"/>
          </a:xfrm>
        </p:spPr>
        <p:txBody>
          <a:bodyPr rtlCol="0">
            <a:normAutofit lnSpcReduction="10000"/>
          </a:bodyPr>
          <a:lstStyle/>
          <a:p>
            <a:r>
              <a:rPr lang="de" dirty="0"/>
              <a:t>init() – Interface Vorbereiten und Arduino Identifizieren (PnP)</a:t>
            </a:r>
            <a:br>
              <a:rPr lang="de" dirty="0"/>
            </a:br>
            <a:r>
              <a:rPr lang="de" dirty="0"/>
              <a:t>UI() – Manueller Rohdatenaustausch</a:t>
            </a:r>
            <a:br>
              <a:rPr lang="de" dirty="0"/>
            </a:br>
            <a:r>
              <a:rPr lang="de" dirty="0"/>
              <a:t>sendCommand() – Sendet ein Kommando und gibt die 			     Antwort zurück.</a:t>
            </a:r>
            <a:br>
              <a:rPr lang="de" dirty="0"/>
            </a:br>
            <a:r>
              <a:rPr lang="de" dirty="0"/>
              <a:t>multiCommand() – Sendet ein Kommando und empfängt 		     eine Antwortsequenz die in einer Liste 			     zurückgegeben wird.</a:t>
            </a:r>
            <a:br>
              <a:rPr lang="de" dirty="0"/>
            </a:br>
            <a:r>
              <a:rPr lang="de" dirty="0"/>
              <a:t>Read() – Unterbrechungsgesteuerte Ereignisverarbeitung, 	  um Prozessorleistung zu schonen</a:t>
            </a:r>
            <a:br>
              <a:rPr lang="de" dirty="0"/>
            </a:br>
            <a:r>
              <a:rPr lang="de" dirty="0"/>
              <a:t>etc.</a:t>
            </a:r>
          </a:p>
        </p:txBody>
      </p:sp>
      <p:sp>
        <p:nvSpPr>
          <p:cNvPr id="2" name="Foliennummernplatzhalter 1">
            <a:extLst>
              <a:ext uri="{FF2B5EF4-FFF2-40B4-BE49-F238E27FC236}">
                <a16:creationId xmlns:a16="http://schemas.microsoft.com/office/drawing/2014/main" id="{9890C9DB-F024-6FC4-D117-59D8745BCF6C}"/>
              </a:ext>
            </a:extLst>
          </p:cNvPr>
          <p:cNvSpPr>
            <a:spLocks noGrp="1"/>
          </p:cNvSpPr>
          <p:nvPr>
            <p:ph type="sldNum" sz="quarter" idx="12"/>
          </p:nvPr>
        </p:nvSpPr>
        <p:spPr/>
        <p:txBody>
          <a:bodyPr rtlCol="0"/>
          <a:lstStyle/>
          <a:p>
            <a:pPr rtl="0"/>
            <a:fld id="{2A013F82-EE5E-44EE-A61D-E31C6657F26F}" type="slidenum">
              <a:rPr lang="en-US" sz="1400" smtClean="0"/>
              <a:pPr rtl="0"/>
              <a:t>15</a:t>
            </a:fld>
            <a:endParaRPr lang="en-US" sz="1400" dirty="0"/>
          </a:p>
        </p:txBody>
      </p:sp>
      <p:sp>
        <p:nvSpPr>
          <p:cNvPr id="4" name="Titel 10">
            <a:extLst>
              <a:ext uri="{FF2B5EF4-FFF2-40B4-BE49-F238E27FC236}">
                <a16:creationId xmlns:a16="http://schemas.microsoft.com/office/drawing/2014/main" id="{5EC02E39-2F20-1A16-7C04-7C65D3920515}"/>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1523CD44-A873-C5BA-2D8B-715138DEA78E}"/>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Scom2</a:t>
            </a:r>
          </a:p>
        </p:txBody>
      </p:sp>
      <p:sp>
        <p:nvSpPr>
          <p:cNvPr id="8" name="Titel 10">
            <a:extLst>
              <a:ext uri="{FF2B5EF4-FFF2-40B4-BE49-F238E27FC236}">
                <a16:creationId xmlns:a16="http://schemas.microsoft.com/office/drawing/2014/main" id="{184A122D-0FA3-FD4A-AF98-486640C600BE}"/>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2.1</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E0C33C73-28DA-D113-9A91-F28C2BB5F0D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E9595F2B-56E4-2924-3FA0-69A12D0F4981}"/>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3" name="Grafik 2">
            <a:extLst>
              <a:ext uri="{FF2B5EF4-FFF2-40B4-BE49-F238E27FC236}">
                <a16:creationId xmlns:a16="http://schemas.microsoft.com/office/drawing/2014/main" id="{7BDA0311-E418-B32C-9DDE-AEEA9A82FBA1}"/>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feld 5">
            <a:extLst>
              <a:ext uri="{FF2B5EF4-FFF2-40B4-BE49-F238E27FC236}">
                <a16:creationId xmlns:a16="http://schemas.microsoft.com/office/drawing/2014/main" id="{78301774-D48D-3B32-ABA6-2109AD8FA5DD}"/>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https://github.com/ComputeGraphics/jufo25-Schachprojekt/blob/907e06aa160901e2d467527778c2466f50663bee/ChessCORE/ChessCORE/scom2.cs</a:t>
            </a:r>
            <a:endParaRPr lang="de" sz="800" dirty="0"/>
          </a:p>
        </p:txBody>
      </p:sp>
      <p:sp>
        <p:nvSpPr>
          <p:cNvPr id="7" name="Textfeld 6">
            <a:extLst>
              <a:ext uri="{FF2B5EF4-FFF2-40B4-BE49-F238E27FC236}">
                <a16:creationId xmlns:a16="http://schemas.microsoft.com/office/drawing/2014/main" id="{0FA31F8E-D6B4-CB28-C73D-53D01B7D75B9}"/>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/scom2.cs</a:t>
            </a:r>
          </a:p>
        </p:txBody>
      </p:sp>
      <p:sp>
        <p:nvSpPr>
          <p:cNvPr id="9" name="Titel 10">
            <a:extLst>
              <a:ext uri="{FF2B5EF4-FFF2-40B4-BE49-F238E27FC236}">
                <a16:creationId xmlns:a16="http://schemas.microsoft.com/office/drawing/2014/main" id="{C1886C88-A477-49E4-D8B5-D8181DA79E73}"/>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Serielle kommunikation und datenzustellung</a:t>
            </a:r>
          </a:p>
        </p:txBody>
      </p:sp>
    </p:spTree>
    <p:extLst>
      <p:ext uri="{BB962C8B-B14F-4D97-AF65-F5344CB8AC3E}">
        <p14:creationId xmlns:p14="http://schemas.microsoft.com/office/powerpoint/2010/main" val="4865495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657C8-3777-6AB4-541F-3B54EEB0583E}"/>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EAD8518A-E1B7-4F50-FD33-C7C6643AD8E2}"/>
              </a:ext>
            </a:extLst>
          </p:cNvPr>
          <p:cNvSpPr>
            <a:spLocks noGrp="1"/>
          </p:cNvSpPr>
          <p:nvPr>
            <p:ph sz="quarter" idx="13"/>
          </p:nvPr>
        </p:nvSpPr>
        <p:spPr>
          <a:xfrm>
            <a:off x="987552" y="1484784"/>
            <a:ext cx="6931152" cy="3960440"/>
          </a:xfrm>
        </p:spPr>
        <p:txBody>
          <a:bodyPr rtlCol="0">
            <a:normAutofit/>
          </a:bodyPr>
          <a:lstStyle/>
          <a:p>
            <a:pPr rtl="0"/>
            <a:r>
              <a:rPr lang="de" dirty="0"/>
              <a:t>Das Storage Modul erstellt eine Ordnerstruktur und verwaltet alle I/O Streams. Das Storage Modul kann Arrays bis 8x8 einlesen und auf die lokale Festplatte speichern, was die Aufzeichnung von Spielen oder „Snapshots“ erlaubt. Außerdem führt das Storage Modul Log Daten, die das Debuggen erleichtern sollen.</a:t>
            </a:r>
          </a:p>
        </p:txBody>
      </p:sp>
      <p:sp>
        <p:nvSpPr>
          <p:cNvPr id="2" name="Foliennummernplatzhalter 1">
            <a:extLst>
              <a:ext uri="{FF2B5EF4-FFF2-40B4-BE49-F238E27FC236}">
                <a16:creationId xmlns:a16="http://schemas.microsoft.com/office/drawing/2014/main" id="{56C0E6CF-7555-C90E-7981-5128E80A414D}"/>
              </a:ext>
            </a:extLst>
          </p:cNvPr>
          <p:cNvSpPr>
            <a:spLocks noGrp="1"/>
          </p:cNvSpPr>
          <p:nvPr>
            <p:ph type="sldNum" sz="quarter" idx="12"/>
          </p:nvPr>
        </p:nvSpPr>
        <p:spPr/>
        <p:txBody>
          <a:bodyPr rtlCol="0"/>
          <a:lstStyle/>
          <a:p>
            <a:pPr rtl="0"/>
            <a:fld id="{2A013F82-EE5E-44EE-A61D-E31C6657F26F}" type="slidenum">
              <a:rPr lang="en-US" sz="1400" smtClean="0"/>
              <a:pPr rtl="0"/>
              <a:t>16</a:t>
            </a:fld>
            <a:endParaRPr lang="en-US" sz="1400" dirty="0"/>
          </a:p>
        </p:txBody>
      </p:sp>
      <p:sp>
        <p:nvSpPr>
          <p:cNvPr id="4" name="Titel 10">
            <a:extLst>
              <a:ext uri="{FF2B5EF4-FFF2-40B4-BE49-F238E27FC236}">
                <a16:creationId xmlns:a16="http://schemas.microsoft.com/office/drawing/2014/main" id="{74B8DBCF-12F6-AC01-6EF0-5407DAFC1BA8}"/>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CEC4723E-3B91-F2DA-FB2F-56DBB2FAF9AB}"/>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STORAGE</a:t>
            </a:r>
          </a:p>
        </p:txBody>
      </p:sp>
      <p:sp>
        <p:nvSpPr>
          <p:cNvPr id="8" name="Titel 10">
            <a:extLst>
              <a:ext uri="{FF2B5EF4-FFF2-40B4-BE49-F238E27FC236}">
                <a16:creationId xmlns:a16="http://schemas.microsoft.com/office/drawing/2014/main" id="{ED4F9C6C-3340-00DE-C0FD-8FB2915D7B84}"/>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2.2</a:t>
            </a:r>
          </a:p>
        </p:txBody>
      </p:sp>
      <p:sp>
        <p:nvSpPr>
          <p:cNvPr id="10" name="Textfeld 9">
            <a:extLst>
              <a:ext uri="{FF2B5EF4-FFF2-40B4-BE49-F238E27FC236}">
                <a16:creationId xmlns:a16="http://schemas.microsoft.com/office/drawing/2014/main" id="{53C25FD8-EA1F-295F-F1AA-FE3CF863DED7}"/>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https://github.com/ComputeGraphics/jufo25-Schachprojekt/blob/907e06aa160901e2d467527778c2466f50663bee/ChessCORE/ChessCORE/storage.cs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1A37D44E-75C0-CB8B-3124-7B9477885F6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C29DE63B-F2C6-A9F2-A654-207EC2E6D640}"/>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storage.cs</a:t>
            </a:r>
            <a:endParaRPr lang="de-DE" sz="1400" dirty="0"/>
          </a:p>
        </p:txBody>
      </p:sp>
      <p:sp>
        <p:nvSpPr>
          <p:cNvPr id="19" name="Titel 10">
            <a:extLst>
              <a:ext uri="{FF2B5EF4-FFF2-40B4-BE49-F238E27FC236}">
                <a16:creationId xmlns:a16="http://schemas.microsoft.com/office/drawing/2014/main" id="{C3E07A93-06D5-06DD-A62B-A5B85BCE9BCE}"/>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FESTPLATTEN I/O</a:t>
            </a:r>
          </a:p>
        </p:txBody>
      </p:sp>
      <p:pic>
        <p:nvPicPr>
          <p:cNvPr id="21" name="Grafik 20">
            <a:extLst>
              <a:ext uri="{FF2B5EF4-FFF2-40B4-BE49-F238E27FC236}">
                <a16:creationId xmlns:a16="http://schemas.microsoft.com/office/drawing/2014/main" id="{270063AC-EB18-AAB5-BE6C-7D0B738E710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0E0CC0A9-DB4D-A4DC-4F47-6A3C869E3D08}"/>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41344168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98977-12C7-4F6E-9FEE-20445CB2A51C}"/>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52A9A7EA-CD79-9DC9-8070-83C1643374C5}"/>
              </a:ext>
            </a:extLst>
          </p:cNvPr>
          <p:cNvSpPr>
            <a:spLocks noGrp="1"/>
          </p:cNvSpPr>
          <p:nvPr>
            <p:ph sz="quarter" idx="13"/>
          </p:nvPr>
        </p:nvSpPr>
        <p:spPr>
          <a:xfrm>
            <a:off x="987552" y="1484784"/>
            <a:ext cx="7267100" cy="3960440"/>
          </a:xfrm>
        </p:spPr>
        <p:txBody>
          <a:bodyPr rtlCol="0">
            <a:normAutofit fontScale="92500" lnSpcReduction="20000"/>
          </a:bodyPr>
          <a:lstStyle/>
          <a:p>
            <a:r>
              <a:rPr lang="de" dirty="0"/>
              <a:t>start() – Struktur anlegen und auf das Betriebssystem anpassen</a:t>
            </a:r>
            <a:br>
              <a:rPr lang="de" dirty="0"/>
            </a:br>
            <a:r>
              <a:rPr lang="de" dirty="0"/>
              <a:t>log() – Nachricht mit Zeitstempel in eine Log Datei speichern</a:t>
            </a:r>
            <a:br>
              <a:rPr lang="de" dirty="0"/>
            </a:br>
            <a:r>
              <a:rPr lang="de" dirty="0"/>
              <a:t>cacheVisualBoard() – Speichert einen einzelnen „Snapshot“</a:t>
            </a:r>
            <a:br>
              <a:rPr lang="de" dirty="0"/>
            </a:br>
            <a:r>
              <a:rPr lang="de" dirty="0"/>
              <a:t>		         im </a:t>
            </a:r>
            <a:r>
              <a:rPr lang="de" i="1" dirty="0"/>
              <a:t>Cache </a:t>
            </a:r>
            <a:r>
              <a:rPr lang="de" dirty="0"/>
              <a:t>Ordner des Programms</a:t>
            </a:r>
            <a:br>
              <a:rPr lang="de" dirty="0"/>
            </a:br>
            <a:r>
              <a:rPr lang="de" dirty="0"/>
              <a:t>GetCachedBoard() – Ruft einen Datensatz aus dem Cache ab 		          und bereitet ihn für die Darstellung vor</a:t>
            </a:r>
            <a:br>
              <a:rPr lang="de" dirty="0"/>
            </a:br>
            <a:r>
              <a:rPr lang="de" dirty="0"/>
              <a:t>createGame() – Erstellt ein neues Spiel auf der Festplatte</a:t>
            </a:r>
            <a:br>
              <a:rPr lang="de" dirty="0"/>
            </a:br>
            <a:r>
              <a:rPr lang="de" dirty="0"/>
              <a:t>saveGameSnap() – „Snap“ einer Spiel-Sequenz hinzufügen</a:t>
            </a:r>
            <a:br>
              <a:rPr lang="de" dirty="0"/>
            </a:br>
            <a:r>
              <a:rPr lang="de" dirty="0"/>
              <a:t>finishGame() – Daten aus Cache entfernen und in den Ordner 	           </a:t>
            </a:r>
            <a:r>
              <a:rPr lang="de" i="1" dirty="0"/>
              <a:t>Saves/Games </a:t>
            </a:r>
            <a:r>
              <a:rPr lang="de" dirty="0"/>
              <a:t>verschieben</a:t>
            </a:r>
            <a:br>
              <a:rPr lang="de" dirty="0"/>
            </a:br>
            <a:r>
              <a:rPr lang="de" dirty="0"/>
              <a:t>etc.</a:t>
            </a:r>
          </a:p>
        </p:txBody>
      </p:sp>
      <p:sp>
        <p:nvSpPr>
          <p:cNvPr id="2" name="Foliennummernplatzhalter 1">
            <a:extLst>
              <a:ext uri="{FF2B5EF4-FFF2-40B4-BE49-F238E27FC236}">
                <a16:creationId xmlns:a16="http://schemas.microsoft.com/office/drawing/2014/main" id="{DBB75377-D1EA-649B-24D2-B1E27C819326}"/>
              </a:ext>
            </a:extLst>
          </p:cNvPr>
          <p:cNvSpPr>
            <a:spLocks noGrp="1"/>
          </p:cNvSpPr>
          <p:nvPr>
            <p:ph type="sldNum" sz="quarter" idx="12"/>
          </p:nvPr>
        </p:nvSpPr>
        <p:spPr/>
        <p:txBody>
          <a:bodyPr rtlCol="0"/>
          <a:lstStyle/>
          <a:p>
            <a:pPr rtl="0"/>
            <a:fld id="{2A013F82-EE5E-44EE-A61D-E31C6657F26F}" type="slidenum">
              <a:rPr lang="en-US" sz="1400" smtClean="0"/>
              <a:pPr rtl="0"/>
              <a:t>17</a:t>
            </a:fld>
            <a:endParaRPr lang="en-US" sz="1400" dirty="0"/>
          </a:p>
        </p:txBody>
      </p:sp>
      <p:sp>
        <p:nvSpPr>
          <p:cNvPr id="4" name="Titel 10">
            <a:extLst>
              <a:ext uri="{FF2B5EF4-FFF2-40B4-BE49-F238E27FC236}">
                <a16:creationId xmlns:a16="http://schemas.microsoft.com/office/drawing/2014/main" id="{2C6A087B-1CB8-B057-7999-555E0D479EB5}"/>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13F5D093-6A6B-298A-AE89-20A7A9544970}"/>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STORAGE</a:t>
            </a:r>
          </a:p>
        </p:txBody>
      </p:sp>
      <p:sp>
        <p:nvSpPr>
          <p:cNvPr id="8" name="Titel 10">
            <a:extLst>
              <a:ext uri="{FF2B5EF4-FFF2-40B4-BE49-F238E27FC236}">
                <a16:creationId xmlns:a16="http://schemas.microsoft.com/office/drawing/2014/main" id="{683A85FA-B3A3-B4D6-79F5-57C0C8512CE5}"/>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2.2</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02BA3418-8A01-B119-EE6D-7ED8DABBA58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5EBBF23D-EE2A-082D-108F-530510F0637F}"/>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sp>
        <p:nvSpPr>
          <p:cNvPr id="6" name="Textfeld 5">
            <a:extLst>
              <a:ext uri="{FF2B5EF4-FFF2-40B4-BE49-F238E27FC236}">
                <a16:creationId xmlns:a16="http://schemas.microsoft.com/office/drawing/2014/main" id="{7A8D8BE3-6F26-4FCC-3F71-3641C9AD7599}"/>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https://github.com/ComputeGraphics/jufo25-Schachprojekt/blob/907e06aa160901e2d467527778c2466f50663bee/ChessCORE/ChessCORE/storage.cs</a:t>
            </a:r>
            <a:endParaRPr lang="de" sz="800" dirty="0"/>
          </a:p>
        </p:txBody>
      </p:sp>
      <p:pic>
        <p:nvPicPr>
          <p:cNvPr id="10" name="Grafik 9">
            <a:extLst>
              <a:ext uri="{FF2B5EF4-FFF2-40B4-BE49-F238E27FC236}">
                <a16:creationId xmlns:a16="http://schemas.microsoft.com/office/drawing/2014/main" id="{B8137BE9-1E8D-AB5B-EFF4-E3D9EE4A92D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1" name="Titel 10">
            <a:extLst>
              <a:ext uri="{FF2B5EF4-FFF2-40B4-BE49-F238E27FC236}">
                <a16:creationId xmlns:a16="http://schemas.microsoft.com/office/drawing/2014/main" id="{731FCE92-39EC-C750-E3F0-2C744599E1B2}"/>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FESTPLATTEN I/O</a:t>
            </a:r>
          </a:p>
        </p:txBody>
      </p:sp>
      <p:sp>
        <p:nvSpPr>
          <p:cNvPr id="12" name="Textfeld 11">
            <a:extLst>
              <a:ext uri="{FF2B5EF4-FFF2-40B4-BE49-F238E27FC236}">
                <a16:creationId xmlns:a16="http://schemas.microsoft.com/office/drawing/2014/main" id="{EB2AFC4D-374F-7F5D-C609-771F004425A0}"/>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storage.cs</a:t>
            </a:r>
            <a:endParaRPr lang="de-DE" sz="1400" dirty="0"/>
          </a:p>
        </p:txBody>
      </p:sp>
    </p:spTree>
    <p:extLst>
      <p:ext uri="{BB962C8B-B14F-4D97-AF65-F5344CB8AC3E}">
        <p14:creationId xmlns:p14="http://schemas.microsoft.com/office/powerpoint/2010/main" val="12591503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EA641-E538-2848-B562-8C910A27EF03}"/>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2143319D-996C-2405-BB39-9D8DA3AF21E5}"/>
              </a:ext>
            </a:extLst>
          </p:cNvPr>
          <p:cNvSpPr>
            <a:spLocks noGrp="1"/>
          </p:cNvSpPr>
          <p:nvPr>
            <p:ph sz="quarter" idx="13"/>
          </p:nvPr>
        </p:nvSpPr>
        <p:spPr>
          <a:xfrm>
            <a:off x="987552" y="1484784"/>
            <a:ext cx="7123084" cy="3960440"/>
          </a:xfrm>
        </p:spPr>
        <p:txBody>
          <a:bodyPr rtlCol="0">
            <a:normAutofit/>
          </a:bodyPr>
          <a:lstStyle/>
          <a:p>
            <a:pPr rtl="0"/>
            <a:r>
              <a:rPr lang="de" dirty="0"/>
              <a:t>Das Database.Display Modul stellt Übersetzer, die Figuren-Codes in Symbole übersetzen, und zweidimensionale Byte Arrays, in dem alle Figuren gespeichert oder zwischen-gespeichert werden.</a:t>
            </a:r>
          </a:p>
        </p:txBody>
      </p:sp>
      <p:sp>
        <p:nvSpPr>
          <p:cNvPr id="2" name="Foliennummernplatzhalter 1">
            <a:extLst>
              <a:ext uri="{FF2B5EF4-FFF2-40B4-BE49-F238E27FC236}">
                <a16:creationId xmlns:a16="http://schemas.microsoft.com/office/drawing/2014/main" id="{61F119F6-8B66-6508-8797-FF07DC6442CE}"/>
              </a:ext>
            </a:extLst>
          </p:cNvPr>
          <p:cNvSpPr>
            <a:spLocks noGrp="1"/>
          </p:cNvSpPr>
          <p:nvPr>
            <p:ph type="sldNum" sz="quarter" idx="12"/>
          </p:nvPr>
        </p:nvSpPr>
        <p:spPr/>
        <p:txBody>
          <a:bodyPr rtlCol="0"/>
          <a:lstStyle/>
          <a:p>
            <a:pPr rtl="0"/>
            <a:fld id="{2A013F82-EE5E-44EE-A61D-E31C6657F26F}" type="slidenum">
              <a:rPr lang="en-US" sz="1400" smtClean="0"/>
              <a:pPr rtl="0"/>
              <a:t>18</a:t>
            </a:fld>
            <a:endParaRPr lang="en-US" sz="1400" dirty="0"/>
          </a:p>
        </p:txBody>
      </p:sp>
      <p:sp>
        <p:nvSpPr>
          <p:cNvPr id="4" name="Titel 10">
            <a:extLst>
              <a:ext uri="{FF2B5EF4-FFF2-40B4-BE49-F238E27FC236}">
                <a16:creationId xmlns:a16="http://schemas.microsoft.com/office/drawing/2014/main" id="{0634C60E-856E-1926-C0B7-167010099B67}"/>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73236FB4-2E82-9627-4FAE-D477E5B4CA9E}"/>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DATABASE.DISPLAY</a:t>
            </a:r>
          </a:p>
        </p:txBody>
      </p:sp>
      <p:sp>
        <p:nvSpPr>
          <p:cNvPr id="8" name="Titel 10">
            <a:extLst>
              <a:ext uri="{FF2B5EF4-FFF2-40B4-BE49-F238E27FC236}">
                <a16:creationId xmlns:a16="http://schemas.microsoft.com/office/drawing/2014/main" id="{71B3B91A-865E-9F17-230C-3AF1B6496305}"/>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3.1</a:t>
            </a:r>
          </a:p>
        </p:txBody>
      </p:sp>
      <p:sp>
        <p:nvSpPr>
          <p:cNvPr id="10" name="Textfeld 9">
            <a:extLst>
              <a:ext uri="{FF2B5EF4-FFF2-40B4-BE49-F238E27FC236}">
                <a16:creationId xmlns:a16="http://schemas.microsoft.com/office/drawing/2014/main" id="{215F8982-2080-930B-7345-B7AE83CEFD5E}"/>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https://github.com/ComputeGraphics/jufo25-Schachprojekt/blob/907e06aa160901e2d467527778c2466f50663bee/ChessCORE/ChessCORE/database.cs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0F61F19F-3B85-9450-DCE6-6DDDFA1F679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386AF040-48B0-C744-E577-37B86A18BA3B}"/>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database.cs</a:t>
            </a:r>
            <a:endParaRPr lang="de-DE" sz="1400" dirty="0"/>
          </a:p>
        </p:txBody>
      </p:sp>
      <p:sp>
        <p:nvSpPr>
          <p:cNvPr id="19" name="Titel 10">
            <a:extLst>
              <a:ext uri="{FF2B5EF4-FFF2-40B4-BE49-F238E27FC236}">
                <a16:creationId xmlns:a16="http://schemas.microsoft.com/office/drawing/2014/main" id="{87503A30-F6FF-9004-03B5-3032ED1070DD}"/>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DATENSPEICHER FÜR RENDERER </a:t>
            </a:r>
          </a:p>
        </p:txBody>
      </p:sp>
      <p:pic>
        <p:nvPicPr>
          <p:cNvPr id="21" name="Grafik 20">
            <a:extLst>
              <a:ext uri="{FF2B5EF4-FFF2-40B4-BE49-F238E27FC236}">
                <a16:creationId xmlns:a16="http://schemas.microsoft.com/office/drawing/2014/main" id="{F926C993-651B-0DEB-EBA3-3829C1A78A30}"/>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DDD0E16D-A330-46AD-C5A3-93707AB1351B}"/>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24572553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3F560-6AAC-BF8B-5494-306A02FFBDD6}"/>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546DB80A-542B-7935-596B-3E0554B405B6}"/>
              </a:ext>
            </a:extLst>
          </p:cNvPr>
          <p:cNvSpPr>
            <a:spLocks noGrp="1"/>
          </p:cNvSpPr>
          <p:nvPr>
            <p:ph sz="quarter" idx="13"/>
          </p:nvPr>
        </p:nvSpPr>
        <p:spPr>
          <a:xfrm>
            <a:off x="987552" y="1484784"/>
            <a:ext cx="7267100" cy="3960440"/>
          </a:xfrm>
        </p:spPr>
        <p:txBody>
          <a:bodyPr rtlCol="0">
            <a:normAutofit/>
          </a:bodyPr>
          <a:lstStyle/>
          <a:p>
            <a:r>
              <a:rPr lang="de" dirty="0"/>
              <a:t>translator – Figur-Code Bytes in das Unicode Symbol übersetzen</a:t>
            </a:r>
            <a:br>
              <a:rPr lang="de" dirty="0"/>
            </a:br>
            <a:r>
              <a:rPr lang="de" dirty="0"/>
              <a:t>byte[,] field – Figur-Codes in einem 8x8 Feld</a:t>
            </a:r>
            <a:br>
              <a:rPr lang="de" dirty="0"/>
            </a:br>
            <a:r>
              <a:rPr lang="de" dirty="0"/>
              <a:t>byte[,] buffer – Zwischenspeicher für Speicher-Modul</a:t>
            </a:r>
            <a:br>
              <a:rPr lang="de" dirty="0"/>
            </a:br>
            <a:r>
              <a:rPr lang="de" dirty="0"/>
              <a:t>writeSample() – Beispielfeld in den Speicher schreiben</a:t>
            </a:r>
            <a:br>
              <a:rPr lang="de" dirty="0"/>
            </a:br>
            <a:r>
              <a:rPr lang="de" dirty="0"/>
              <a:t>Clear() – Figurenspeicher leeren</a:t>
            </a:r>
            <a:br>
              <a:rPr lang="de" dirty="0"/>
            </a:br>
            <a:r>
              <a:rPr lang="de" dirty="0"/>
              <a:t>ApplyPawnFix() – Darstellungsfix von Bauern in Conhosts</a:t>
            </a:r>
            <a:br>
              <a:rPr lang="de" dirty="0"/>
            </a:br>
            <a:endParaRPr lang="de" dirty="0"/>
          </a:p>
        </p:txBody>
      </p:sp>
      <p:sp>
        <p:nvSpPr>
          <p:cNvPr id="2" name="Foliennummernplatzhalter 1">
            <a:extLst>
              <a:ext uri="{FF2B5EF4-FFF2-40B4-BE49-F238E27FC236}">
                <a16:creationId xmlns:a16="http://schemas.microsoft.com/office/drawing/2014/main" id="{26FFDF4B-5383-2642-050C-A733595E8A96}"/>
              </a:ext>
            </a:extLst>
          </p:cNvPr>
          <p:cNvSpPr>
            <a:spLocks noGrp="1"/>
          </p:cNvSpPr>
          <p:nvPr>
            <p:ph type="sldNum" sz="quarter" idx="12"/>
          </p:nvPr>
        </p:nvSpPr>
        <p:spPr/>
        <p:txBody>
          <a:bodyPr rtlCol="0"/>
          <a:lstStyle/>
          <a:p>
            <a:pPr rtl="0"/>
            <a:fld id="{2A013F82-EE5E-44EE-A61D-E31C6657F26F}" type="slidenum">
              <a:rPr lang="en-US" sz="1400" smtClean="0"/>
              <a:pPr rtl="0"/>
              <a:t>19</a:t>
            </a:fld>
            <a:endParaRPr lang="en-US" sz="1400" dirty="0"/>
          </a:p>
        </p:txBody>
      </p:sp>
      <p:sp>
        <p:nvSpPr>
          <p:cNvPr id="4" name="Titel 10">
            <a:extLst>
              <a:ext uri="{FF2B5EF4-FFF2-40B4-BE49-F238E27FC236}">
                <a16:creationId xmlns:a16="http://schemas.microsoft.com/office/drawing/2014/main" id="{F595428B-8A8B-40FB-FA3E-CE8E42829F09}"/>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8" name="Titel 10">
            <a:extLst>
              <a:ext uri="{FF2B5EF4-FFF2-40B4-BE49-F238E27FC236}">
                <a16:creationId xmlns:a16="http://schemas.microsoft.com/office/drawing/2014/main" id="{F6353752-F2FA-1FB9-9323-F2846B5C4B55}"/>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3.1</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98B1CCFA-EA42-EA0D-ACEF-600F0B7BFEF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D39FCF3E-69DD-7D5C-805A-DA8C59F993A3}"/>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sp>
        <p:nvSpPr>
          <p:cNvPr id="6" name="Textfeld 5">
            <a:extLst>
              <a:ext uri="{FF2B5EF4-FFF2-40B4-BE49-F238E27FC236}">
                <a16:creationId xmlns:a16="http://schemas.microsoft.com/office/drawing/2014/main" id="{67619E6E-A413-2DB8-D908-85D3D02DFD3B}"/>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https://github.com/ComputeGraphics/jufo25-Schachprojekt/blob/907e06aa160901e2d467527778c2466f50663bee/ChessCORE/ChessCORE/database.cs</a:t>
            </a:r>
            <a:endParaRPr lang="de" sz="800" dirty="0"/>
          </a:p>
        </p:txBody>
      </p:sp>
      <p:sp>
        <p:nvSpPr>
          <p:cNvPr id="12" name="Textfeld 11">
            <a:extLst>
              <a:ext uri="{FF2B5EF4-FFF2-40B4-BE49-F238E27FC236}">
                <a16:creationId xmlns:a16="http://schemas.microsoft.com/office/drawing/2014/main" id="{BFCB2CD4-D001-AD7A-45AE-17795D1983D1}"/>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database.cs</a:t>
            </a:r>
            <a:endParaRPr lang="de-DE" sz="1400" dirty="0"/>
          </a:p>
        </p:txBody>
      </p:sp>
      <p:pic>
        <p:nvPicPr>
          <p:cNvPr id="3" name="Grafik 2">
            <a:extLst>
              <a:ext uri="{FF2B5EF4-FFF2-40B4-BE49-F238E27FC236}">
                <a16:creationId xmlns:a16="http://schemas.microsoft.com/office/drawing/2014/main" id="{5BE01869-61D2-0337-1535-9A8DCF36BC5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itel 1">
            <a:extLst>
              <a:ext uri="{FF2B5EF4-FFF2-40B4-BE49-F238E27FC236}">
                <a16:creationId xmlns:a16="http://schemas.microsoft.com/office/drawing/2014/main" id="{37AFD531-9E42-E3C1-9365-23E0B7501AE3}"/>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DATABASE.DISPLAY</a:t>
            </a:r>
          </a:p>
        </p:txBody>
      </p:sp>
      <p:sp>
        <p:nvSpPr>
          <p:cNvPr id="9" name="Titel 10">
            <a:extLst>
              <a:ext uri="{FF2B5EF4-FFF2-40B4-BE49-F238E27FC236}">
                <a16:creationId xmlns:a16="http://schemas.microsoft.com/office/drawing/2014/main" id="{11C995B1-1BDE-F158-3745-B5697CE160F5}"/>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DATENSPEICHER FÜR RENDERER </a:t>
            </a:r>
          </a:p>
        </p:txBody>
      </p:sp>
    </p:spTree>
    <p:extLst>
      <p:ext uri="{BB962C8B-B14F-4D97-AF65-F5344CB8AC3E}">
        <p14:creationId xmlns:p14="http://schemas.microsoft.com/office/powerpoint/2010/main" val="35283673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55B45-61B3-D288-06C3-8C815A39BEB2}"/>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B906CFFE-400A-1CFE-0460-C6615E024FF8}"/>
              </a:ext>
            </a:extLst>
          </p:cNvPr>
          <p:cNvSpPr>
            <a:spLocks noGrp="1"/>
          </p:cNvSpPr>
          <p:nvPr>
            <p:ph sz="quarter" idx="13"/>
          </p:nvPr>
        </p:nvSpPr>
        <p:spPr>
          <a:xfrm>
            <a:off x="987552" y="1484784"/>
            <a:ext cx="7123084" cy="3960440"/>
          </a:xfrm>
        </p:spPr>
        <p:txBody>
          <a:bodyPr rtlCol="0">
            <a:normAutofit/>
          </a:bodyPr>
          <a:lstStyle/>
          <a:p>
            <a:pPr rtl="0"/>
            <a:r>
              <a:rPr lang="de" dirty="0"/>
              <a:t>Das Database.Physical Modul stellt Standardwerte für Kalibrierungen, Datenverarbeitungen, verschiedene Null-und Figuren- kalibrierungsmethoden, die relativen Magnetfeldwerte der einzelnen Figuren und fragt den Fehlerspeicher des Arduinos ab.</a:t>
            </a:r>
          </a:p>
        </p:txBody>
      </p:sp>
      <p:sp>
        <p:nvSpPr>
          <p:cNvPr id="2" name="Foliennummernplatzhalter 1">
            <a:extLst>
              <a:ext uri="{FF2B5EF4-FFF2-40B4-BE49-F238E27FC236}">
                <a16:creationId xmlns:a16="http://schemas.microsoft.com/office/drawing/2014/main" id="{5F6EE7D3-B617-52AB-FB64-9B034E4E483A}"/>
              </a:ext>
            </a:extLst>
          </p:cNvPr>
          <p:cNvSpPr>
            <a:spLocks noGrp="1"/>
          </p:cNvSpPr>
          <p:nvPr>
            <p:ph type="sldNum" sz="quarter" idx="12"/>
          </p:nvPr>
        </p:nvSpPr>
        <p:spPr/>
        <p:txBody>
          <a:bodyPr rtlCol="0"/>
          <a:lstStyle/>
          <a:p>
            <a:pPr rtl="0"/>
            <a:fld id="{2A013F82-EE5E-44EE-A61D-E31C6657F26F}" type="slidenum">
              <a:rPr lang="en-US" sz="1400" smtClean="0"/>
              <a:pPr rtl="0"/>
              <a:t>20</a:t>
            </a:fld>
            <a:endParaRPr lang="en-US" sz="1400" dirty="0"/>
          </a:p>
        </p:txBody>
      </p:sp>
      <p:sp>
        <p:nvSpPr>
          <p:cNvPr id="4" name="Titel 10">
            <a:extLst>
              <a:ext uri="{FF2B5EF4-FFF2-40B4-BE49-F238E27FC236}">
                <a16:creationId xmlns:a16="http://schemas.microsoft.com/office/drawing/2014/main" id="{4A60680B-0D70-6D16-A3AB-10E2B6E10554}"/>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A1B4A1B7-9F29-22ED-1BB1-4498AF7A58C0}"/>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DATABASE.Physical</a:t>
            </a:r>
          </a:p>
        </p:txBody>
      </p:sp>
      <p:sp>
        <p:nvSpPr>
          <p:cNvPr id="8" name="Titel 10">
            <a:extLst>
              <a:ext uri="{FF2B5EF4-FFF2-40B4-BE49-F238E27FC236}">
                <a16:creationId xmlns:a16="http://schemas.microsoft.com/office/drawing/2014/main" id="{E31C7105-2F07-A2B6-AAEA-9E1ADF875C22}"/>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3.2</a:t>
            </a:r>
          </a:p>
        </p:txBody>
      </p:sp>
      <p:sp>
        <p:nvSpPr>
          <p:cNvPr id="10" name="Textfeld 9">
            <a:extLst>
              <a:ext uri="{FF2B5EF4-FFF2-40B4-BE49-F238E27FC236}">
                <a16:creationId xmlns:a16="http://schemas.microsoft.com/office/drawing/2014/main" id="{2DA141E7-6DFD-15F6-DA54-C4BEFB9B93AA}"/>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https://github.com/ComputeGraphics/jufo25-Schachprojekt/blob/907e06aa160901e2d467527778c2466f50663bee/ChessCORE/ChessCORE/database.cs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2D79F953-4481-BBDC-A566-FD10B5BD285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1286DBDE-F89B-572C-B012-5770E7AE95A8}"/>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database.cs</a:t>
            </a:r>
            <a:endParaRPr lang="de-DE" sz="1400" dirty="0"/>
          </a:p>
        </p:txBody>
      </p:sp>
      <p:sp>
        <p:nvSpPr>
          <p:cNvPr id="19" name="Titel 10">
            <a:extLst>
              <a:ext uri="{FF2B5EF4-FFF2-40B4-BE49-F238E27FC236}">
                <a16:creationId xmlns:a16="http://schemas.microsoft.com/office/drawing/2014/main" id="{8D89D2CC-0C0E-90FA-8BF7-1CB3B27CECD7}"/>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DATENSPEICHER FÜR MAGNETFELDDATEN </a:t>
            </a:r>
          </a:p>
        </p:txBody>
      </p:sp>
      <p:pic>
        <p:nvPicPr>
          <p:cNvPr id="21" name="Grafik 20">
            <a:extLst>
              <a:ext uri="{FF2B5EF4-FFF2-40B4-BE49-F238E27FC236}">
                <a16:creationId xmlns:a16="http://schemas.microsoft.com/office/drawing/2014/main" id="{ACEE651E-0F3F-99F0-1942-D11865A27720}"/>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5F335BE5-02D0-75C2-5713-DD42DC1B855E}"/>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40800474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22505-E10A-71E1-9B10-B4AA22F05ED7}"/>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10E1E706-293A-79A0-18B9-5E6546D83866}"/>
              </a:ext>
            </a:extLst>
          </p:cNvPr>
          <p:cNvSpPr>
            <a:spLocks noGrp="1"/>
          </p:cNvSpPr>
          <p:nvPr>
            <p:ph sz="quarter" idx="13"/>
          </p:nvPr>
        </p:nvSpPr>
        <p:spPr>
          <a:xfrm>
            <a:off x="987552" y="1484784"/>
            <a:ext cx="7267100" cy="3960440"/>
          </a:xfrm>
        </p:spPr>
        <p:txBody>
          <a:bodyPr rtlCol="0">
            <a:normAutofit fontScale="85000" lnSpcReduction="10000"/>
          </a:bodyPr>
          <a:lstStyle/>
          <a:p>
            <a:r>
              <a:rPr lang="de-DE" dirty="0"/>
              <a:t>min/</a:t>
            </a:r>
            <a:r>
              <a:rPr lang="de-DE" dirty="0" err="1"/>
              <a:t>max</a:t>
            </a:r>
            <a:r>
              <a:rPr lang="de-DE" dirty="0"/>
              <a:t>/</a:t>
            </a:r>
            <a:r>
              <a:rPr lang="de-DE" dirty="0" err="1"/>
              <a:t>av</a:t>
            </a:r>
            <a:r>
              <a:rPr lang="de" dirty="0"/>
              <a:t> – Nullkalibrierungswerte für jedes Feld</a:t>
            </a:r>
            <a:br>
              <a:rPr lang="de" dirty="0"/>
            </a:br>
            <a:r>
              <a:rPr lang="de" dirty="0"/>
              <a:t>factors – Multiplikationsfaktoren, um Ausschlagsunterschiede zu 	 unterdrücken.</a:t>
            </a:r>
            <a:br>
              <a:rPr lang="de" dirty="0"/>
            </a:br>
            <a:r>
              <a:rPr lang="de" dirty="0"/>
              <a:t>default_av – Standard Kalibrierungswerte ohne Automatik</a:t>
            </a:r>
            <a:br>
              <a:rPr lang="de" dirty="0"/>
            </a:br>
            <a:r>
              <a:rPr lang="de" dirty="0"/>
              <a:t>calib – Entscheidet ob eine Kalibrierung durchgeführt wird</a:t>
            </a:r>
            <a:br>
              <a:rPr lang="de" dirty="0"/>
            </a:br>
            <a:r>
              <a:rPr lang="de" dirty="0"/>
              <a:t>calibrate(res) – Führt eine Nullwertkalibrierung auf einer</a:t>
            </a:r>
            <a:br>
              <a:rPr lang="de" dirty="0"/>
            </a:br>
            <a:r>
              <a:rPr lang="de" dirty="0"/>
              <a:t>	          festgelegten Auflösung durch und fragt den 		          Fehlerspeicher ab.</a:t>
            </a:r>
            <a:br>
              <a:rPr lang="de" dirty="0"/>
            </a:br>
            <a:r>
              <a:rPr lang="de" dirty="0"/>
              <a:t>DynRecalib() – Offset auf Null verschieben</a:t>
            </a:r>
            <a:br>
              <a:rPr lang="de" dirty="0"/>
            </a:br>
            <a:r>
              <a:rPr lang="de" dirty="0"/>
              <a:t>piece_min/_max – Enthält die Kalibrierten Magnetfeldwerte der</a:t>
            </a:r>
            <a:br>
              <a:rPr lang="de" dirty="0"/>
            </a:br>
            <a:r>
              <a:rPr lang="de" dirty="0"/>
              <a:t>	einzelnen Figuren, um sie zu identifizieren.</a:t>
            </a:r>
            <a:br>
              <a:rPr lang="de" dirty="0"/>
            </a:br>
            <a:r>
              <a:rPr lang="de-DE" dirty="0"/>
              <a:t>c</a:t>
            </a:r>
            <a:r>
              <a:rPr lang="de" dirty="0"/>
              <a:t>alib_pieces – Software Kalibrierungsmethode (Veraltet)</a:t>
            </a:r>
          </a:p>
        </p:txBody>
      </p:sp>
      <p:sp>
        <p:nvSpPr>
          <p:cNvPr id="2" name="Foliennummernplatzhalter 1">
            <a:extLst>
              <a:ext uri="{FF2B5EF4-FFF2-40B4-BE49-F238E27FC236}">
                <a16:creationId xmlns:a16="http://schemas.microsoft.com/office/drawing/2014/main" id="{44066BB6-A511-06F6-A9E9-B0D54DE5439B}"/>
              </a:ext>
            </a:extLst>
          </p:cNvPr>
          <p:cNvSpPr>
            <a:spLocks noGrp="1"/>
          </p:cNvSpPr>
          <p:nvPr>
            <p:ph type="sldNum" sz="quarter" idx="12"/>
          </p:nvPr>
        </p:nvSpPr>
        <p:spPr/>
        <p:txBody>
          <a:bodyPr rtlCol="0"/>
          <a:lstStyle/>
          <a:p>
            <a:pPr rtl="0"/>
            <a:fld id="{2A013F82-EE5E-44EE-A61D-E31C6657F26F}" type="slidenum">
              <a:rPr lang="en-US" sz="1400" smtClean="0"/>
              <a:pPr rtl="0"/>
              <a:t>21</a:t>
            </a:fld>
            <a:endParaRPr lang="en-US" sz="1400" dirty="0"/>
          </a:p>
        </p:txBody>
      </p:sp>
      <p:sp>
        <p:nvSpPr>
          <p:cNvPr id="4" name="Titel 10">
            <a:extLst>
              <a:ext uri="{FF2B5EF4-FFF2-40B4-BE49-F238E27FC236}">
                <a16:creationId xmlns:a16="http://schemas.microsoft.com/office/drawing/2014/main" id="{FAD710FA-4F85-DD33-3021-6F4AED595F98}"/>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C30E947B-3A8E-0EEC-3BAC-FC2DC24EADD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660C3B68-E68E-6835-29BA-C0A1B12F2354}"/>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sp>
        <p:nvSpPr>
          <p:cNvPr id="6" name="Textfeld 5">
            <a:extLst>
              <a:ext uri="{FF2B5EF4-FFF2-40B4-BE49-F238E27FC236}">
                <a16:creationId xmlns:a16="http://schemas.microsoft.com/office/drawing/2014/main" id="{EEAF7A0E-0320-BED5-BE19-5365A6974B47}"/>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https://github.com/ComputeGraphics/jufo25-Schachprojekt/blob/907e06aa160901e2d467527778c2466f50663bee/ChessCORE/ChessCORE/database.cs</a:t>
            </a:r>
            <a:endParaRPr lang="de" sz="800" dirty="0"/>
          </a:p>
        </p:txBody>
      </p:sp>
      <p:sp>
        <p:nvSpPr>
          <p:cNvPr id="12" name="Textfeld 11">
            <a:extLst>
              <a:ext uri="{FF2B5EF4-FFF2-40B4-BE49-F238E27FC236}">
                <a16:creationId xmlns:a16="http://schemas.microsoft.com/office/drawing/2014/main" id="{F19B11D8-0CBE-8228-AA93-E353D29D8EBE}"/>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database.cs</a:t>
            </a:r>
            <a:endParaRPr lang="de-DE" sz="1400" dirty="0"/>
          </a:p>
        </p:txBody>
      </p:sp>
      <p:pic>
        <p:nvPicPr>
          <p:cNvPr id="3" name="Grafik 2">
            <a:extLst>
              <a:ext uri="{FF2B5EF4-FFF2-40B4-BE49-F238E27FC236}">
                <a16:creationId xmlns:a16="http://schemas.microsoft.com/office/drawing/2014/main" id="{4DA3E795-604C-2C91-4FF1-8C566F9D22B8}"/>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5" name="Titel 1">
            <a:extLst>
              <a:ext uri="{FF2B5EF4-FFF2-40B4-BE49-F238E27FC236}">
                <a16:creationId xmlns:a16="http://schemas.microsoft.com/office/drawing/2014/main" id="{67336CF4-A9CE-4735-78BA-B87E09D17FAF}"/>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DATABASE.Physical</a:t>
            </a:r>
          </a:p>
        </p:txBody>
      </p:sp>
      <p:sp>
        <p:nvSpPr>
          <p:cNvPr id="10" name="Titel 10">
            <a:extLst>
              <a:ext uri="{FF2B5EF4-FFF2-40B4-BE49-F238E27FC236}">
                <a16:creationId xmlns:a16="http://schemas.microsoft.com/office/drawing/2014/main" id="{530B4C2F-D272-F520-8FF8-62420DE49547}"/>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3.2</a:t>
            </a:r>
          </a:p>
        </p:txBody>
      </p:sp>
      <p:sp>
        <p:nvSpPr>
          <p:cNvPr id="11" name="Titel 10">
            <a:extLst>
              <a:ext uri="{FF2B5EF4-FFF2-40B4-BE49-F238E27FC236}">
                <a16:creationId xmlns:a16="http://schemas.microsoft.com/office/drawing/2014/main" id="{6F9CD494-42F1-01EE-14E6-AD33D1A01211}"/>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DATENSPEICHER FÜR MAGNETFELDDATEN </a:t>
            </a:r>
          </a:p>
        </p:txBody>
      </p:sp>
    </p:spTree>
    <p:extLst>
      <p:ext uri="{BB962C8B-B14F-4D97-AF65-F5344CB8AC3E}">
        <p14:creationId xmlns:p14="http://schemas.microsoft.com/office/powerpoint/2010/main" val="35712778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E495A-BC06-FA20-11C3-6AE326D5BE87}"/>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1B4C1763-AAE6-E277-85FE-1B6D4DBA4D0E}"/>
              </a:ext>
            </a:extLst>
          </p:cNvPr>
          <p:cNvSpPr>
            <a:spLocks noGrp="1"/>
          </p:cNvSpPr>
          <p:nvPr>
            <p:ph sz="quarter" idx="13"/>
          </p:nvPr>
        </p:nvSpPr>
        <p:spPr>
          <a:xfrm>
            <a:off x="987552" y="1484784"/>
            <a:ext cx="7123084" cy="3960440"/>
          </a:xfrm>
        </p:spPr>
        <p:txBody>
          <a:bodyPr rtlCol="0">
            <a:normAutofit/>
          </a:bodyPr>
          <a:lstStyle/>
          <a:p>
            <a:pPr rtl="0"/>
            <a:r>
              <a:rPr lang="de" dirty="0"/>
              <a:t>Das Renderer Modul zeigt mithilfe von wiederholbaren Schleifen ein regelmäßig aktualisiertes rotierbares Schachbrett an, dass von Database.Display mit Daten gefüttert wird und diese darstellt und verarbeitet.</a:t>
            </a:r>
          </a:p>
        </p:txBody>
      </p:sp>
      <p:sp>
        <p:nvSpPr>
          <p:cNvPr id="2" name="Foliennummernplatzhalter 1">
            <a:extLst>
              <a:ext uri="{FF2B5EF4-FFF2-40B4-BE49-F238E27FC236}">
                <a16:creationId xmlns:a16="http://schemas.microsoft.com/office/drawing/2014/main" id="{86C1BD0D-4C98-109C-8901-45E72C4B8937}"/>
              </a:ext>
            </a:extLst>
          </p:cNvPr>
          <p:cNvSpPr>
            <a:spLocks noGrp="1"/>
          </p:cNvSpPr>
          <p:nvPr>
            <p:ph type="sldNum" sz="quarter" idx="12"/>
          </p:nvPr>
        </p:nvSpPr>
        <p:spPr/>
        <p:txBody>
          <a:bodyPr rtlCol="0"/>
          <a:lstStyle/>
          <a:p>
            <a:pPr rtl="0"/>
            <a:fld id="{2A013F82-EE5E-44EE-A61D-E31C6657F26F}" type="slidenum">
              <a:rPr lang="en-US" sz="1400" smtClean="0"/>
              <a:pPr rtl="0"/>
              <a:t>22</a:t>
            </a:fld>
            <a:endParaRPr lang="en-US" sz="1400" dirty="0"/>
          </a:p>
        </p:txBody>
      </p:sp>
      <p:sp>
        <p:nvSpPr>
          <p:cNvPr id="4" name="Titel 10">
            <a:extLst>
              <a:ext uri="{FF2B5EF4-FFF2-40B4-BE49-F238E27FC236}">
                <a16:creationId xmlns:a16="http://schemas.microsoft.com/office/drawing/2014/main" id="{7E4D3657-7FDC-B277-896B-07C40F747A69}"/>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6A9563A1-D410-819D-6723-CB48BDB32FF3}"/>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RENDERER</a:t>
            </a:r>
          </a:p>
        </p:txBody>
      </p:sp>
      <p:sp>
        <p:nvSpPr>
          <p:cNvPr id="8" name="Titel 10">
            <a:extLst>
              <a:ext uri="{FF2B5EF4-FFF2-40B4-BE49-F238E27FC236}">
                <a16:creationId xmlns:a16="http://schemas.microsoft.com/office/drawing/2014/main" id="{E83FAE93-26BA-F39B-8E82-417746DFCE9E}"/>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4</a:t>
            </a:r>
          </a:p>
        </p:txBody>
      </p:sp>
      <p:sp>
        <p:nvSpPr>
          <p:cNvPr id="10" name="Textfeld 9">
            <a:extLst>
              <a:ext uri="{FF2B5EF4-FFF2-40B4-BE49-F238E27FC236}">
                <a16:creationId xmlns:a16="http://schemas.microsoft.com/office/drawing/2014/main" id="{385228F7-7A14-BBBE-2728-0536CF17B201}"/>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https://github.com/ComputeGraphics/jufo25-Schachprojekt/blob/907e06aa160901e2d467527778c2466f50663bee/ChessCORE/ChessCORE/renderer.cs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52DC7DC6-45DF-C504-A8E0-DA521735593E}"/>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D86C3643-2DF7-CAC4-67A7-3968C27B7A52}"/>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renderer.cs</a:t>
            </a:r>
            <a:endParaRPr lang="de-DE" sz="1400" dirty="0"/>
          </a:p>
        </p:txBody>
      </p:sp>
      <p:sp>
        <p:nvSpPr>
          <p:cNvPr id="19" name="Titel 10">
            <a:extLst>
              <a:ext uri="{FF2B5EF4-FFF2-40B4-BE49-F238E27FC236}">
                <a16:creationId xmlns:a16="http://schemas.microsoft.com/office/drawing/2014/main" id="{28952656-A05E-A96E-AD03-44DAE739BBC4}"/>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DAS „DISPLAY“ Für das Schachbrett</a:t>
            </a:r>
          </a:p>
        </p:txBody>
      </p:sp>
      <p:pic>
        <p:nvPicPr>
          <p:cNvPr id="21" name="Grafik 20">
            <a:extLst>
              <a:ext uri="{FF2B5EF4-FFF2-40B4-BE49-F238E27FC236}">
                <a16:creationId xmlns:a16="http://schemas.microsoft.com/office/drawing/2014/main" id="{B44737AB-4C8B-E5CD-20C2-243CB5756DA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6C85D3FB-021D-028A-4FA1-C4227D3C6810}"/>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Tree>
    <p:extLst>
      <p:ext uri="{BB962C8B-B14F-4D97-AF65-F5344CB8AC3E}">
        <p14:creationId xmlns:p14="http://schemas.microsoft.com/office/powerpoint/2010/main" val="2782859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D4C3C-4C82-56DC-A0AF-5C359C335007}"/>
            </a:ext>
          </a:extLst>
        </p:cNvPr>
        <p:cNvGrpSpPr/>
        <p:nvPr/>
      </p:nvGrpSpPr>
      <p:grpSpPr>
        <a:xfrm>
          <a:off x="0" y="0"/>
          <a:ext cx="0" cy="0"/>
          <a:chOff x="0" y="0"/>
          <a:chExt cx="0" cy="0"/>
        </a:xfrm>
      </p:grpSpPr>
      <p:sp>
        <p:nvSpPr>
          <p:cNvPr id="13" name="Foliennummernplatzhalter 1">
            <a:extLst>
              <a:ext uri="{FF2B5EF4-FFF2-40B4-BE49-F238E27FC236}">
                <a16:creationId xmlns:a16="http://schemas.microsoft.com/office/drawing/2014/main" id="{0635E6E7-D555-1DF3-B733-4FE553B8FC8A}"/>
              </a:ext>
            </a:extLst>
          </p:cNvPr>
          <p:cNvSpPr txBox="1">
            <a:spLocks/>
          </p:cNvSpPr>
          <p:nvPr/>
        </p:nvSpPr>
        <p:spPr>
          <a:xfrm>
            <a:off x="10895012" y="6102626"/>
            <a:ext cx="838201" cy="276228"/>
          </a:xfrm>
          <a:prstGeom prst="rect">
            <a:avLst/>
          </a:prstGeom>
        </p:spPr>
        <p:txBody>
          <a:bodyPr rtlCol="0" anchor="ctr"/>
          <a:lstStyle>
            <a:defPPr rtl="0">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A013F82-EE5E-44EE-A61D-E31C6657F26F}" type="slidenum">
              <a:rPr lang="en-US" sz="1400" smtClean="0"/>
              <a:pPr algn="r"/>
              <a:t>23</a:t>
            </a:fld>
            <a:endParaRPr lang="en-US" sz="1400" dirty="0"/>
          </a:p>
        </p:txBody>
      </p:sp>
      <p:sp>
        <p:nvSpPr>
          <p:cNvPr id="4" name="Titel 10">
            <a:extLst>
              <a:ext uri="{FF2B5EF4-FFF2-40B4-BE49-F238E27FC236}">
                <a16:creationId xmlns:a16="http://schemas.microsoft.com/office/drawing/2014/main" id="{44D4AB6E-61E2-5E68-911C-865DE92B3D32}"/>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6" name="Titel 1">
            <a:extLst>
              <a:ext uri="{FF2B5EF4-FFF2-40B4-BE49-F238E27FC236}">
                <a16:creationId xmlns:a16="http://schemas.microsoft.com/office/drawing/2014/main" id="{FB5B4DFA-37E9-1707-34CA-0270F8ECBF2A}"/>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RENDERER</a:t>
            </a:r>
          </a:p>
        </p:txBody>
      </p:sp>
      <p:sp>
        <p:nvSpPr>
          <p:cNvPr id="7" name="Titel 10">
            <a:extLst>
              <a:ext uri="{FF2B5EF4-FFF2-40B4-BE49-F238E27FC236}">
                <a16:creationId xmlns:a16="http://schemas.microsoft.com/office/drawing/2014/main" id="{B5810EA5-EBF5-C6C1-0118-38B654127021}"/>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4</a:t>
            </a:r>
          </a:p>
        </p:txBody>
      </p:sp>
      <p:pic>
        <p:nvPicPr>
          <p:cNvPr id="11" name="Grafik 10" descr="Ein Bild, das Grafiken, Schrift, Logo, Schwarz enthält.&#10;&#10;KI-generierte Inhalte können fehlerhaft sein.">
            <a:extLst>
              <a:ext uri="{FF2B5EF4-FFF2-40B4-BE49-F238E27FC236}">
                <a16:creationId xmlns:a16="http://schemas.microsoft.com/office/drawing/2014/main" id="{851723E7-2318-2A48-F850-649324048B5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2" name="Textfeld 11">
            <a:extLst>
              <a:ext uri="{FF2B5EF4-FFF2-40B4-BE49-F238E27FC236}">
                <a16:creationId xmlns:a16="http://schemas.microsoft.com/office/drawing/2014/main" id="{47549968-A074-7A16-84FF-E642770FF5CA}"/>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renderer.cs</a:t>
            </a:r>
            <a:endParaRPr lang="de-DE" sz="1400" dirty="0"/>
          </a:p>
        </p:txBody>
      </p:sp>
      <p:sp>
        <p:nvSpPr>
          <p:cNvPr id="15" name="Textfeld 14">
            <a:extLst>
              <a:ext uri="{FF2B5EF4-FFF2-40B4-BE49-F238E27FC236}">
                <a16:creationId xmlns:a16="http://schemas.microsoft.com/office/drawing/2014/main" id="{5291045A-AD76-C51B-97E9-F2C674B4DE15}"/>
              </a:ext>
            </a:extLst>
          </p:cNvPr>
          <p:cNvSpPr txBox="1"/>
          <p:nvPr/>
        </p:nvSpPr>
        <p:spPr>
          <a:xfrm>
            <a:off x="693812" y="1843405"/>
            <a:ext cx="11277601" cy="3171189"/>
          </a:xfrm>
          <a:prstGeom prst="rect">
            <a:avLst/>
          </a:prstGeom>
          <a:noFill/>
          <a:ln>
            <a:solidFill>
              <a:schemeClr val="bg2"/>
            </a:solidFill>
          </a:ln>
        </p:spPr>
        <p:txBody>
          <a:bodyPr wrap="square">
            <a:spAutoFit/>
          </a:bodyPr>
          <a:lstStyle/>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8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7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6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5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4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3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2 ┃    │    │    │    │    │    │    │    ┃</a:t>
            </a:r>
          </a:p>
          <a:p>
            <a:pPr>
              <a:lnSpc>
                <a:spcPts val="1200"/>
              </a:lnSpc>
            </a:pPr>
            <a:r>
              <a:rPr lang="de-DE" sz="1200" b="0" dirty="0">
                <a:solidFill>
                  <a:srgbClr val="CCCCCC"/>
                </a:solidFill>
                <a:effectLst/>
                <a:latin typeface="Consolas" panose="020B0609020204030204" pitchFamily="49" charset="0"/>
              </a:rPr>
              <a:t>  ┠────┼────┼────┼────┼────┼────┼────┼────┨</a:t>
            </a:r>
          </a:p>
          <a:p>
            <a:pPr>
              <a:lnSpc>
                <a:spcPts val="1200"/>
              </a:lnSpc>
            </a:pPr>
            <a:r>
              <a:rPr lang="de-DE" sz="1200" b="0" dirty="0">
                <a:solidFill>
                  <a:srgbClr val="CCCCCC"/>
                </a:solidFill>
                <a:effectLst/>
                <a:latin typeface="Consolas" panose="020B0609020204030204" pitchFamily="49" charset="0"/>
              </a:rPr>
              <a:t>1 ┃    │    │    │    │    │    │    │    ┃</a:t>
            </a:r>
          </a:p>
          <a:p>
            <a:pPr>
              <a:lnSpc>
                <a:spcPts val="1200"/>
              </a:lnSpc>
            </a:pPr>
            <a:r>
              <a:rPr lang="de-DE" sz="1200" b="0" dirty="0">
                <a:solidFill>
                  <a:srgbClr val="CCCCCC"/>
                </a:solidFill>
                <a:effectLst/>
                <a:latin typeface="Consolas" panose="020B0609020204030204" pitchFamily="49" charset="0"/>
              </a:rPr>
              <a:t>  ┗━━━━┷━━━━┷━━━━┷━━━━┷━━━━┷━━━━┷━━━━┷━━━━┛ </a:t>
            </a:r>
          </a:p>
          <a:p>
            <a:pPr>
              <a:lnSpc>
                <a:spcPts val="1200"/>
              </a:lnSpc>
            </a:pPr>
            <a:br>
              <a:rPr lang="de-DE" sz="1200" b="0" dirty="0">
                <a:solidFill>
                  <a:srgbClr val="CCCCCC"/>
                </a:solidFill>
                <a:effectLst/>
                <a:latin typeface="Consolas" panose="020B0609020204030204" pitchFamily="49" charset="0"/>
              </a:rPr>
            </a:br>
            <a:endParaRPr lang="de-DE" sz="1200" b="0" dirty="0">
              <a:solidFill>
                <a:srgbClr val="CCCCCC"/>
              </a:solidFill>
              <a:effectLst/>
              <a:latin typeface="Consolas" panose="020B0609020204030204" pitchFamily="49" charset="0"/>
            </a:endParaRPr>
          </a:p>
          <a:p>
            <a:pPr>
              <a:lnSpc>
                <a:spcPts val="1200"/>
              </a:lnSpc>
            </a:pPr>
            <a:endParaRPr lang="de-DE" sz="1200" b="0" dirty="0">
              <a:solidFill>
                <a:srgbClr val="CCCCCC"/>
              </a:solidFill>
              <a:effectLst/>
              <a:latin typeface="Consolas" panose="020B0609020204030204" pitchFamily="49" charset="0"/>
            </a:endParaRPr>
          </a:p>
        </p:txBody>
      </p:sp>
      <p:sp>
        <p:nvSpPr>
          <p:cNvPr id="16" name="Rechteck 15">
            <a:extLst>
              <a:ext uri="{FF2B5EF4-FFF2-40B4-BE49-F238E27FC236}">
                <a16:creationId xmlns:a16="http://schemas.microsoft.com/office/drawing/2014/main" id="{C63C7E24-09A9-A300-EE0E-626BE2ED6B34}"/>
              </a:ext>
            </a:extLst>
          </p:cNvPr>
          <p:cNvSpPr/>
          <p:nvPr/>
        </p:nvSpPr>
        <p:spPr>
          <a:xfrm>
            <a:off x="693812" y="1340768"/>
            <a:ext cx="10945216" cy="288032"/>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gn="ctr"/>
            <a:fld id="{1D93975F-897B-4439-9357-FA740FA0EC87}" type="datetime10">
              <a:rPr lang="de-DE" smtClean="0">
                <a:solidFill>
                  <a:schemeClr val="bg1"/>
                </a:solidFill>
                <a:latin typeface="Consolas" panose="020B0609020204030204" pitchFamily="49" charset="0"/>
              </a:rPr>
              <a:t>21:15</a:t>
            </a:fld>
            <a:endParaRPr lang="de-DE" dirty="0">
              <a:solidFill>
                <a:schemeClr val="bg1"/>
              </a:solidFill>
              <a:latin typeface="Consolas" panose="020B0609020204030204" pitchFamily="49" charset="0"/>
            </a:endParaRPr>
          </a:p>
        </p:txBody>
      </p:sp>
      <p:sp>
        <p:nvSpPr>
          <p:cNvPr id="18" name="Rechteck 17">
            <a:extLst>
              <a:ext uri="{FF2B5EF4-FFF2-40B4-BE49-F238E27FC236}">
                <a16:creationId xmlns:a16="http://schemas.microsoft.com/office/drawing/2014/main" id="{2D99D8FA-094B-622C-1B29-2F33754C2E0C}"/>
              </a:ext>
            </a:extLst>
          </p:cNvPr>
          <p:cNvSpPr/>
          <p:nvPr/>
        </p:nvSpPr>
        <p:spPr>
          <a:xfrm>
            <a:off x="621804" y="4898820"/>
            <a:ext cx="10945216" cy="457889"/>
          </a:xfrm>
          <a:prstGeom prst="rect">
            <a:avLst/>
          </a:prstGeom>
          <a:solidFill>
            <a:schemeClr val="tx1"/>
          </a:solidFill>
          <a:ln>
            <a:noFill/>
          </a:ln>
        </p:spPr>
        <p:style>
          <a:lnRef idx="3">
            <a:schemeClr val="lt1"/>
          </a:lnRef>
          <a:fillRef idx="1">
            <a:schemeClr val="accent5"/>
          </a:fillRef>
          <a:effectRef idx="1">
            <a:schemeClr val="accent5"/>
          </a:effectRef>
          <a:fontRef idx="minor">
            <a:schemeClr val="lt1"/>
          </a:fontRef>
        </p:style>
        <p:txBody>
          <a:bodyPr rtlCol="0" anchor="ctr"/>
          <a:lstStyle/>
          <a:p>
            <a:pPr>
              <a:lnSpc>
                <a:spcPts val="1200"/>
              </a:lnSpc>
            </a:pPr>
            <a:r>
              <a:rPr lang="de-DE" sz="1100" b="0" dirty="0">
                <a:solidFill>
                  <a:schemeClr val="bg1"/>
                </a:solidFill>
                <a:effectLst/>
                <a:latin typeface="MS Gothic" panose="020B0609070205080204" pitchFamily="49" charset="-128"/>
                <a:ea typeface="MS Gothic" panose="020B0609070205080204" pitchFamily="49" charset="-128"/>
              </a:rPr>
              <a:t>(ESC)   (F10)   (XX)					</a:t>
            </a:r>
            <a:r>
              <a:rPr lang="de-DE" sz="1100" dirty="0">
                <a:solidFill>
                  <a:schemeClr val="bg1"/>
                </a:solidFill>
                <a:latin typeface="MS Gothic" panose="020B0609070205080204" pitchFamily="49" charset="-128"/>
                <a:ea typeface="MS Gothic" panose="020B0609070205080204" pitchFamily="49" charset="-128"/>
              </a:rPr>
              <a:t>			(</a:t>
            </a:r>
            <a:r>
              <a:rPr lang="de-DE" sz="1100" b="0" dirty="0">
                <a:solidFill>
                  <a:schemeClr val="bg1"/>
                </a:solidFill>
                <a:effectLst/>
                <a:latin typeface="MS Gothic" panose="020B0609070205080204" pitchFamily="49" charset="-128"/>
                <a:ea typeface="MS Gothic" panose="020B0609070205080204" pitchFamily="49" charset="-128"/>
              </a:rPr>
              <a:t>F1)   (F2)    (F3)   (F4)    (F12)</a:t>
            </a:r>
            <a:br>
              <a:rPr lang="de-DE" sz="1100" b="0" dirty="0">
                <a:solidFill>
                  <a:schemeClr val="bg1"/>
                </a:solidFill>
                <a:effectLst/>
                <a:latin typeface="MS Gothic" panose="020B0609070205080204" pitchFamily="49" charset="-128"/>
                <a:ea typeface="MS Gothic" panose="020B0609070205080204" pitchFamily="49" charset="-128"/>
              </a:rPr>
            </a:br>
            <a:r>
              <a:rPr lang="de-DE" sz="1100" b="0" dirty="0">
                <a:solidFill>
                  <a:schemeClr val="bg1"/>
                </a:solidFill>
                <a:effectLst/>
                <a:latin typeface="MS Gothic" panose="020B0609070205080204" pitchFamily="49" charset="-128"/>
                <a:ea typeface="MS Gothic" panose="020B0609070205080204" pitchFamily="49" charset="-128"/>
              </a:rPr>
              <a:t>  ⇱      🖴       ↻							          	</a:t>
            </a:r>
            <a:r>
              <a:rPr lang="de-DE" sz="1100" b="0" dirty="0">
                <a:solidFill>
                  <a:srgbClr val="CCCCCC"/>
                </a:solidFill>
                <a:effectLst/>
                <a:latin typeface="MS Gothic" panose="020B0609070205080204" pitchFamily="49" charset="-128"/>
                <a:ea typeface="MS Gothic" panose="020B0609070205080204" pitchFamily="49" charset="-128"/>
              </a:rPr>
              <a:t>⏪     🔽     ⏩     ⏹️     ⏺️</a:t>
            </a:r>
          </a:p>
        </p:txBody>
      </p:sp>
    </p:spTree>
    <p:extLst>
      <p:ext uri="{BB962C8B-B14F-4D97-AF65-F5344CB8AC3E}">
        <p14:creationId xmlns:p14="http://schemas.microsoft.com/office/powerpoint/2010/main" val="280380829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69C3A-D95E-241A-AB4B-96B92C5BDE24}"/>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498E166A-EF26-C1A1-B401-4C9FEE066F09}"/>
              </a:ext>
            </a:extLst>
          </p:cNvPr>
          <p:cNvSpPr>
            <a:spLocks noGrp="1"/>
          </p:cNvSpPr>
          <p:nvPr>
            <p:ph sz="quarter" idx="13"/>
          </p:nvPr>
        </p:nvSpPr>
        <p:spPr>
          <a:xfrm>
            <a:off x="987552" y="1484784"/>
            <a:ext cx="7267100" cy="3960440"/>
          </a:xfrm>
        </p:spPr>
        <p:txBody>
          <a:bodyPr rtlCol="0">
            <a:normAutofit lnSpcReduction="10000"/>
          </a:bodyPr>
          <a:lstStyle/>
          <a:p>
            <a:r>
              <a:rPr lang="de-DE" dirty="0" err="1"/>
              <a:t>draw_demo</a:t>
            </a:r>
            <a:r>
              <a:rPr lang="de-DE" dirty="0"/>
              <a:t>() – Eine Hartcodierte Schachbrett Demo anzeigen</a:t>
            </a:r>
            <a:br>
              <a:rPr lang="de" dirty="0"/>
            </a:br>
            <a:r>
              <a:rPr lang="de" dirty="0"/>
              <a:t>draw(loop, empty, dir, data, codes) –</a:t>
            </a:r>
            <a:br>
              <a:rPr lang="de" dirty="0"/>
            </a:br>
            <a:r>
              <a:rPr lang="de" dirty="0"/>
              <a:t>	loop – Lade das Brett regelmäßig neu</a:t>
            </a:r>
            <a:br>
              <a:rPr lang="de-DE" dirty="0"/>
            </a:br>
            <a:r>
              <a:rPr lang="de-DE" dirty="0"/>
              <a:t>	</a:t>
            </a:r>
            <a:r>
              <a:rPr lang="de-DE" dirty="0" err="1"/>
              <a:t>empty</a:t>
            </a:r>
            <a:r>
              <a:rPr lang="de-DE" dirty="0"/>
              <a:t> – Demo darstellen oder leer starten</a:t>
            </a:r>
            <a:br>
              <a:rPr lang="de" dirty="0"/>
            </a:br>
            <a:r>
              <a:rPr lang="de" dirty="0"/>
              <a:t>	dir (direction) – Richtung des Schachbretts</a:t>
            </a:r>
            <a:br>
              <a:rPr lang="de" dirty="0"/>
            </a:br>
            <a:r>
              <a:rPr lang="de" dirty="0"/>
              <a:t>	data – Das Schachbrett wird aus einem Datenstrom 	            oder echten Daten gespeist (erforderlich für die 	             Taktung)</a:t>
            </a:r>
          </a:p>
          <a:p>
            <a:r>
              <a:rPr lang="de" dirty="0"/>
              <a:t>draw_numbers() – Magnetfeldwerte anstatt Figuren zeigen</a:t>
            </a:r>
            <a:endParaRPr lang="de-DE" dirty="0"/>
          </a:p>
        </p:txBody>
      </p:sp>
      <p:sp>
        <p:nvSpPr>
          <p:cNvPr id="2" name="Foliennummernplatzhalter 1">
            <a:extLst>
              <a:ext uri="{FF2B5EF4-FFF2-40B4-BE49-F238E27FC236}">
                <a16:creationId xmlns:a16="http://schemas.microsoft.com/office/drawing/2014/main" id="{EBD27A9F-9574-A09C-3283-0DF21CB96BFF}"/>
              </a:ext>
            </a:extLst>
          </p:cNvPr>
          <p:cNvSpPr>
            <a:spLocks noGrp="1"/>
          </p:cNvSpPr>
          <p:nvPr>
            <p:ph type="sldNum" sz="quarter" idx="12"/>
          </p:nvPr>
        </p:nvSpPr>
        <p:spPr/>
        <p:txBody>
          <a:bodyPr rtlCol="0"/>
          <a:lstStyle/>
          <a:p>
            <a:pPr rtl="0"/>
            <a:fld id="{2A013F82-EE5E-44EE-A61D-E31C6657F26F}" type="slidenum">
              <a:rPr lang="en-US" sz="1400" smtClean="0"/>
              <a:pPr rtl="0"/>
              <a:t>24</a:t>
            </a:fld>
            <a:endParaRPr lang="en-US" sz="1400" dirty="0"/>
          </a:p>
        </p:txBody>
      </p:sp>
      <p:sp>
        <p:nvSpPr>
          <p:cNvPr id="4" name="Titel 10">
            <a:extLst>
              <a:ext uri="{FF2B5EF4-FFF2-40B4-BE49-F238E27FC236}">
                <a16:creationId xmlns:a16="http://schemas.microsoft.com/office/drawing/2014/main" id="{AE3EB9CF-33F6-16EA-0B3C-E5C9C07D2711}"/>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A8B18477-F6E6-DE0B-0DFD-6182AAE35872}"/>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334F481B-F849-C54D-947E-A9238CEF8971}"/>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pic>
        <p:nvPicPr>
          <p:cNvPr id="7" name="Grafik 6">
            <a:extLst>
              <a:ext uri="{FF2B5EF4-FFF2-40B4-BE49-F238E27FC236}">
                <a16:creationId xmlns:a16="http://schemas.microsoft.com/office/drawing/2014/main" id="{5FF1B7D6-BDB9-3CEB-4208-7CCBEE468433}"/>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Titel 1">
            <a:extLst>
              <a:ext uri="{FF2B5EF4-FFF2-40B4-BE49-F238E27FC236}">
                <a16:creationId xmlns:a16="http://schemas.microsoft.com/office/drawing/2014/main" id="{13826DCB-6BDE-41DA-613E-398421DAA5B8}"/>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RENDERER</a:t>
            </a:r>
          </a:p>
        </p:txBody>
      </p:sp>
      <p:sp>
        <p:nvSpPr>
          <p:cNvPr id="9" name="Titel 10">
            <a:extLst>
              <a:ext uri="{FF2B5EF4-FFF2-40B4-BE49-F238E27FC236}">
                <a16:creationId xmlns:a16="http://schemas.microsoft.com/office/drawing/2014/main" id="{4C9C7C6F-40E3-1367-BB85-D36A7FC011A0}"/>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4</a:t>
            </a:r>
          </a:p>
        </p:txBody>
      </p:sp>
      <p:sp>
        <p:nvSpPr>
          <p:cNvPr id="14" name="Titel 10">
            <a:extLst>
              <a:ext uri="{FF2B5EF4-FFF2-40B4-BE49-F238E27FC236}">
                <a16:creationId xmlns:a16="http://schemas.microsoft.com/office/drawing/2014/main" id="{361B7C9A-3441-A217-610A-B5ACCF154062}"/>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DAS „DISPLAY“ Für das Schachbrett</a:t>
            </a:r>
          </a:p>
        </p:txBody>
      </p:sp>
      <p:sp>
        <p:nvSpPr>
          <p:cNvPr id="15" name="Textfeld 14">
            <a:extLst>
              <a:ext uri="{FF2B5EF4-FFF2-40B4-BE49-F238E27FC236}">
                <a16:creationId xmlns:a16="http://schemas.microsoft.com/office/drawing/2014/main" id="{5DA1D102-79E1-9972-603B-5B9EE20A0FD8}"/>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https://github.com/ComputeGraphics/jufo25-Schachprojekt/blob/907e06aa160901e2d467527778c2466f50663bee/ChessCORE/ChessCORE/renderer.cs</a:t>
            </a:r>
            <a:endParaRPr lang="de" sz="800" dirty="0"/>
          </a:p>
        </p:txBody>
      </p:sp>
      <p:sp>
        <p:nvSpPr>
          <p:cNvPr id="17" name="Textfeld 16">
            <a:extLst>
              <a:ext uri="{FF2B5EF4-FFF2-40B4-BE49-F238E27FC236}">
                <a16:creationId xmlns:a16="http://schemas.microsoft.com/office/drawing/2014/main" id="{6B39D281-DE17-2CD7-6471-4A633C6CE0CC}"/>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renderer.cs</a:t>
            </a:r>
            <a:endParaRPr lang="de-DE" sz="1400" dirty="0"/>
          </a:p>
        </p:txBody>
      </p:sp>
    </p:spTree>
    <p:extLst>
      <p:ext uri="{BB962C8B-B14F-4D97-AF65-F5344CB8AC3E}">
        <p14:creationId xmlns:p14="http://schemas.microsoft.com/office/powerpoint/2010/main" val="16253337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978B9-34E1-1739-B3AA-6E5E596DF291}"/>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0FF8D973-2C78-B73D-3774-AD0E38A6C734}"/>
              </a:ext>
            </a:extLst>
          </p:cNvPr>
          <p:cNvSpPr>
            <a:spLocks noGrp="1"/>
          </p:cNvSpPr>
          <p:nvPr>
            <p:ph sz="quarter" idx="13"/>
          </p:nvPr>
        </p:nvSpPr>
        <p:spPr>
          <a:xfrm>
            <a:off x="987552" y="1484784"/>
            <a:ext cx="7123084" cy="3960440"/>
          </a:xfrm>
        </p:spPr>
        <p:txBody>
          <a:bodyPr rtlCol="0">
            <a:normAutofit/>
          </a:bodyPr>
          <a:lstStyle/>
          <a:p>
            <a:pPr rtl="0"/>
            <a:r>
              <a:rPr lang="de" dirty="0"/>
              <a:t>Das Board Visual Modul stellt Methoden für die Startvorgänge des Schachprogramms, nummeriert Figuren, um sie zu unterscheiden, und fragt Daten ab und berechnet die dazugehörigen Figuren.</a:t>
            </a:r>
          </a:p>
        </p:txBody>
      </p:sp>
      <p:sp>
        <p:nvSpPr>
          <p:cNvPr id="2" name="Foliennummernplatzhalter 1">
            <a:extLst>
              <a:ext uri="{FF2B5EF4-FFF2-40B4-BE49-F238E27FC236}">
                <a16:creationId xmlns:a16="http://schemas.microsoft.com/office/drawing/2014/main" id="{C90AAD39-103A-52DB-D228-65CC762C5B14}"/>
              </a:ext>
            </a:extLst>
          </p:cNvPr>
          <p:cNvSpPr>
            <a:spLocks noGrp="1"/>
          </p:cNvSpPr>
          <p:nvPr>
            <p:ph type="sldNum" sz="quarter" idx="12"/>
          </p:nvPr>
        </p:nvSpPr>
        <p:spPr/>
        <p:txBody>
          <a:bodyPr rtlCol="0"/>
          <a:lstStyle/>
          <a:p>
            <a:pPr rtl="0"/>
            <a:fld id="{2A013F82-EE5E-44EE-A61D-E31C6657F26F}" type="slidenum">
              <a:rPr lang="en-US" sz="1400" smtClean="0"/>
              <a:pPr rtl="0"/>
              <a:t>25</a:t>
            </a:fld>
            <a:endParaRPr lang="en-US" sz="1400" dirty="0"/>
          </a:p>
        </p:txBody>
      </p:sp>
      <p:sp>
        <p:nvSpPr>
          <p:cNvPr id="4" name="Titel 10">
            <a:extLst>
              <a:ext uri="{FF2B5EF4-FFF2-40B4-BE49-F238E27FC236}">
                <a16:creationId xmlns:a16="http://schemas.microsoft.com/office/drawing/2014/main" id="{71186F46-506A-7572-E056-E662312CD305}"/>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10" name="Textfeld 9">
            <a:extLst>
              <a:ext uri="{FF2B5EF4-FFF2-40B4-BE49-F238E27FC236}">
                <a16:creationId xmlns:a16="http://schemas.microsoft.com/office/drawing/2014/main" id="{BFF3E660-05CC-FC02-D575-BD0D3A1DFB29}"/>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https://github.com/ComputeGraphics/jufo25-Schachprojekt/blob/907e06aa160901e2d467527778c2466f50663bee/ChessCORE/ChessCORE/board_visual.cs</a:t>
            </a:r>
            <a:endParaRPr lang="de" sz="800" dirty="0"/>
          </a:p>
        </p:txBody>
      </p:sp>
      <p:pic>
        <p:nvPicPr>
          <p:cNvPr id="16" name="Grafik 15" descr="Ein Bild, das Grafiken, Schrift, Logo, Schwarz enthält.&#10;&#10;KI-generierte Inhalte können fehlerhaft sein.">
            <a:extLst>
              <a:ext uri="{FF2B5EF4-FFF2-40B4-BE49-F238E27FC236}">
                <a16:creationId xmlns:a16="http://schemas.microsoft.com/office/drawing/2014/main" id="{2C11672C-9EC5-0473-836E-4F8A2D0B62D5}"/>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18" name="Textfeld 17">
            <a:extLst>
              <a:ext uri="{FF2B5EF4-FFF2-40B4-BE49-F238E27FC236}">
                <a16:creationId xmlns:a16="http://schemas.microsoft.com/office/drawing/2014/main" id="{C797916D-0116-D8B4-675E-A74369E98A0E}"/>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board_visual.cs</a:t>
            </a:r>
            <a:endParaRPr lang="de-DE" sz="1400" dirty="0"/>
          </a:p>
        </p:txBody>
      </p:sp>
      <p:sp>
        <p:nvSpPr>
          <p:cNvPr id="19" name="Titel 10">
            <a:extLst>
              <a:ext uri="{FF2B5EF4-FFF2-40B4-BE49-F238E27FC236}">
                <a16:creationId xmlns:a16="http://schemas.microsoft.com/office/drawing/2014/main" id="{F8390889-ABD7-9637-F9A3-9B7DB538B5B5}"/>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STRAPS UND FIGURENVERARBEITUNG</a:t>
            </a:r>
          </a:p>
        </p:txBody>
      </p:sp>
      <p:pic>
        <p:nvPicPr>
          <p:cNvPr id="21" name="Grafik 20">
            <a:extLst>
              <a:ext uri="{FF2B5EF4-FFF2-40B4-BE49-F238E27FC236}">
                <a16:creationId xmlns:a16="http://schemas.microsoft.com/office/drawing/2014/main" id="{0F7C5BE6-0270-173C-A591-758D19E86981}"/>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2" name="Titel 10">
            <a:extLst>
              <a:ext uri="{FF2B5EF4-FFF2-40B4-BE49-F238E27FC236}">
                <a16:creationId xmlns:a16="http://schemas.microsoft.com/office/drawing/2014/main" id="{6032128D-2FB1-9DB1-061E-03A3FBFCDD53}"/>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ÜBERSICHT</a:t>
            </a:r>
          </a:p>
        </p:txBody>
      </p:sp>
      <p:sp>
        <p:nvSpPr>
          <p:cNvPr id="3" name="Titel 10">
            <a:extLst>
              <a:ext uri="{FF2B5EF4-FFF2-40B4-BE49-F238E27FC236}">
                <a16:creationId xmlns:a16="http://schemas.microsoft.com/office/drawing/2014/main" id="{792291DE-395E-1699-D356-14FA430060BB}"/>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5</a:t>
            </a:r>
          </a:p>
        </p:txBody>
      </p:sp>
      <p:sp>
        <p:nvSpPr>
          <p:cNvPr id="6" name="Titel 1">
            <a:extLst>
              <a:ext uri="{FF2B5EF4-FFF2-40B4-BE49-F238E27FC236}">
                <a16:creationId xmlns:a16="http://schemas.microsoft.com/office/drawing/2014/main" id="{A2CDA91B-6E4F-D032-E015-DFFF18732E24}"/>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BOARD VISUAL</a:t>
            </a:r>
          </a:p>
        </p:txBody>
      </p:sp>
    </p:spTree>
    <p:extLst>
      <p:ext uri="{BB962C8B-B14F-4D97-AF65-F5344CB8AC3E}">
        <p14:creationId xmlns:p14="http://schemas.microsoft.com/office/powerpoint/2010/main" val="35917531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11CB3A-0373-65C6-D334-6AEDCCE66905}"/>
            </a:ext>
          </a:extLst>
        </p:cNvPr>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81E36EF2-67E6-7646-325A-6028CC7920BD}"/>
              </a:ext>
            </a:extLst>
          </p:cNvPr>
          <p:cNvSpPr>
            <a:spLocks noGrp="1"/>
          </p:cNvSpPr>
          <p:nvPr>
            <p:ph sz="quarter" idx="13"/>
          </p:nvPr>
        </p:nvSpPr>
        <p:spPr>
          <a:xfrm>
            <a:off x="987552" y="1484784"/>
            <a:ext cx="7267100" cy="3960440"/>
          </a:xfrm>
        </p:spPr>
        <p:txBody>
          <a:bodyPr rtlCol="0">
            <a:normAutofit/>
          </a:bodyPr>
          <a:lstStyle/>
          <a:p>
            <a:r>
              <a:rPr lang="de-DE" dirty="0" err="1"/>
              <a:t>show</a:t>
            </a:r>
            <a:r>
              <a:rPr lang="de-DE" dirty="0"/>
              <a:t>() – Startfolge für das Live Schachbrett</a:t>
            </a:r>
            <a:br>
              <a:rPr lang="de-DE" dirty="0"/>
            </a:br>
            <a:r>
              <a:rPr lang="de-DE" dirty="0" err="1"/>
              <a:t>showSnap</a:t>
            </a:r>
            <a:r>
              <a:rPr lang="de-DE" dirty="0"/>
              <a:t>() – Startfolge zur Darstellung eines „Snapshots“</a:t>
            </a:r>
            <a:br>
              <a:rPr lang="de-DE" dirty="0"/>
            </a:br>
            <a:r>
              <a:rPr lang="de-DE" dirty="0" err="1"/>
              <a:t>showGame</a:t>
            </a:r>
            <a:r>
              <a:rPr lang="de-DE" dirty="0"/>
              <a:t>() – Startfolge für ein gespeichertes Live-Spiel</a:t>
            </a:r>
            <a:br>
              <a:rPr lang="de-DE" dirty="0"/>
            </a:br>
            <a:r>
              <a:rPr lang="de-DE" dirty="0" err="1"/>
              <a:t>requestAll_rangeMode</a:t>
            </a:r>
            <a:r>
              <a:rPr lang="de-DE" dirty="0"/>
              <a:t>() – Im „</a:t>
            </a:r>
            <a:r>
              <a:rPr lang="de-DE" dirty="0" err="1"/>
              <a:t>RangedMode</a:t>
            </a:r>
            <a:r>
              <a:rPr lang="de-DE" dirty="0"/>
              <a:t>“ jedes Feld des Schachbretts abfragen, die Figuren mithilfe von </a:t>
            </a:r>
            <a:r>
              <a:rPr lang="de-DE" dirty="0" err="1"/>
              <a:t>Database.Physical</a:t>
            </a:r>
            <a:r>
              <a:rPr lang="de-DE" dirty="0"/>
              <a:t> ermitteln und nummerieren mit ↓</a:t>
            </a:r>
            <a:br>
              <a:rPr lang="de-DE" dirty="0"/>
            </a:br>
            <a:r>
              <a:rPr lang="de-DE" dirty="0" err="1"/>
              <a:t>autoEnumerator</a:t>
            </a:r>
            <a:r>
              <a:rPr lang="de-DE" dirty="0"/>
              <a:t>() – Nummeriert Figuren</a:t>
            </a:r>
          </a:p>
        </p:txBody>
      </p:sp>
      <p:sp>
        <p:nvSpPr>
          <p:cNvPr id="2" name="Foliennummernplatzhalter 1">
            <a:extLst>
              <a:ext uri="{FF2B5EF4-FFF2-40B4-BE49-F238E27FC236}">
                <a16:creationId xmlns:a16="http://schemas.microsoft.com/office/drawing/2014/main" id="{715E3B45-2C87-0448-329F-60522CE35474}"/>
              </a:ext>
            </a:extLst>
          </p:cNvPr>
          <p:cNvSpPr>
            <a:spLocks noGrp="1"/>
          </p:cNvSpPr>
          <p:nvPr>
            <p:ph type="sldNum" sz="quarter" idx="12"/>
          </p:nvPr>
        </p:nvSpPr>
        <p:spPr/>
        <p:txBody>
          <a:bodyPr rtlCol="0"/>
          <a:lstStyle/>
          <a:p>
            <a:pPr rtl="0"/>
            <a:fld id="{2A013F82-EE5E-44EE-A61D-E31C6657F26F}" type="slidenum">
              <a:rPr lang="en-US" sz="1400" smtClean="0"/>
              <a:pPr rtl="0"/>
              <a:t>26</a:t>
            </a:fld>
            <a:endParaRPr lang="en-US" sz="1400" dirty="0"/>
          </a:p>
        </p:txBody>
      </p:sp>
      <p:sp>
        <p:nvSpPr>
          <p:cNvPr id="4" name="Titel 10">
            <a:extLst>
              <a:ext uri="{FF2B5EF4-FFF2-40B4-BE49-F238E27FC236}">
                <a16:creationId xmlns:a16="http://schemas.microsoft.com/office/drawing/2014/main" id="{C47F29C3-CC7F-D996-131D-BD2EEE548647}"/>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pic>
        <p:nvPicPr>
          <p:cNvPr id="16" name="Grafik 15" descr="Ein Bild, das Grafiken, Schrift, Logo, Schwarz enthält.&#10;&#10;KI-generierte Inhalte können fehlerhaft sein.">
            <a:extLst>
              <a:ext uri="{FF2B5EF4-FFF2-40B4-BE49-F238E27FC236}">
                <a16:creationId xmlns:a16="http://schemas.microsoft.com/office/drawing/2014/main" id="{1CF2CAF5-CEE8-2A63-3247-F222113A103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22" name="Titel 10">
            <a:extLst>
              <a:ext uri="{FF2B5EF4-FFF2-40B4-BE49-F238E27FC236}">
                <a16:creationId xmlns:a16="http://schemas.microsoft.com/office/drawing/2014/main" id="{8B7B1550-58B4-FF8E-8AB8-9428D0982CA7}"/>
              </a:ext>
            </a:extLst>
          </p:cNvPr>
          <p:cNvSpPr txBox="1">
            <a:spLocks/>
          </p:cNvSpPr>
          <p:nvPr/>
        </p:nvSpPr>
        <p:spPr>
          <a:xfrm>
            <a:off x="8454832" y="834915"/>
            <a:ext cx="3342100" cy="361837"/>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1800" b="0" i="1" dirty="0">
                <a:solidFill>
                  <a:schemeClr val="tx1"/>
                </a:solidFill>
                <a:latin typeface="+mn-lt"/>
              </a:rPr>
              <a:t>methoden</a:t>
            </a:r>
          </a:p>
        </p:txBody>
      </p:sp>
      <p:sp>
        <p:nvSpPr>
          <p:cNvPr id="3" name="Titel 10">
            <a:extLst>
              <a:ext uri="{FF2B5EF4-FFF2-40B4-BE49-F238E27FC236}">
                <a16:creationId xmlns:a16="http://schemas.microsoft.com/office/drawing/2014/main" id="{96DC1066-B71F-6BB7-43D0-E49AEDF5AC58}"/>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5</a:t>
            </a:r>
          </a:p>
        </p:txBody>
      </p:sp>
      <p:sp>
        <p:nvSpPr>
          <p:cNvPr id="5" name="Titel 1">
            <a:extLst>
              <a:ext uri="{FF2B5EF4-FFF2-40B4-BE49-F238E27FC236}">
                <a16:creationId xmlns:a16="http://schemas.microsoft.com/office/drawing/2014/main" id="{65F8ED61-DB5A-F4D6-4037-1AD80B8B36B7}"/>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BOARD VISUAL</a:t>
            </a:r>
          </a:p>
        </p:txBody>
      </p:sp>
      <p:pic>
        <p:nvPicPr>
          <p:cNvPr id="6" name="Grafik 5">
            <a:extLst>
              <a:ext uri="{FF2B5EF4-FFF2-40B4-BE49-F238E27FC236}">
                <a16:creationId xmlns:a16="http://schemas.microsoft.com/office/drawing/2014/main" id="{CF4BFC8A-B3BC-C7D2-B309-6D43DAF1BF0B}"/>
              </a:ext>
            </a:extLst>
          </p:cNvPr>
          <p:cNvPicPr>
            <a:picLocks noChangeAspect="1"/>
          </p:cNvPicPr>
          <p:nvPr/>
        </p:nvPicPr>
        <p:blipFill>
          <a:blip r:embed="rId5"/>
          <a:srcRect/>
          <a:stretch/>
        </p:blipFill>
        <p:spPr>
          <a:xfrm>
            <a:off x="9478788" y="4221088"/>
            <a:ext cx="1283430" cy="1283430"/>
          </a:xfrm>
          <a:prstGeom prst="roundRect">
            <a:avLst>
              <a:gd name="adj" fmla="val 6011"/>
            </a:avLst>
          </a:prstGeom>
          <a:ln w="57150">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0" name="Titel 10">
            <a:extLst>
              <a:ext uri="{FF2B5EF4-FFF2-40B4-BE49-F238E27FC236}">
                <a16:creationId xmlns:a16="http://schemas.microsoft.com/office/drawing/2014/main" id="{4ED32642-3A59-FA7E-54A6-1667F2EA1587}"/>
              </a:ext>
            </a:extLst>
          </p:cNvPr>
          <p:cNvSpPr txBox="1">
            <a:spLocks/>
          </p:cNvSpPr>
          <p:nvPr/>
        </p:nvSpPr>
        <p:spPr>
          <a:xfrm>
            <a:off x="477787" y="834915"/>
            <a:ext cx="7967349" cy="361837"/>
          </a:xfrm>
          <a:prstGeom prst="rect">
            <a:avLst/>
          </a:prstGeom>
          <a:ln>
            <a:noFill/>
          </a:ln>
        </p:spPr>
        <p:txBody>
          <a:bodyPr vert="horz" lIns="91440" tIns="45720" rIns="91440" bIns="45720" rtlCol="0" anchor="ctr">
            <a:normAutofit fontScale="97500" lnSpcReduction="100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i="1" dirty="0">
                <a:solidFill>
                  <a:schemeClr val="tx1"/>
                </a:solidFill>
              </a:rPr>
              <a:t>STRAPS UND FIGURENVERARBEITUNG</a:t>
            </a:r>
          </a:p>
        </p:txBody>
      </p:sp>
      <p:sp>
        <p:nvSpPr>
          <p:cNvPr id="11" name="Textfeld 10">
            <a:extLst>
              <a:ext uri="{FF2B5EF4-FFF2-40B4-BE49-F238E27FC236}">
                <a16:creationId xmlns:a16="http://schemas.microsoft.com/office/drawing/2014/main" id="{C9CC3AEE-51E4-4AB6-A6F0-165DF9CE22F9}"/>
              </a:ext>
            </a:extLst>
          </p:cNvPr>
          <p:cNvSpPr txBox="1"/>
          <p:nvPr/>
        </p:nvSpPr>
        <p:spPr>
          <a:xfrm>
            <a:off x="477788" y="5733256"/>
            <a:ext cx="9725507" cy="215444"/>
          </a:xfrm>
          <a:prstGeom prst="rect">
            <a:avLst/>
          </a:prstGeom>
          <a:noFill/>
          <a:ln>
            <a:solidFill>
              <a:schemeClr val="bg2"/>
            </a:solidFill>
          </a:ln>
        </p:spPr>
        <p:txBody>
          <a:bodyPr wrap="square">
            <a:spAutoFit/>
          </a:bodyPr>
          <a:lstStyle/>
          <a:p>
            <a:pPr rtl="0"/>
            <a:r>
              <a:rPr lang="de-DE" sz="800" dirty="0"/>
              <a:t>https://github.com/ComputeGraphics/jufo25-Schachprojekt/blob/907e06aa160901e2d467527778c2466f50663bee/ChessCORE/ChessCORE/board_visual.cs</a:t>
            </a:r>
            <a:endParaRPr lang="de" sz="800" dirty="0"/>
          </a:p>
        </p:txBody>
      </p:sp>
      <p:sp>
        <p:nvSpPr>
          <p:cNvPr id="12" name="Textfeld 11">
            <a:extLst>
              <a:ext uri="{FF2B5EF4-FFF2-40B4-BE49-F238E27FC236}">
                <a16:creationId xmlns:a16="http://schemas.microsoft.com/office/drawing/2014/main" id="{6480D83C-0A45-9DAA-3650-AC94E428A470}"/>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board_visual.cs</a:t>
            </a:r>
            <a:endParaRPr lang="de-DE" sz="1400" dirty="0"/>
          </a:p>
        </p:txBody>
      </p:sp>
    </p:spTree>
    <p:extLst>
      <p:ext uri="{BB962C8B-B14F-4D97-AF65-F5344CB8AC3E}">
        <p14:creationId xmlns:p14="http://schemas.microsoft.com/office/powerpoint/2010/main" val="37034706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liennummernplatzhalter 2">
            <a:extLst>
              <a:ext uri="{FF2B5EF4-FFF2-40B4-BE49-F238E27FC236}">
                <a16:creationId xmlns:a16="http://schemas.microsoft.com/office/drawing/2014/main" id="{2032A4B0-0E2C-A9D4-E502-16D4A62F1BF7}"/>
              </a:ext>
            </a:extLst>
          </p:cNvPr>
          <p:cNvSpPr>
            <a:spLocks noGrp="1"/>
          </p:cNvSpPr>
          <p:nvPr>
            <p:ph type="sldNum" sz="quarter" idx="12"/>
          </p:nvPr>
        </p:nvSpPr>
        <p:spPr/>
        <p:txBody>
          <a:bodyPr rtlCol="0"/>
          <a:lstStyle/>
          <a:p>
            <a:pPr rtl="0"/>
            <a:fld id="{2A013F82-EE5E-44EE-A61D-E31C6657F26F}" type="slidenum">
              <a:rPr lang="en-US" sz="1400" smtClean="0"/>
              <a:pPr rtl="0"/>
              <a:t>27</a:t>
            </a:fld>
            <a:endParaRPr lang="en-US" sz="1400" dirty="0"/>
          </a:p>
        </p:txBody>
      </p:sp>
      <p:sp>
        <p:nvSpPr>
          <p:cNvPr id="4" name="Titel 10">
            <a:extLst>
              <a:ext uri="{FF2B5EF4-FFF2-40B4-BE49-F238E27FC236}">
                <a16:creationId xmlns:a16="http://schemas.microsoft.com/office/drawing/2014/main" id="{D476290B-2EDA-39E1-1910-211B4FC9FA7B}"/>
              </a:ext>
            </a:extLst>
          </p:cNvPr>
          <p:cNvSpPr txBox="1">
            <a:spLocks/>
          </p:cNvSpPr>
          <p:nvPr/>
        </p:nvSpPr>
        <p:spPr>
          <a:xfrm>
            <a:off x="442965" y="378823"/>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INSIDE CHESS.CORE</a:t>
            </a:r>
          </a:p>
        </p:txBody>
      </p:sp>
      <p:sp>
        <p:nvSpPr>
          <p:cNvPr id="5" name="Titel 1">
            <a:extLst>
              <a:ext uri="{FF2B5EF4-FFF2-40B4-BE49-F238E27FC236}">
                <a16:creationId xmlns:a16="http://schemas.microsoft.com/office/drawing/2014/main" id="{2CF35017-B2E9-890D-A8EF-D523C5E73029}"/>
              </a:ext>
            </a:extLst>
          </p:cNvPr>
          <p:cNvSpPr txBox="1">
            <a:spLocks/>
          </p:cNvSpPr>
          <p:nvPr/>
        </p:nvSpPr>
        <p:spPr>
          <a:xfrm>
            <a:off x="3794760" y="391886"/>
            <a:ext cx="4650377" cy="428170"/>
          </a:xfrm>
          <a:prstGeom prst="rect">
            <a:avLst/>
          </a:prstGeom>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400" dirty="0"/>
              <a:t>FIGURENIDENTIFIKATION</a:t>
            </a:r>
          </a:p>
        </p:txBody>
      </p:sp>
      <p:grpSp>
        <p:nvGrpSpPr>
          <p:cNvPr id="42" name="Gruppieren 41">
            <a:extLst>
              <a:ext uri="{FF2B5EF4-FFF2-40B4-BE49-F238E27FC236}">
                <a16:creationId xmlns:a16="http://schemas.microsoft.com/office/drawing/2014/main" id="{49EA4321-64DE-6E7B-1E49-15D7635CFCD6}"/>
              </a:ext>
            </a:extLst>
          </p:cNvPr>
          <p:cNvGrpSpPr/>
          <p:nvPr/>
        </p:nvGrpSpPr>
        <p:grpSpPr>
          <a:xfrm>
            <a:off x="1197868" y="1093972"/>
            <a:ext cx="8744208" cy="4855308"/>
            <a:chOff x="1970224" y="1071889"/>
            <a:chExt cx="8744208" cy="4855308"/>
          </a:xfrm>
        </p:grpSpPr>
        <p:cxnSp>
          <p:nvCxnSpPr>
            <p:cNvPr id="7" name="Gerader Verbinder 6">
              <a:extLst>
                <a:ext uri="{FF2B5EF4-FFF2-40B4-BE49-F238E27FC236}">
                  <a16:creationId xmlns:a16="http://schemas.microsoft.com/office/drawing/2014/main" id="{AEAB6791-F1A9-337D-94C6-6DD1B0DC616D}"/>
                </a:ext>
              </a:extLst>
            </p:cNvPr>
            <p:cNvCxnSpPr>
              <a:cxnSpLocks/>
              <a:stCxn id="2" idx="1"/>
            </p:cNvCxnSpPr>
            <p:nvPr/>
          </p:nvCxnSpPr>
          <p:spPr>
            <a:xfrm>
              <a:off x="1970224" y="1285974"/>
              <a:ext cx="1" cy="4641223"/>
            </a:xfrm>
            <a:prstGeom prst="line">
              <a:avLst/>
            </a:prstGeom>
            <a:ln w="28575">
              <a:solidFill>
                <a:srgbClr val="F4997C"/>
              </a:solidFill>
            </a:ln>
          </p:spPr>
          <p:style>
            <a:lnRef idx="1">
              <a:schemeClr val="accent1"/>
            </a:lnRef>
            <a:fillRef idx="0">
              <a:schemeClr val="accent1"/>
            </a:fillRef>
            <a:effectRef idx="0">
              <a:schemeClr val="accent1"/>
            </a:effectRef>
            <a:fontRef idx="minor">
              <a:schemeClr val="tx1"/>
            </a:fontRef>
          </p:style>
        </p:cxnSp>
        <p:grpSp>
          <p:nvGrpSpPr>
            <p:cNvPr id="41" name="Gruppieren 40">
              <a:extLst>
                <a:ext uri="{FF2B5EF4-FFF2-40B4-BE49-F238E27FC236}">
                  <a16:creationId xmlns:a16="http://schemas.microsoft.com/office/drawing/2014/main" id="{A8414CFD-1A8B-27DB-0C67-BB9D8D9617F1}"/>
                </a:ext>
              </a:extLst>
            </p:cNvPr>
            <p:cNvGrpSpPr/>
            <p:nvPr/>
          </p:nvGrpSpPr>
          <p:grpSpPr>
            <a:xfrm>
              <a:off x="1970224" y="1071889"/>
              <a:ext cx="8744208" cy="4653889"/>
              <a:chOff x="1970224" y="1071889"/>
              <a:chExt cx="8744208" cy="4653889"/>
            </a:xfrm>
          </p:grpSpPr>
          <p:sp>
            <p:nvSpPr>
              <p:cNvPr id="2" name="Rechteck: abgerundete Ecken 1">
                <a:extLst>
                  <a:ext uri="{FF2B5EF4-FFF2-40B4-BE49-F238E27FC236}">
                    <a16:creationId xmlns:a16="http://schemas.microsoft.com/office/drawing/2014/main" id="{37F99487-8BE2-1F9C-EFA4-2B8B8453A2DD}"/>
                  </a:ext>
                </a:extLst>
              </p:cNvPr>
              <p:cNvSpPr/>
              <p:nvPr/>
            </p:nvSpPr>
            <p:spPr>
              <a:xfrm>
                <a:off x="1970224" y="1071889"/>
                <a:ext cx="8162037" cy="428170"/>
              </a:xfrm>
              <a:prstGeom prst="roundRect">
                <a:avLst/>
              </a:prstGeom>
              <a:solidFill>
                <a:srgbClr val="F4997C"/>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Wiederhole für jede Reihe</a:t>
                </a:r>
              </a:p>
            </p:txBody>
          </p:sp>
          <p:sp>
            <p:nvSpPr>
              <p:cNvPr id="10" name="Rechteck: abgerundete Ecken 9">
                <a:extLst>
                  <a:ext uri="{FF2B5EF4-FFF2-40B4-BE49-F238E27FC236}">
                    <a16:creationId xmlns:a16="http://schemas.microsoft.com/office/drawing/2014/main" id="{E892029D-B2AC-E643-2378-2D4DF662983E}"/>
                  </a:ext>
                </a:extLst>
              </p:cNvPr>
              <p:cNvSpPr/>
              <p:nvPr/>
            </p:nvSpPr>
            <p:spPr>
              <a:xfrm>
                <a:off x="2266270" y="2147123"/>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QRANGE Abfrage</a:t>
                </a:r>
              </a:p>
            </p:txBody>
          </p:sp>
          <p:sp>
            <p:nvSpPr>
              <p:cNvPr id="11" name="Rechteck: abgerundete Ecken 10">
                <a:extLst>
                  <a:ext uri="{FF2B5EF4-FFF2-40B4-BE49-F238E27FC236}">
                    <a16:creationId xmlns:a16="http://schemas.microsoft.com/office/drawing/2014/main" id="{A65B3D1D-A7C3-D258-631F-132262E9344F}"/>
                  </a:ext>
                </a:extLst>
              </p:cNvPr>
              <p:cNvSpPr/>
              <p:nvPr/>
            </p:nvSpPr>
            <p:spPr>
              <a:xfrm>
                <a:off x="2121520" y="1610804"/>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Reihe funktioniert?</a:t>
                </a:r>
              </a:p>
            </p:txBody>
          </p:sp>
          <p:cxnSp>
            <p:nvCxnSpPr>
              <p:cNvPr id="13" name="Gerader Verbinder 12">
                <a:extLst>
                  <a:ext uri="{FF2B5EF4-FFF2-40B4-BE49-F238E27FC236}">
                    <a16:creationId xmlns:a16="http://schemas.microsoft.com/office/drawing/2014/main" id="{AE1F9A01-B956-DF94-4807-8FF4F2F55417}"/>
                  </a:ext>
                </a:extLst>
              </p:cNvPr>
              <p:cNvCxnSpPr>
                <a:cxnSpLocks/>
                <a:stCxn id="11" idx="1"/>
              </p:cNvCxnSpPr>
              <p:nvPr/>
            </p:nvCxnSpPr>
            <p:spPr>
              <a:xfrm>
                <a:off x="2121520" y="1824889"/>
                <a:ext cx="0" cy="3900889"/>
              </a:xfrm>
              <a:prstGeom prst="line">
                <a:avLst/>
              </a:prstGeom>
              <a:ln w="28575">
                <a:solidFill>
                  <a:srgbClr val="F4997C"/>
                </a:solidFill>
              </a:ln>
            </p:spPr>
            <p:style>
              <a:lnRef idx="1">
                <a:schemeClr val="accent1"/>
              </a:lnRef>
              <a:fillRef idx="0">
                <a:schemeClr val="accent1"/>
              </a:fillRef>
              <a:effectRef idx="0">
                <a:schemeClr val="accent1"/>
              </a:effectRef>
              <a:fontRef idx="minor">
                <a:schemeClr val="tx1"/>
              </a:fontRef>
            </p:style>
          </p:cxnSp>
          <p:sp>
            <p:nvSpPr>
              <p:cNvPr id="16" name="Rechteck: abgerundete Ecken 15">
                <a:extLst>
                  <a:ext uri="{FF2B5EF4-FFF2-40B4-BE49-F238E27FC236}">
                    <a16:creationId xmlns:a16="http://schemas.microsoft.com/office/drawing/2014/main" id="{383205C7-38AC-1194-C368-E17B3D9A2D21}"/>
                  </a:ext>
                </a:extLst>
              </p:cNvPr>
              <p:cNvSpPr/>
              <p:nvPr/>
            </p:nvSpPr>
            <p:spPr>
              <a:xfrm>
                <a:off x="2272816" y="2681019"/>
                <a:ext cx="8162037" cy="428170"/>
              </a:xfrm>
              <a:prstGeom prst="roundRect">
                <a:avLst/>
              </a:prstGeom>
              <a:solidFill>
                <a:srgbClr val="F4997C"/>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Wiederhole für jedes Feld</a:t>
                </a:r>
              </a:p>
            </p:txBody>
          </p:sp>
          <p:cxnSp>
            <p:nvCxnSpPr>
              <p:cNvPr id="17" name="Gerader Verbinder 16">
                <a:extLst>
                  <a:ext uri="{FF2B5EF4-FFF2-40B4-BE49-F238E27FC236}">
                    <a16:creationId xmlns:a16="http://schemas.microsoft.com/office/drawing/2014/main" id="{C6EEF32C-18AA-7092-8674-8A7B12FB8A44}"/>
                  </a:ext>
                </a:extLst>
              </p:cNvPr>
              <p:cNvCxnSpPr>
                <a:cxnSpLocks/>
                <a:stCxn id="16" idx="1"/>
              </p:cNvCxnSpPr>
              <p:nvPr/>
            </p:nvCxnSpPr>
            <p:spPr>
              <a:xfrm>
                <a:off x="2272816" y="2895104"/>
                <a:ext cx="0" cy="2686658"/>
              </a:xfrm>
              <a:prstGeom prst="line">
                <a:avLst/>
              </a:prstGeom>
              <a:ln w="28575">
                <a:solidFill>
                  <a:srgbClr val="F4997C"/>
                </a:solidFill>
              </a:ln>
            </p:spPr>
            <p:style>
              <a:lnRef idx="1">
                <a:schemeClr val="accent1"/>
              </a:lnRef>
              <a:fillRef idx="0">
                <a:schemeClr val="accent1"/>
              </a:fillRef>
              <a:effectRef idx="0">
                <a:schemeClr val="accent1"/>
              </a:effectRef>
              <a:fontRef idx="minor">
                <a:schemeClr val="tx1"/>
              </a:fontRef>
            </p:style>
          </p:cxnSp>
          <p:sp>
            <p:nvSpPr>
              <p:cNvPr id="21" name="Rechteck: abgerundete Ecken 20">
                <a:extLst>
                  <a:ext uri="{FF2B5EF4-FFF2-40B4-BE49-F238E27FC236}">
                    <a16:creationId xmlns:a16="http://schemas.microsoft.com/office/drawing/2014/main" id="{449BE1AD-7AAF-C092-1114-471F8C3163CB}"/>
                  </a:ext>
                </a:extLst>
              </p:cNvPr>
              <p:cNvSpPr/>
              <p:nvPr/>
            </p:nvSpPr>
            <p:spPr>
              <a:xfrm>
                <a:off x="2422004" y="3214915"/>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Feld funktioniert?</a:t>
                </a:r>
              </a:p>
            </p:txBody>
          </p:sp>
          <p:cxnSp>
            <p:nvCxnSpPr>
              <p:cNvPr id="22" name="Gerader Verbinder 21">
                <a:extLst>
                  <a:ext uri="{FF2B5EF4-FFF2-40B4-BE49-F238E27FC236}">
                    <a16:creationId xmlns:a16="http://schemas.microsoft.com/office/drawing/2014/main" id="{25ECFEB4-A489-F739-7FEB-39C090951025}"/>
                  </a:ext>
                </a:extLst>
              </p:cNvPr>
              <p:cNvCxnSpPr>
                <a:cxnSpLocks/>
                <a:stCxn id="21" idx="1"/>
              </p:cNvCxnSpPr>
              <p:nvPr/>
            </p:nvCxnSpPr>
            <p:spPr>
              <a:xfrm>
                <a:off x="2422004" y="3429000"/>
                <a:ext cx="0" cy="2008746"/>
              </a:xfrm>
              <a:prstGeom prst="line">
                <a:avLst/>
              </a:prstGeom>
              <a:ln w="28575">
                <a:solidFill>
                  <a:srgbClr val="F4997C"/>
                </a:solidFill>
              </a:ln>
            </p:spPr>
            <p:style>
              <a:lnRef idx="1">
                <a:schemeClr val="accent1"/>
              </a:lnRef>
              <a:fillRef idx="0">
                <a:schemeClr val="accent1"/>
              </a:fillRef>
              <a:effectRef idx="0">
                <a:schemeClr val="accent1"/>
              </a:effectRef>
              <a:fontRef idx="minor">
                <a:schemeClr val="tx1"/>
              </a:fontRef>
            </p:style>
          </p:cxnSp>
          <p:sp>
            <p:nvSpPr>
              <p:cNvPr id="24" name="Rechteck: abgerundete Ecken 23">
                <a:extLst>
                  <a:ext uri="{FF2B5EF4-FFF2-40B4-BE49-F238E27FC236}">
                    <a16:creationId xmlns:a16="http://schemas.microsoft.com/office/drawing/2014/main" id="{F95EE9D5-26DF-687F-B090-DCE41639C1A5}"/>
                  </a:ext>
                </a:extLst>
              </p:cNvPr>
              <p:cNvSpPr/>
              <p:nvPr/>
            </p:nvSpPr>
            <p:spPr>
              <a:xfrm>
                <a:off x="2552395" y="3748811"/>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Kalibrierung anwenden</a:t>
                </a:r>
              </a:p>
            </p:txBody>
          </p:sp>
          <p:sp>
            <p:nvSpPr>
              <p:cNvPr id="27" name="Rechteck: abgerundete Ecken 26">
                <a:extLst>
                  <a:ext uri="{FF2B5EF4-FFF2-40B4-BE49-F238E27FC236}">
                    <a16:creationId xmlns:a16="http://schemas.microsoft.com/office/drawing/2014/main" id="{31E14B98-A3FE-168F-C4CB-9047CC90BD1D}"/>
                  </a:ext>
                </a:extLst>
              </p:cNvPr>
              <p:cNvSpPr/>
              <p:nvPr/>
            </p:nvSpPr>
            <p:spPr>
              <a:xfrm>
                <a:off x="2552394" y="4282707"/>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Figur-Code zuweisen</a:t>
                </a:r>
              </a:p>
            </p:txBody>
          </p:sp>
          <p:sp>
            <p:nvSpPr>
              <p:cNvPr id="37" name="Rechteck: abgerundete Ecken 36">
                <a:extLst>
                  <a:ext uri="{FF2B5EF4-FFF2-40B4-BE49-F238E27FC236}">
                    <a16:creationId xmlns:a16="http://schemas.microsoft.com/office/drawing/2014/main" id="{AECA250F-5028-D5EF-6079-7E7C29907127}"/>
                  </a:ext>
                </a:extLst>
              </p:cNvPr>
              <p:cNvSpPr/>
              <p:nvPr/>
            </p:nvSpPr>
            <p:spPr>
              <a:xfrm>
                <a:off x="2552394" y="4816603"/>
                <a:ext cx="8162037" cy="428170"/>
              </a:xfrm>
              <a:prstGeom prst="roundRect">
                <a:avLst/>
              </a:prstGeom>
              <a:solidFill>
                <a:srgbClr val="003A52"/>
              </a:solidFill>
              <a:ln w="28575">
                <a:solidFill>
                  <a:srgbClr val="F4997C"/>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de-DE" dirty="0"/>
                  <a:t>Daten in den RAM laden und Magnetfeldwerte zurückgeben</a:t>
                </a:r>
              </a:p>
            </p:txBody>
          </p:sp>
        </p:grpSp>
      </p:grpSp>
      <p:sp>
        <p:nvSpPr>
          <p:cNvPr id="43" name="Titel 10">
            <a:extLst>
              <a:ext uri="{FF2B5EF4-FFF2-40B4-BE49-F238E27FC236}">
                <a16:creationId xmlns:a16="http://schemas.microsoft.com/office/drawing/2014/main" id="{BB10CA3B-EB04-5C55-9849-98070305B23A}"/>
              </a:ext>
            </a:extLst>
          </p:cNvPr>
          <p:cNvSpPr txBox="1">
            <a:spLocks/>
          </p:cNvSpPr>
          <p:nvPr/>
        </p:nvSpPr>
        <p:spPr>
          <a:xfrm>
            <a:off x="8454832" y="377026"/>
            <a:ext cx="3342100" cy="457889"/>
          </a:xfrm>
          <a:prstGeom prst="rect">
            <a:avLst/>
          </a:prstGeom>
          <a:ln>
            <a:noFill/>
          </a:ln>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3600" b="1" kern="1200" cap="all" spc="0" baseline="0">
                <a:ln w="9525">
                  <a:noFill/>
                  <a:prstDash val="solid"/>
                </a:ln>
                <a:solidFill>
                  <a:schemeClr val="tx2"/>
                </a:solidFill>
                <a:effectLst/>
                <a:latin typeface="+mj-lt"/>
                <a:ea typeface="+mj-ea"/>
                <a:cs typeface="+mj-cs"/>
              </a:defRPr>
            </a:lvl1pPr>
          </a:lstStyle>
          <a:p>
            <a:r>
              <a:rPr lang="de" sz="2000" dirty="0">
                <a:solidFill>
                  <a:schemeClr val="tx1"/>
                </a:solidFill>
              </a:rPr>
              <a:t>ABSCHNITT 6</a:t>
            </a:r>
          </a:p>
        </p:txBody>
      </p:sp>
      <p:pic>
        <p:nvPicPr>
          <p:cNvPr id="44" name="Grafik 43" descr="Ein Bild, das Grafiken, Schrift, Logo, Schwarz enthält.&#10;&#10;KI-generierte Inhalte können fehlerhaft sein.">
            <a:extLst>
              <a:ext uri="{FF2B5EF4-FFF2-40B4-BE49-F238E27FC236}">
                <a16:creationId xmlns:a16="http://schemas.microsoft.com/office/drawing/2014/main" id="{002639F4-A239-1BFA-97CA-5C3538E5D293}"/>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a:off x="442965" y="6030019"/>
            <a:ext cx="1211757" cy="449158"/>
          </a:xfrm>
          <a:prstGeom prst="rect">
            <a:avLst/>
          </a:prstGeom>
        </p:spPr>
      </p:pic>
      <p:sp>
        <p:nvSpPr>
          <p:cNvPr id="45" name="Textfeld 44">
            <a:extLst>
              <a:ext uri="{FF2B5EF4-FFF2-40B4-BE49-F238E27FC236}">
                <a16:creationId xmlns:a16="http://schemas.microsoft.com/office/drawing/2014/main" id="{57C6B9E3-4121-2A35-CDE4-6B00AB17C5DC}"/>
              </a:ext>
            </a:extLst>
          </p:cNvPr>
          <p:cNvSpPr txBox="1"/>
          <p:nvPr/>
        </p:nvSpPr>
        <p:spPr>
          <a:xfrm>
            <a:off x="4078188" y="6093296"/>
            <a:ext cx="4366949" cy="307777"/>
          </a:xfrm>
          <a:prstGeom prst="rect">
            <a:avLst/>
          </a:prstGeom>
          <a:noFill/>
          <a:ln>
            <a:solidFill>
              <a:schemeClr val="bg2"/>
            </a:solidFill>
          </a:ln>
        </p:spPr>
        <p:txBody>
          <a:bodyPr wrap="square">
            <a:spAutoFit/>
          </a:bodyPr>
          <a:lstStyle/>
          <a:p>
            <a:r>
              <a:rPr lang="de-DE" sz="1400" dirty="0" err="1"/>
              <a:t>ChessCORE</a:t>
            </a:r>
            <a:r>
              <a:rPr lang="de-DE" sz="1400" dirty="0"/>
              <a:t>/</a:t>
            </a:r>
            <a:r>
              <a:rPr lang="de-DE" sz="1400" dirty="0" err="1"/>
              <a:t>ChessCORE</a:t>
            </a:r>
            <a:r>
              <a:rPr lang="de-DE" sz="1400" dirty="0"/>
              <a:t>/</a:t>
            </a:r>
            <a:r>
              <a:rPr lang="de-DE" sz="1400" dirty="0" err="1"/>
              <a:t>board_visual.cs</a:t>
            </a:r>
            <a:endParaRPr lang="de-DE" sz="1400" dirty="0"/>
          </a:p>
        </p:txBody>
      </p:sp>
    </p:spTree>
    <p:extLst>
      <p:ext uri="{BB962C8B-B14F-4D97-AF65-F5344CB8AC3E}">
        <p14:creationId xmlns:p14="http://schemas.microsoft.com/office/powerpoint/2010/main" val="35754256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4">
            <a:extLst>
              <a:ext uri="{FF2B5EF4-FFF2-40B4-BE49-F238E27FC236}">
                <a16:creationId xmlns:a16="http://schemas.microsoft.com/office/drawing/2014/main" id="{5662B23D-65E8-9030-277D-D12545496F49}"/>
              </a:ext>
            </a:extLst>
          </p:cNvPr>
          <p:cNvSpPr>
            <a:spLocks noGrp="1"/>
          </p:cNvSpPr>
          <p:nvPr>
            <p:ph type="title"/>
          </p:nvPr>
        </p:nvSpPr>
        <p:spPr>
          <a:xfrm>
            <a:off x="2093912" y="2996952"/>
            <a:ext cx="8001000" cy="1865376"/>
          </a:xfrm>
        </p:spPr>
        <p:txBody>
          <a:bodyPr>
            <a:normAutofit/>
          </a:bodyPr>
          <a:lstStyle/>
          <a:p>
            <a:r>
              <a:rPr lang="de-DE" sz="9600" dirty="0"/>
              <a:t>VIELEN DANK</a:t>
            </a:r>
          </a:p>
        </p:txBody>
      </p:sp>
      <p:pic>
        <p:nvPicPr>
          <p:cNvPr id="4" name="Grafik 3" descr="Abzeichen Tick1 mit einfarbiger Füllung">
            <a:extLst>
              <a:ext uri="{FF2B5EF4-FFF2-40B4-BE49-F238E27FC236}">
                <a16:creationId xmlns:a16="http://schemas.microsoft.com/office/drawing/2014/main" id="{52D1F9F2-F70C-37C7-5FB3-1852DCF37E5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12314" y="1524844"/>
            <a:ext cx="1764196" cy="1764196"/>
          </a:xfrm>
          <a:prstGeom prst="rect">
            <a:avLst/>
          </a:prstGeom>
        </p:spPr>
      </p:pic>
    </p:spTree>
    <p:extLst>
      <p:ext uri="{BB962C8B-B14F-4D97-AF65-F5344CB8AC3E}">
        <p14:creationId xmlns:p14="http://schemas.microsoft.com/office/powerpoint/2010/main" val="12327408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Blaues Atomdesign">
  <a:themeElements>
    <a:clrScheme name="Custom 412">
      <a:dk1>
        <a:sysClr val="windowText" lastClr="000000"/>
      </a:dk1>
      <a:lt1>
        <a:sysClr val="window" lastClr="FFFFFF"/>
      </a:lt1>
      <a:dk2>
        <a:srgbClr val="003A52"/>
      </a:dk2>
      <a:lt2>
        <a:srgbClr val="F4997C"/>
      </a:lt2>
      <a:accent1>
        <a:srgbClr val="99CB38"/>
      </a:accent1>
      <a:accent2>
        <a:srgbClr val="F4997C"/>
      </a:accent2>
      <a:accent3>
        <a:srgbClr val="37A76F"/>
      </a:accent3>
      <a:accent4>
        <a:srgbClr val="44C1A3"/>
      </a:accent4>
      <a:accent5>
        <a:srgbClr val="4EB3CF"/>
      </a:accent5>
      <a:accent6>
        <a:srgbClr val="51C3F9"/>
      </a:accent6>
      <a:hlink>
        <a:srgbClr val="F4997C"/>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3">
          <a:schemeClr val="lt1"/>
        </a:lnRef>
        <a:fillRef idx="1">
          <a:schemeClr val="accent5"/>
        </a:fillRef>
        <a:effectRef idx="1">
          <a:schemeClr val="accent5"/>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36_win32_CP_v6.potx" id="{13DD5795-0574-4A2F-AC34-68E02D4DE4FF}" vid="{9EAE3170-BE99-45F7-9667-8704B80AC0CC}"/>
    </a:ext>
  </a:extLst>
</a:theme>
</file>

<file path=ppt/theme/theme2.xml><?xml version="1.0" encoding="utf-8"?>
<a:theme xmlns:a="http://schemas.openxmlformats.org/drawingml/2006/main" name="Office-Desig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Desig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B16707D-7BDD-4F76-AF2C-932988E8AB01}">
  <ds:schemaRefs>
    <ds:schemaRef ds:uri="http://schemas.microsoft.com/sharepoint/v3/contenttype/forms"/>
  </ds:schemaRefs>
</ds:datastoreItem>
</file>

<file path=customXml/itemProps2.xml><?xml version="1.0" encoding="utf-8"?>
<ds:datastoreItem xmlns:ds="http://schemas.openxmlformats.org/officeDocument/2006/customXml" ds:itemID="{CFE69059-4068-4547-AFCF-42D3194F92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4E1A5E8-8BE0-4CCA-9433-A727D932CB4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Blaue Atom-Designfolien</Template>
  <TotalTime>0</TotalTime>
  <Words>2038</Words>
  <Application>Microsoft Office PowerPoint</Application>
  <PresentationFormat>Benutzerdefiniert</PresentationFormat>
  <Paragraphs>299</Paragraphs>
  <Slides>28</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28</vt:i4>
      </vt:variant>
    </vt:vector>
  </HeadingPairs>
  <TitlesOfParts>
    <vt:vector size="33" baseType="lpstr">
      <vt:lpstr>MS Gothic</vt:lpstr>
      <vt:lpstr>Arial</vt:lpstr>
      <vt:lpstr>Century Gothic</vt:lpstr>
      <vt:lpstr>Consolas</vt:lpstr>
      <vt:lpstr>Blaues Atomdesign</vt:lpstr>
      <vt:lpstr>CODE</vt:lpstr>
      <vt:lpstr>INSIDE CHESS.INO</vt:lpstr>
      <vt:lpstr>programmSTRUKTUR</vt:lpstr>
      <vt:lpstr>KONZEPTE</vt:lpstr>
      <vt:lpstr>PowerPoint-Präsentation</vt:lpstr>
      <vt:lpstr>PowerPoint-Präsentation</vt:lpstr>
      <vt:lpstr>PowerPoint-Präsentation</vt:lpstr>
      <vt:lpstr>PowerPoint-Präsentation</vt:lpstr>
      <vt:lpstr>PowerPoint-Präsentation</vt:lpstr>
      <vt:lpstr>INSIDE CHESS.CORE</vt:lpstr>
      <vt:lpstr>programmSTRUKTUR</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VIELEN DANK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Arthur Hildebrand</dc:creator>
  <cp:lastModifiedBy>Arthur Hildebrand</cp:lastModifiedBy>
  <cp:revision>58</cp:revision>
  <dcterms:created xsi:type="dcterms:W3CDTF">2025-02-19T14:45:56Z</dcterms:created>
  <dcterms:modified xsi:type="dcterms:W3CDTF">2025-02-20T20:19:17Z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